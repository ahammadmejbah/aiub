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45"/>
  </p:notesMasterIdLst>
  <p:sldIdLst>
    <p:sldId id="256" r:id="rId5"/>
    <p:sldId id="257" r:id="rId6"/>
    <p:sldId id="299" r:id="rId7"/>
    <p:sldId id="300" r:id="rId8"/>
    <p:sldId id="301" r:id="rId9"/>
    <p:sldId id="302" r:id="rId10"/>
    <p:sldId id="332" r:id="rId11"/>
    <p:sldId id="333" r:id="rId12"/>
    <p:sldId id="339" r:id="rId13"/>
    <p:sldId id="340" r:id="rId14"/>
    <p:sldId id="331" r:id="rId15"/>
    <p:sldId id="338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4" r:id="rId27"/>
    <p:sldId id="313" r:id="rId28"/>
    <p:sldId id="315" r:id="rId29"/>
    <p:sldId id="316" r:id="rId30"/>
    <p:sldId id="328" r:id="rId31"/>
    <p:sldId id="317" r:id="rId32"/>
    <p:sldId id="329" r:id="rId33"/>
    <p:sldId id="318" r:id="rId34"/>
    <p:sldId id="323" r:id="rId35"/>
    <p:sldId id="320" r:id="rId36"/>
    <p:sldId id="321" r:id="rId37"/>
    <p:sldId id="322" r:id="rId38"/>
    <p:sldId id="295" r:id="rId39"/>
    <p:sldId id="325" r:id="rId40"/>
    <p:sldId id="324" r:id="rId41"/>
    <p:sldId id="326" r:id="rId42"/>
    <p:sldId id="327" r:id="rId43"/>
    <p:sldId id="330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>
        <p:scale>
          <a:sx n="80" d="100"/>
          <a:sy n="80" d="100"/>
        </p:scale>
        <p:origin x="1223" y="-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1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13312,'0'0'917,"-9"-8"2645,16 74-2572,0-8-422,-3 75 88,8 104 117,-10-192 97,-3-26-2059,0-14-1530,-6-17-6872,1-1 5154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17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18 157 10112,'-2'12'323,"-2"-12"1014,-7-18 373,10 17-1660,1 0-1,0-1 0,0 1 0,0 0 1,0-1-1,0 1 0,0 0 0,1 0 1,-1-1-1,0 1 0,1 0 1,-1 0-1,1-1 0,-1 1 0,1 0 1,-1 0-1,1 0 0,0 0 0,0 0 1,0 0-1,-1 0 0,1 0 1,2-2-1,32-24 323,-19 15 79,0-1-55,0 1 1,0 0-1,30-15 1,-39 24-333,-1 0 0,1 1 1,-1-1-1,1 1 0,0 1 0,8-2 0,-11 3-26,-1 0-1,1 0 1,-1 0-1,0 0 0,1 1 1,-1-1-1,0 1 1,1 0-1,-1 0 1,0 0-1,0 1 1,0-1-1,5 3 0,-6-2-16,0 0 0,0 0 0,0 0 0,0 0 0,0 0 0,-1 0 0,1 1-1,-1-1 1,1 1 0,-1-1 0,0 1 0,0-1 0,0 1 0,-1-1-1,1 1 1,0 0 0,-1-1 0,0 1 0,0 0 0,0 0 0,0-1 0,0 5-1,-2 4 84,1 1 0,-2 0 0,-5 18 0,4-19-92,-1 0-1,0-1 1,0 0-1,-1 0 0,-1-1 1,1 1-1,-12 11 0,-16 23 48,34-43-46,-1-1 1,1 1 0,-1-1 0,1 1-1,-1 0 1,1-1 0,0 1-1,-1 0 1,1-1 0,0 1 0,0 0-1,-1-1 1,1 1 0,0 0-1,0 0 1,0-1 0,0 1-1,0 0 1,0-1 0,0 1 0,0 0-1,1 1 1,-1-1-7,1-1 0,-1 0 0,1 1 1,-1-1-1,1 1 0,-1-1 0,1 0 0,0 1 0,-1-1 0,1 0 1,0 0-1,-1 1 0,1-1 0,0 0 0,-1 0 0,1 0 0,0 0 1,-1 0-1,3 0 0,7-1 4,0 0 0,19-5-1,-11 2 12,-14 3-12,0 1-1,-1 0 1,1-1 0,0 2 0,0-1 0,0 0 0,0 1 0,0-1 0,0 1-1,-1 0 1,1 0 0,0 1 0,-1-1 0,1 1 0,-1 0 0,1 0-1,-1 0 1,0 0 0,6 5 0,-3 0 11,0 1-1,-1-1 1,0 1 0,0 0-1,0 0 1,-1 1 0,3 9-1,-5-14-20,0 0 0,-1 0 0,1 0 0,-1 1 0,0-1 0,-1 0 0,1 1 0,-1-1 0,0 0 0,0 1 0,0-1 0,0 1 0,-1-1 0,0 0 0,0 1 0,0-1 0,0 0 0,-4 8 0,-1 2 128,0 0-1,-1-1 1,0 0-1,-1 0 1,-1-1-1,0 0 1,0 0-1,-1-1 1,-19 17-1,23-23-70,1-1 0,-1 0-1,0 0 1,0 0 0,0-1 0,0 1 0,-1-1-1,1-1 1,-1 0 0,0 0 0,1 0 0,-1 0 0,0-1-1,0 0 1,0-1 0,0 0 0,-1 0 0,1 0-1,0-1 1,0 0 0,0 0 0,-10-4 0,14 3-40,0 1 1,0-1 0,0 0 0,0-1 0,0 1 0,0 0-1,0-1 1,1 0 0,-1 1 0,1-1 0,0 0-1,-1 0 1,2-1 0,-1 1 0,0 0 0,1-1 0,-1 1-1,-1-7 1,-2-21-6372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1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74 16000,'2'4'464,"-4"-5"85,2 1-497,0 0 1,-1 0-1,1 0 1,0 0-1,0 0 1,0 0-1,0 0 1,0 0-1,0 0 1,0 0-1,0-1 1,-1 1-1,1 0 1,0 0-1,0 0 1,0 0-1,0 0 1,0 0-1,0 0 1,0 0-1,0 0 1,0 0-1,0 0 1,0-1-1,0 1 1,0 0-1,0 0 1,0 0-1,0 0 1,0 0-1,-1 0 1,1 0-1,0 0 1,0-1-1,0 1 1,0 0-1,0 0 1,0 0-1,1 0 1,-1 0-1,0 0 1,0 0-1,0 0 1,0-1-1,0 1 1,0 0-1,0 0 1,0 0-1,0 0 1,0 0-1,0 0 1,0 0-1,0 0 1,0 0-1,0 0 1,0-1-1,1 1 1,-1 0-1,0 0 1,0 0-1,0 0 1,0 0-1,0 0 1,1 1-43,0 0 0,0 0 1,0 0-1,0 0 1,-1 0-1,1 0 0,0 0 1,-1 0-1,1 0 0,-1 0 1,1 0-1,-1 0 0,0 0 1,1 1-1,-1-1 1,0 0-1,0 2 0,1 0 17,7 32 25,-1 0 0,2 54 0,-6 75 1098,-3-145-771,1-4-296,1 0-1,0 0 0,1 0 1,7 20-1,-2-3 914,-8-36-990,1 1 0,-1-1 0,0 1 0,1-1 0,0 1 0,-1-1 0,1 1 0,1 0 0,-1-1 0,0 1 0,4-5 0,30-54 101,-5 10 77,-19 26-210,-10 21-10,1 0 0,0 0 1,0 1-1,0-1 0,1 0 1,0 1-1,0-1 0,0 1 0,0 0 1,1 0-1,-1 0 0,1 1 1,0-1-1,0 1 0,8-5 1,-10 8 15,0-1 0,0 1 0,0 0 0,0 0 0,0 0 1,0 0-1,0 0 0,0 0 0,0 0 0,0 1 0,0-1 0,0 1 1,0 0-1,0-1 0,0 1 0,0 0 0,0 0 0,0 0 0,-1 0 1,1 1-1,2 2 0,34 31 342,-36-33-357,0-1 35,8 11-4,1-1 0,0-1-1,1 0 1,20 14 0,5 2 452,-37-26-448,0 0-1,0 0 1,1 0 0,-1 0 0,0 0 0,0 0-1,1 0 1,-1 0 0,0 0 0,0 0-1,0 0 1,1-1 0,-1 1 0,0 0-1,0 0 1,0 0 0,1 0 0,-1 0 0,0 0-1,0-1 1,0 1 0,0 0 0,1 0-1,-1 0 1,0 0 0,0-1 0,0 1-1,0 0 1,0 0 0,0-1 0,0 1 0,1 0-1,-1 0 1,0 0 0,0-1 0,0 1-1,0 0 1,0 0 0,0-1 0,0 1-1,0 0 1,0 0 0,0 0 0,0-1-1,-1 1 1,3-14 54,-10-135 383,1-1-64,7 147-373,0-21-32,-1 0 0,0 0 0,-6-25 0,7 48 3,0 1 21,0 0 0,0 0 0,0-1 0,0 1 0,0 0 0,0 0 0,0 0 0,0 0 0,0-1 0,0 1 0,0 0 0,0 0 0,0 0 0,0-1 0,0 1 0,-1 0 0,1 0 0,0 0 0,0 0 0,0-1 0,0 1 0,0 0 0,0 0 0,0 0 0,-1 0 0,1 0 0,0 0 0,0-1 0,0 1 0,0 0 0,-1 0 0,1 0 0,0 0 0,0 0 0,0 0 0,0 0 0,-1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1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13696,'13'11'2272,"-14"-10"-2160,0-1 0,0 1 0,1-1 0,-1 1-1,0-1 1,1 0 0,-1 1 0,0-1 0,0 0 0,0 0 0,0 1 0,1-1 0,-1 0 0,0 0 0,0 0 0,0 0 0,0 0 0,1 0 0,-1 0 0,0-1 0,-1 1 0,2 0-72,-1 0 0,1 0-1,-1 0 1,1 0-1,-1 0 1,1 0-1,0 0 1,-1 0 0,1 0-1,-1 1 1,1-1-1,-1 0 1,1 0 0,0 0-1,-1 1 1,1-1-1,-1 0 1,1 0-1,0 1 1,-1-1 0,1 0-1,0 1 1,0-1-1,-1 0 1,1 1-1,0-1 1,0 1 0,-1-1-1,1 0 1,0 1-1,1 17 216,1-13-244,0 0 0,0 0 0,0 0 0,7 9-1,124 150 1228,-119-150-1061,0-1 0,1 0 0,30 18 0,-26-18-72,0 1 0,25 23 1,-44-54-6719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19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 13696,'0'11'2138,"0"-22"715,-2 13-2383,-28 32-193,14-18-138,-23 34-1,1 11-2,3 1-1,-44 109 0,76-164-119,-1 0 1,1-1-1,-1 0 0,-1 1 1,-5 5-1,6-7-29,2-2-862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22143,'-16'49'0,"-31"115"0,43-147 0,2 0 0,0 0 0,1 0 0,0 0 0,2 1 0,0-1 0,5 28 0,-5-40 0,0-1 0,1 1 0,-1-1 0,1 0 0,0 0 0,0 0 0,1 0 0,-1 0 0,1 0 0,0-1 0,0 1 0,0-1 0,0 0 0,0 0 0,1 0 0,0 0 0,-1 0 0,8 3 0,3 0 0,0-1 0,1 0 0,-1 0 0,19 2 0,-18-4 0,-10-2 0,0-1 0,0 1 0,0-1 0,1 0 0,-1-1 0,0 1 0,0-1 0,0 0 0,0-1 0,8-2 0,9-3 0,-18 6-32,-4 1 30,0 0-1,0 0 1,0 0-1,1 0 1,-1 0 0,0 0-1,0 0 1,1 0-1,-1 0 1,0 0-1,0 0 1,0 0-1,1 0 1,-1 0-1,0 1 1,0-1-1,0 0 1,0 0 0,1 0-1,-1 0 1,0 0-1,0 0 1,0 0-1,0 1 1,1-1-1,-1 0 1,0 0-1,0 0 1,0 0-1,0 0 1,0 1 0,0-1-1,1 0 1,-1 0-1,0 0 1,0 1-1,0-1 1,0 0-1,-7 2-3755,-7-4-7779,9-1 8401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15744,'0'0'3178,"-11"10"-2773,-6 7-273,1 0-1,1 1 0,-14 20 0,25-32-123,1 0 1,-1 0-1,1 0 1,1 0 0,-1 0-1,1 1 1,0-1-1,0 1 1,1-1-1,0 1 1,0 0-1,1-1 1,-1 1 0,1 0-1,2 9 1,-2-13 0,1-1 1,0 1-1,0-1 1,0 1 0,0-1-1,0 0 1,1 0-1,-1 1 1,0-1-1,1 0 1,0 0-1,-1-1 1,1 1 0,0 0-1,0 0 1,0-1-1,0 1 1,1-1-1,-1 0 1,0 0-1,0 0 1,1 0 0,-1 0-1,1 0 1,-1 0-1,1-1 1,-1 1-1,1-1 1,-1 0 0,6 0-1,-1 0 53,0 0 1,-1 0-1,1-1 0,0 0 0,0-1 1,0 0-1,-1 0 0,1 0 1,-1 0-1,10-6 0,-14 6-52,0 1 0,-1-1-1,1 1 1,-1-1 0,1 0-1,-1 1 1,0-1 0,0 0 0,0 0-1,0 0 1,0 0 0,0 0 0,0-1-1,-1 1 1,1 0 0,-1 0 0,1 0-1,-1-1 1,0 1 0,0 0 0,0 0-1,-1-4 1,0-5 35,0 1 1,-1-1-1,-3-11 0,2-11-48,3 30 31,0 0 1,0 0 0,0 0-1,0 0 1,0 0 0,-1 0-1,1 0 1,-1 0 0,1 1-1,-1-1 1,0 0-1,-1 0 1,1 1 0,0-1-1,-1 1 1,1-1 0,-3-2-1,3 4-8,0 0-1,0 0 0,0 0 0,0-1 1,0 1-1,0 0 0,0 0 0,1-1 1,-1 1-1,0-1 0,1 1 0,-1-1 1,1 1-1,0-1 0,-1 1 0,1-4 1,0 4 38,0-1 1,0 0 0,-1 1 0,1-1 0,-1 0 0,1 1 0,-1-1 0,1 1 0,-1-1 0,0 1 0,0-1-1,0 1 1,-2-3 0,8 11 91,1 9-111,0 1 1,-1-1 0,-1 1 0,0 0 0,2 34-1,8 31-43,-4-46 4,29 63 0,-6-18 0,-25-53 404,-9-23-1467,-8-16-4422,0-3 408,-1 1-2389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18175,'4'2'256,"12"3"5,0 0 229,-1 0 0,1 1-1,-1 1 1,25 15 0,-29-14-307,1 0-1,-1 1 1,-1 0 0,1 1 0,14 20 0,-19-22-131,-1 0 1,0 0-1,-1 1 0,0 0 1,0 0-1,-1 0 1,0 0-1,0 1 1,1 12-1,-1 8 11,-1-1 1,-1 1-1,-2 0 0,-1 0 1,-2-1-1,0 1 0,-12 37 1,1-17 38,-2-2 1,-2 1 0,-36 64-1,55-113-103,-6 10-1198,-3-5-3787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5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15872,'0'0'3349,"6"-1"-3029,28-4 225,-1-1 1,53-18-1,-18 1-2680,3-1-8737,-53 19 6542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5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 14720,'-5'10'810,"3"-6"-541,0 1-1,0-1 1,0 1-1,0-1 1,-1 8-1,2-11-238,1-1 1,0 1-1,0-1 0,0 1 0,0-1 0,0 1 1,0-1-1,0 1 0,0-1 0,0 1 0,1-1 1,-1 1-1,0-1 0,0 1 0,0-1 0,0 1 1,1-1-1,-1 1 0,0-1 0,1 0 0,-1 1 1,0-1-1,1 1 0,-1-1 0,1 1 0,0-1 11,0 0 0,0 1 0,0-1 0,0 0 0,1 0 0,-1 0 0,0 0 0,0 0 0,0 0 0,1 0 0,-1 0 0,0 0 0,0-1 0,0 1 0,0 0 0,2-1 0,59-21 444,41-11 118,-85 30-1243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6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9 168 13440,'0'0'5397,"-1"-7"-5184,-1-5-153,0 6-14,1 0 0,0-1 1,0 1-1,1 0 0,0 0 0,0-1 1,0 1-1,1 0 0,0 0 1,0 0-1,0-1 0,4-8 0,-2 10 16,0 0 0,0 0 0,1 0 1,0 0-1,0 0 0,0 1 0,1-1 0,-1 1 0,9-5 0,-12 8-46,1 0-1,0 0 1,-1 1 0,1-1 0,0 0 0,0 1-1,-1-1 1,1 1 0,0 0 0,0 0 0,0-1-1,-1 1 1,1 1 0,0-1 0,0 0 0,0 0-1,0 0 1,-1 1 0,1-1 0,0 1 0,0 0-1,-1-1 1,1 1 0,-1 0 0,1 0 0,0 0-1,-1 0 1,0 0 0,1 1 0,-1-1 0,0 0-1,1 1 1,-1-1 0,2 4 0,-1-2-1,1 1 0,-1 0 0,0 1 0,0-1 0,0 0 0,-1 0 1,1 1-1,-1-1 0,0 1 0,-1-1 0,1 1 0,-1 0 0,0-1 0,0 1 1,0 0-1,0-1 0,-1 1 0,-1 5 0,-3 9 13,-1 0 0,-16 36 1,10-25-39,6-16 20,-5 15 38,-17 32 1,28-61-48,-1 1-1,1-1 1,0 0 0,-1 1-1,1-1 1,0 1 0,0-1-1,0 1 1,0-1 0,0 1-1,-1-1 1,1 1-1,0-1 1,0 1 0,0-1-1,0 1 1,0-1 0,0 1-1,1-1 1,-1 1 0,0-1-1,0 1 1,0-1 0,0 1-1,1-1 1,-1 1 0,0-1-1,1 1 1,14 6 3,27-5-7,-36-2 4,11-1-75,-13 0 24,-1 1 0,0-1 0,1 1 0,-1 0 0,1 0 0,-1 0 0,1 1 0,-1-1 0,1 1 0,-1-1 0,0 1 0,1 0 0,-1 1 0,0-1 0,0 0 0,0 1 0,0 0 0,5 3 0,-4-25-8280,-3 15 6378,1-12-4021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18431,'0'0'256,"30"-28"-128,-9 13 128,5-4-128,0 4 0,2 4-128,-5 0 128,-1 1-128,-5-1 0,-2 0-640,0-2 0,0 5-4607,-5 3-1,-1-3 1280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9600,'-6'3'1152,"-57"35"1018,-53 35 2251,116-72-4368,-1-1 0,1 0 0,-1 1 0,0-1 0,1 1 0,-1-1 0,1 1-1,-1-1 1,1 1 0,-1-1 0,1 1 0,-1 0 0,1-1 0,-1 1 0,1 0-1,0-1 1,-1 1 0,1 0 0,0-1 0,0 1 0,0 0 0,0 0-1,-1-1 1,1 1 0,0 0 0,0 0 0,0-1 0,1 1 0,-1 0 0,0-1-1,0 1 1,0 0 0,0 0 0,1-1 0,-1 1 0,0 0 0,1-1 0,-1 1-1,0 0 1,1-1 0,-1 1 0,2 0 0,-1 1 36,1-1 0,0 1 0,0-1 0,0 0 0,0 1 0,0-1 0,0 0 0,0 0 0,0-1 0,0 1 0,0 0 0,1-1 0,2 1 0,3 0-16,-1 1 0,1 0 0,13 5 0,-14-4-20,0-1-1,-1 0 1,1 0 0,0-1 0,0 0 0,10 1 0,42-7 218,-44 3-179,0 0 1,1 1-1,21 2 0,-34-1-79,-1 1-1,1-1 1,0 1 0,0 0 0,-1 0 0,1 0 0,0 0 0,-1 0 0,1 1 0,-1-1 0,0 1 0,1-1 0,-1 1-1,0 0 1,0 0 0,0 0 0,0 0 0,0 0 0,0 1 0,-1-1 0,1 0 0,-1 1 0,0-1 0,0 1 0,0 0-1,0-1 1,0 1 0,0 0 0,0 4 0,0-3 5,-1 0 0,0 0 0,0 0 1,0 0-1,-1 1 0,1-1 0,-1 0 0,0 0 0,0 0 0,0 0 0,-1-1 1,1 1-1,-1 0 0,0 0 0,0-1 0,0 1 0,-1-1 0,1 0 0,-1 0 1,-3 4-1,-3 0-441,-1 0 1,1 0-1,-2-1 1,-16 8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7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13824,'3'-1'405,"11"-3"513,0-1 0,0 2-1,1-1 1,-1 2 0,22-1 0,-30 3-833,1 0 0,-1 0 0,0 1 0,0 0 0,1 0 0,10 5 0,-14-5-50,0 0 1,0 1-1,0-1 1,0 1-1,-1 0 1,1 0-1,-1 0 1,1 0-1,-1 0 1,0 0-1,0 1 1,0-1-1,0 1 1,2 4-1,-1-2 5,-1 1 1,-1 0-1,1 0 0,-1 0 0,0 0 0,0 0 0,-1 0 0,1 0 0,-2 9 0,0-2 15,0 0-1,-1 0 1,-5 17-1,6-26-41,0-1 1,0 1-1,-1 0 0,1 0 1,-1-1-1,0 1 0,0-1 1,-1 0-1,-4 6 0,6-8-9,0 0 0,0 0 0,0 0 0,0-1-1,-1 1 1,1-1 0,0 1 0,0-1 0,-1 1 0,1-1-1,0 0 1,-1 1 0,1-1 0,0 0 0,-1 0 0,1 0-1,0 0 1,-1 0 0,1 0 0,0-1 0,-1 1 0,1 0-1,0-1 1,-1 1 0,1-1 0,0 1 0,0-1 0,-1 0-1,1 1 1,0-1 0,-1-1 0,-4-2 15,0-1 0,0 0 1,1 0-1,0-1 0,0 1 0,0-1 0,1 0 0,0 0 1,0-1-1,0 1 0,1-1 0,0 0 0,0 0 0,-3-12 1,4 11-2,0-1 1,1 0 0,0 0-1,0 0 1,1-1 0,0 1 0,0 0-1,1 0 1,0 0 0,1 0-1,4-13 1,-5 17-366,1 1-1,-1 0 1,0 0-1,-1-1 1,1 1-1,-1-6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8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18559,'0'0'1430,"7"5"-1217,38 26 67,-2-2-74,-2 1-1,75 71 0,-105-88-304,-7-8-1,0 0-1,0-1 1,0 1 0,1-1 0,-1 0 0,1 0 0,0 0-1,0 0 1,1-1 0,-1 0 0,9 3 0,-11-5-2287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28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13 17151,'0'0'384,"-6"-12"2070,5 12-2423,0 0 0,0-1 0,1 1 0,-1 0 1,0 0-1,0 0 0,0 0 0,0 0 0,0 1 1,0-1-1,0 0 0,0 0 0,1 0 0,-1 1 1,0-1-1,0 0 0,0 1 0,1-1 0,-1 1 1,0-1-1,0 1 0,1-1 0,-1 1 0,0 0 0,1-1 1,-2 2-1,-15 20 129,-8 19-72,2 1-1,-17 48 1,9-22 12,-65 141-591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22271,'-37'56'0,"2"0"0,3 3 0,-28 72 0,58-127 7,0 0-1,1 0 1,-1 0-1,1 0 1,0 0-1,1 0 0,-1 0 1,1 1-1,0 4 1,0-7-5,1-1 0,-1 1 1,1-1-1,0 1 0,-1-1 0,1 1 1,0-1-1,0 0 0,0 1 0,0-1 1,0 0-1,1 0 0,-1 0 1,0 0-1,0 0 0,1 0 0,-1 0 1,0-1-1,1 1 0,-1 0 0,1-1 1,-1 1-1,1-1 0,0 1 0,-1-1 1,1 0-1,2 0 0,23 4 0,1-2-1,-1-2 1,1 0-1,34-6 0,-33 4 14,18-7 46,-35 7-49,0-1-1,0 1 0,14 0 0,-19 5-357,-18-12-737,9 5 113,0-1 0,-1 1 0,2 0 0,-1-1 0,0 1 0,1-1 0,0 0 0,0 0 0,1 1 0,-1-7 0,0 3-434,-2-16-3908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 13440,'-1'-6'8298,"-1"8"-8271,0 0 0,1 0 1,0 1-1,-1-1 0,1 1 0,0-1 0,0 1 1,1 0-1,-1-1 0,0 5 0,-4 35 128,3-24-76,-1 13 49,2-1 0,0 1 0,2 0 0,1 0 0,2 0 0,15 59 0,-16-78-116,0 1-1,-1 0 1,0 0-1,-1 0 1,0 1-1,-1-1 1,0 0-1,-1 0 1,-1 0-1,0 0 1,-1 0-1,-6 20 1,5-18 92,3-14-93,1 1 0,0-1 0,-1 1-1,1 0 1,-1-1 0,1 1 0,-1-1 0,0 1 0,1-1-1,-1 1 1,0-1 0,0 0 0,-2 2 0,2-2 95,1 0 1,-5 2-86,0 1-42,4-3-86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6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20991,'0'0'0,"28"-15"0,-5 3 0,-3-1 0,1 2 0,4 0 0,-5-3 0,1 1 0,0 4 0,3 0 0,-7 3 0,-2 0-1536,-2 3 0,-5 1-4479,-1 2 127,-1 0 3328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51 15104,'-5'17'1024,"4"-16"-975,1-1 0,0 1 0,0 0 0,-1 0 0,1-1 0,0 1 1,0 0-1,0 0 0,0 0 0,0-1 0,0 1 0,0 0 0,0 0 1,0 0-1,1 0 0,-1-1 0,0 1 0,0 0 0,1 0 0,-1-1 1,0 1-1,1 0 0,-1-1 0,1 1 0,-1 0 0,1-1 0,-1 1 1,1-1-1,0 1 0,-1-1 0,1 1 0,0-1 0,-1 1 1,1-1-1,0 1 0,0-1 0,-1 0 0,1 0 0,0 1 0,0-1 1,-1 0-1,1 0 0,0 0 0,0 0 0,0 0 0,-1 0 0,1 0 1,0 0-1,1 0 0,6-1 165,-1-1 0,1 0 0,-1 0 0,10-4 0,-5 2-72,6-3 63,0-1 1,0 0 0,30-20 0,-16 9-69,-29 18-58,-1 0-1,0 0 1,0 0 0,0 0 0,0 1 0,0-1 0,1 1 0,-1 0 0,4-1 0,5 1-2485,-4 1-2185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12288,'0'0'6143,"-2"10"-5908,-2 18-123,1 0 0,1 0-1,2 37 1,13 94 152,0 37 582,-13-182-763,-1-12-37,1 1 1,0 0-1,-1 0 1,1-1-1,1 1 1,-1 0-1,0-1 1,1 1-1,-1 0 0,1-1 1,1 5-1,-1-6 82,0-2-21,3-3-278,-6-16-11689,1 13 8467,1-8 1047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8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12928,'4'-9'1322,"-2"6"-1163,-1 1 0,1 0-1,-1 0 1,1-1 0,0 1 0,0 0-1,0 1 1,0-1 0,0 0-1,1 1 1,-1-1 0,1 1 0,-1-1-1,0 1 1,1 0 0,0 0-1,-1 1 1,1-1 0,0 0 0,4 0-1,1 0 51,0 1 0,1-1 0,-1 1 0,0 1 0,17 2 0,-21-2-175,0 0 1,1 1-1,-1-1 1,0 1-1,0 0 1,0 0-1,0 1 1,-1-1-1,1 1 1,-1 0-1,1 0 1,-1 0-1,0 0 0,0 0 1,0 1-1,0-1 1,-1 1-1,0 0 1,1 0-1,1 5 1,-1-2-10,-1 0 0,0 0 0,0 0 0,0 0 0,-1 1 0,0-1 0,0 1 0,-1-1 0,0 1 0,0-1 0,-2 11 0,-1-10 9,-1 0-1,1-1 1,-2 1 0,1-1 0,-1 0 0,0-1 0,0 1-1,-8 7 1,7-7 24,5-6-53,-26 26 361,26-27-350,0 1 1,0 0-1,1 0 0,-1-1 1,0 1-1,0 0 1,0-1-1,0 1 1,0-1-1,0 1 0,0-1 1,0 0-1,0 1 1,0-1-1,0 0 1,0 0-1,0 1 0,0-1 1,0 0-1,0 0 1,0 0-1,0-1 1,-1 1-1,1 0 0,0 0 1,0 0-1,0-1 1,0 1-1,0-1 1,0 1-1,-1-1 0,-1-4 7,0 1 1,0 0-1,1-1 0,-1 1 0,1-1 0,0 0 0,0 0 0,1 0 0,0 0 0,0 0 0,0 0 0,0-6 0,-1-7 13,1 0-1,2-20 0,0 23-17,1 0 0,1 0 1,1 0-1,0 0 0,0 1 0,12-25 1,-15 37-110,0 1 0,-1-1 1,1 1-1,0-1 0,0 1 0,0 0 1,0-1-1,0 1 0,0 0 1,1 0-1,-1 0 0,0 0 1,0 0-1,1 0 0,-1 0 0,1 0 1,-1 0-1,1 1 0,1-2 1,0 2-550,-1 0 0,0 0 0,0 0 0,0 0 0,0 0 0,0 0 0,0 1 0,0-1 0,0 1 0,0-1 0,-1 1 0,1 0 1,0 0-1,0 0 0,2 1 0,11 7-4864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14 12288,'0'0'768,"21"5"2453,-15-2-3117,0 0 0,-1 1 0,1-1 0,-1 1 1,0 0-1,0 0 0,0 0 0,-1 1 0,0 0 0,1 0 1,-2 0-1,1 0 0,0 1 0,-1-1 0,0 1 0,3 9 0,-4-11-80,0 0 0,0 1-1,0-1 1,-1 1 0,0 0-1,1-1 1,-2 1-1,1 0 1,-1 0 0,1 0-1,-1-1 1,-1 1-1,1 0 1,-1 0 0,1 0-1,-1-1 1,-1 1 0,1 0-1,-1-1 1,0 1-1,0-1 1,0 0 0,0 0-1,-1 1 1,1-1 0,-1-1-1,-5 6 1,7-8 16,0 0-1,0 0 1,0 0 0,-1 0 0,1 0 0,0 0-1,0 0 1,-1 0 0,1-1 0,0 1 0,-1-1-1,1 1 1,-1-1 0,1 1 0,0-1 0,-1 0 0,1 0-1,-1 0 1,1 0 0,-1 0 0,1 0 0,-1 0-1,1 0 1,-1-1 0,1 1 0,-1 0 0,1-1-1,0 1 1,-1-1 0,1 0 0,0 1 0,-1-1-1,1 0 1,0 0 0,0 0 0,0 0 0,0 0 0,0 0-1,0 0 1,0 0 0,0 0 0,-1-2 0,-3-4 33,0-1 1,0 1 0,0-1 0,1 0 0,-5-14-1,6 14-47,1-1 0,0 1 0,0-1 0,0 1 0,1-1 0,1 1 0,-1-1 0,1 0 0,1 1 0,0-1 0,0 0 0,2-9 0,0 9-1407,0 0 1,1 0 0,6-13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9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15104,'20'-3'1152,"-15"4"-944,0-1 0,0 1 1,-1 1-1,1-1 1,-1 1-1,1-1 0,-1 1 1,0 1-1,0-1 1,0 0-1,0 1 0,7 6 1,-9-6-173,-1 0 0,0 0 0,1 0 1,-1 0-1,0 0 0,0 0 0,-1 1 0,1-1 0,-1 0 1,1 0-1,-1 1 0,0-1 0,-1 0 0,1 1 1,0-1-1,-2 5 0,0 14 74,2-11-90,-1 36 108,0-45-116,1-1 0,0 1-1,0 0 1,-1 0 0,0 0-1,1-1 1,-1 1 0,0 0-1,0-1 1,1 1 0,-1 0-1,0-1 1,-1 1 0,1-1 0,0 0-1,0 1 1,-1-1 0,1 0-1,-1 0 1,1 0 0,-3 2-1,3-3 8,-1 1-1,1-1 1,0 0-1,0 0 1,0 1-1,-1-1 1,1 0-1,0 0 0,0 0 1,0 0-1,-1-1 1,1 1-1,0 0 1,0 0-1,0-1 1,0 1-1,-1-1 1,1 1-1,0-1 0,0 1 1,0-1-1,0 0 1,0 1-1,0-1 1,0 0-1,0 0 1,1 0-1,-1 0 1,0 0-1,0 0 0,1 0 1,-1 0-1,1 0 1,-1 0-1,1 0 1,-1 0-1,0-2 1,-2-5 83,1 0 1,-1 0-1,-1-17 0,3 23-82,-1-13 179,0 1 0,1-1 0,1 1 1,1-19-1,0 26-493,1-1 1,-1 1-1,6-14 1,-5 15-975,0 1 0,1 0 0,0 0 0,0 0 0,7-9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3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14720,'0'0'768,"9"53"-640,-3-21 128,-4 5-128,1 3 0,-3 3-128,2-4 0,2-1-11648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0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0 280 17791,'0'0'256,"2"-6"0,6-1 0,7-14 0,2-9 0,1 0 0,-1-2-128,-2 0 128,0-1-384,0 5 128,-3 3-1152,1 8 128,-2-2-11391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0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15360,'10'-2'917,"-7"1"-781,0 1-1,0 0 1,0 0 0,1 0-1,-1 0 1,0 0 0,0 1-1,0 0 1,0-1-1,-1 1 1,5 1 0,23 5 710,9-5-46,68 11 0,-97-14-584,-9 1-272,-1 0-1,0 0 1,1-1 0,-1 1 0,1 0 0,-1 0 0,1 0-1,-1 0 1,1 0 0,-1 0 0,1 0 0,-1 0 0,1 0-1,-1 0 1,1 0 0,-1 0 0,1 1 0,-1-1-1,0 0 1,1 0 0,-1 0 0,1 1 0,-1-1 0,1 0-1,-1 0 1,1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1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15488,'0'0'405,"-5"5"213,2 5-388,0 1 0,1 0 0,0 0 0,0 19 0,0-2-78,-1-2-32,2-1 0,1 1-1,2-1 1,5 34 0,30 101 411,-32-115 184,-2-20-672,-2-19-1604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15488,'0'0'2133,"12"11"-811,-7-3-1245,-1 1 0,1-1 0,-1 1 0,-1 0 0,0 0 0,0 0-1,2 15 1,7 70 79,-10-76-137,-1 130 205,-2-75 21,1-73-243,0 0 0,0 0 0,0 0 1,0 1-1,0-1 0,0 0 0,0 0 0,1 0 0,-1 0 0,0 1 1,0-1-1,0 0 0,0 0 0,0 0 0,0 0 0,1 0 0,-1 0 0,0 0 1,0 1-1,0-1 0,0 0 0,1 0 0,-1 0 0,0 0 0,0 0 1,0 0-1,0 0 0,1 0 0,-1 0 0,0 0 0,0 0 0,0 0 0,1 0 1,-1 0-1,0 0 0,0 0 0,0 0 0,0 0 0,1 0 0,-1 0 0,0 0 1,0 0-1,0-1 0,0 1 0,1 0 0,-1 0 0,0 0 0,0 0 1,0 0-1,0 0 0,0-1 0,0 1 0,1 0 0,-1 0 0,0 0 0,0 0 1,0 0-1,0-1 0,11-9 43,-3 2 25,-1-2 1,0 1-1,8-14 1,9-14 159,0 5 87,-11 14-102,25-28-1,-29 35-135,-8 9-74,0 1 0,0-1 0,1 1 0,-1-1 0,0 1 0,1-1 0,-1 1-1,1 0 1,2-2 0,-4 3-3,1 0 0,-1 0 0,1 1 0,-1-1 0,0 0 0,1 0 1,-1 0-1,1 0 0,-1 1 0,1-1 0,-1 0 0,0 1 0,1-1 0,-1 0 0,0 0 0,1 1 0,-1-1 0,0 1 0,1-1 0,-1 0 0,0 1 0,0-1 0,1 1 0,-1-1 0,0 1 0,0-1 0,0 1 0,0 0 0,6 13 89,-5-7-88,0 0 1,-1 1 0,0-1 0,0 0 0,0 0 0,-1 0-1,0 0 1,0 0 0,-1 0 0,0 0 0,0 0-1,-1 0 1,1-1 0,-2 1 0,1-1 0,-1 0-1,0 0 1,0 0 0,0 0 0,-1-1 0,0 0-1,0 0 1,0 0 0,-1 0 0,0-1 0,0 0 0,-7 4-1,12-7-135,0-1 0,0 0 0,0 1-1,-1-1 1,1 1 0,0-1 0,0 0-1,0 0 1,0 0 0,0 0 0,0 0-1,0 0 1,0 0 0,-1 0 0,-1 0-1,-5-5-5061,0-13-6055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77 140 19967,'1'37'209,"0"0"1,3 1-1,0-1 0,12 39 0,4-26-29,-16-43-558,-1 1 0,1 0 0,-1-1 0,-1 1 0,0 0 0,0 1 0,0-1 0,0 12 0,-2-20 204,0 1-1,0-1 1,0 1-1,0-1 0,0 1 1,0-1-1,0 1 0,0-1 1,0 1-1,0 0 0,0-1 1,0 1-1,0-1 1,-1 1-1,1-1 0,0 1 1,0-1-1,-1 0 0,1 1 1,0-1-1,-1 1 0,1-1 1,0 1-1,-1-1 0,1 0 1,-1 1-1,1-1 1,0 0-1,-1 1 0,0-1 119,0 0-1,0 0 1,0 0-1,0 0 1,0-1-1,0 1 1,0 0-1,0 0 1,0-1-1,1 1 1,-1 0-1,0-1 1,0 1 0,0-1-1,0 0 1,-27-24 1612,14 5-663,1-1 1,2 0 0,0 0-1,-9-28 1,19 48-882,-4-12 126,0 0 0,1 0 0,0 0 1,1-1-1,1 1 0,0-1 0,1 0 0,0 1 1,1-1-1,0 0 0,2 0 0,-1 1 0,2-1 1,-1 0-1,2 1 0,0 0 0,1 0 0,0 0 1,1 1-1,0-1 0,1 1 0,13-17 0,-18 27-117,1-1-1,-1 1 0,1-1 0,0 1 0,0 0 0,0 0 1,0 1-1,1-1 0,-1 0 0,0 1 0,1 0 1,-1 0-1,1 0 0,-1 0 0,1 1 0,-1-1 0,1 1 1,-1 0-1,1 0 0,0 0 0,-1 1 0,1-1 0,-1 1 1,1 0-1,-1 0 0,1 0 0,-1 0 0,0 0 1,1 1-1,-1 0 0,0 0 0,0 0 0,0 0 0,0 0 1,-1 0-1,4 4 0,-4-3-15,0 1 1,0 1-1,-1-1 0,1 0 1,-1 0-1,0 1 0,0-1 1,0 0-1,-1 1 0,0-1 1,0 6-1,-4 46 102,2-47-85,0-1 1,0 0 0,0 0 0,-1 0-1,-1 0 1,-5 9 0,8-14-35,-2 1 1,1-1 0,0 0 0,-1 1-1,0-1 1,1-1 0,-1 1 0,0 0-1,-1-1 1,1 1 0,0-1-1,-1 0 1,1 0 0,-1 0 0,-3 1-1,6-3-244,0 0-1,0 0 1,0 0-1,1 0 1,-1 1-1,0-1 0,0 0 1,0 0-1,0-1 1,1 1-1,-1 0 1,0 0-1,0 0 0,0 0 1,1-1-1,-1 1 1,0 0-1,0-1 1,1 1-1,-1-1 0,0 1 1,1-1-1,-1 1 1,1-1-1,-1 1 1,0-1-1,1 1 0,-1-1 1,1 0-1,-1 1 1,1-1-1,0 0 1,-1 0-1,1 1 0,0-1 1,-1-1-1,-4-10-7273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17791,'0'0'128,"1"0"-65,0 0 0,0 0-1,-1 1 1,1-1 0,0 0-1,-1 0 1,1 1 0,0-1-1,-1 1 1,1-1 0,-1 1-1,1-1 1,-1 1 0,1-1-1,0 2 1,-71 72 1238,62-63-1263,1 0 0,0 1 0,1-1-1,0 1 1,1 0 0,0 1 0,1-1-1,1 1 1,0 0 0,0 0 0,1 0-1,0 20 1,2-32-32,0 0 0,0 0 0,1 1 0,-1-1 0,0 0 0,0 0 0,1 0 0,-1 0 1,1 0-1,-1 1 0,1-1 0,-1 0 0,1 0 0,0 0 0,-1 0 0,1-1 0,0 1 0,0 0 0,1 1 0,22 11 116,-3-2 19,-15-8-113,0 0-1,-1 0 1,1 0 0,1 0 0,-1-1-1,7 2 1,24 10 205,-35-13-220,0 1 1,0-1-1,0 1 0,0 0 1,-1-1-1,1 1 1,0 0-1,-1 0 0,1 1 1,-1-1-1,0 0 1,0 0-1,0 1 1,0-1-1,0 0 0,0 1 1,-1-1-1,1 6 1,1 5-25,0 1 0,-1 18-1,-1-16 47,0-8 36,1 1 1,-1-1 0,-1 0-1,0 1 1,0-1-1,0 0 1,-1 0 0,0 0-1,-1 0 1,0 0-1,0 0 1,-1-1 0,-8 14-1,10-19-37,0 1 0,0-1 0,-1 0 0,1-1 0,-1 1 0,1 0 0,-1-1 0,1 1 0,-1-1 0,0 0 0,0 0 1,0 0-1,0 0 0,0 0 0,-6 0 0,-12 0-4291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5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56 124 9856,'0'0'8447,"-4"5"-8084,-2 1-266,-22 26 266,26-29-336,0-1 1,0 1-1,1 0 1,-1-1-1,1 1 1,-1 0-1,1 0 1,0 0-1,0 0 0,0 0 1,0 3-1,1-5-18,0 0 0,0-1 0,0 1 0,0 0 0,0-1 0,0 1 0,0-1-1,0 1 1,1 0 0,-1-1 0,0 1 0,0-1 0,1 1 0,-1-1 0,0 1-1,1-1 1,-1 1 0,0-1 0,1 1 0,-1-1 0,1 1 0,-1-1 0,1 0-1,-1 1 1,1-1 0,-1 0 0,1 1 0,0-1 0,1 1 8,0-1 1,-1 0-1,1 0 1,0 1-1,0-1 1,0 0-1,0 0 1,-1-1-1,5 0 1,1 0 19,0-1 0,0-1 0,1 0 1,6-3-1,6-6 64,0 0 0,-1-1-1,27-25 1,0-7-1297,-1-2-3677,-44 47 4822,6-8-1442,1 1-1,-1 0 1,11-7 0,-20 16 1421,0 1 0,0 0 0,0-1-1,0 1 1,0 0 0,-2 6 0,-1 2 22,-153 233 6246,81-128-3240,77-115-2925,-1 0 0,0 0-1,1 0 1,-1-1 0,1 1 0,-1 0 0,1 0 0,-1 0 0,1 0 0,0 0 0,-1 0 0,1 0-1,0 0 1,0 0 0,0 0 0,0 0 0,0 0 0,0 0 0,0 0 0,0 0 0,0 0-1,0 0 1,0 0 0,1 0 0,0 2 0,0-3-7,-1 1 0,1-1 0,0 0 0,0 1 0,0-1 0,0 1 0,0-1 0,0 0 0,0 0 0,0 0 0,0 0 0,0 0 0,0 0 0,0 0 0,0 0 0,0 0 0,0 0 0,0 0 0,0-1 0,0 1 0,0 0 0,0-1 0,0 1-1,0-1 1,0 1 0,1-1 0,20-11 270,-1 0 1,-1-2-1,19-15 0,-17 12-104,46-27 1,-60 39-140,1 0 0,-2 0 0,1-1 1,9-8-1,-16 12 13,0-1-342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16256,'0'0'4181,"0"5"-3989,27 283 704,-6-178-711,-3-25 142,-18-79-295,2-1 0,-1 0 0,0 0 0,1 0 0,0 1 0,0-1 0,5 8 0,-5-13 53,-2-3-1993,-7-7-5503,0-1-1808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15744,'0'0'2709,"-1"8"-2240,-7 62 329,2-6-417,-2-1 0,-32 114 0,40-175-373,-9 18 130,9-19-134,0 0 1,0-1-1,0 1 1,-1-1-1,1 1 1,0-1-1,-1 1 1,1 0 0,0-1-1,-1 1 1,1-1-1,-1 0 1,1 1-1,-1-1 1,1 1-1,-1-1 1,1 0 0,-1 1-1,1-1 1,-1 0-1,1 0 1,-1 1-1,1-1 1,-1 0-1,0 0 1,1 0 0,-1 0-1,0 0 1,0-1 5,0-1 1,1 1-1,-1-1 1,0 1-1,1-1 1,0 1-1,-1-1 1,1 0-1,0 1 1,0-1-1,0 0 1,0 1-1,0-1 1,1-3-1,-1-1 46,6-230 477,-6 220-453,-1 6-23,1 0-1,1-1 1,0 1-1,4-20 1,-5 29-56,0 0-1,1 0 1,-1 0-1,0 0 1,1 1-1,-1-1 1,1 0 0,0 0-1,-1 0 1,1 0-1,0 1 1,-1-1 0,1 0-1,0 1 1,0-1-1,-1 0 1,1 1-1,0-1 1,0 1 0,0-1-1,0 1 1,0 0-1,0-1 1,0 1-1,0 0 1,0 0 0,0 0-1,0 0 1,0 0-1,0 0 1,0 0 0,0 0-1,0 0 1,0 0-1,0 0 1,0 0-1,0 1 1,0-1 0,1 1-1,4 1 0,-1 1 0,0-1-1,1 1 1,-1 0 0,7 6-1,8 9 1,0 1 0,-2 0-1,0 2 1,-1 0 0,16 27-1,-18-25 6,1-1 0,1-1-1,0 0 1,42 36 0,-59-56 0,1 0 0,0 0 0,0 0 0,0 0 0,0-1 0,0 1 0,0 0 0,1 0 0,-1-1 0,0 1 0,0-1 0,0 1 0,1-1 0,-1 0 0,0 1 0,0-1 0,1 0 1,-1 0-1,0 0 0,1 0 0,-1 0 0,0 0 0,1 0 0,-1 0 0,0-1 0,0 1 0,1 0 0,-1-1 0,0 1 0,0-1 0,0 0 0,1 1 0,-1-1 0,0 0 0,0 1 0,0-1 0,0 0 1,0 0-1,-1 0 0,1 0 0,0 0 0,0 0 0,0 0 0,-1 0 0,1-1 0,0 0 0,2-6 19,0 0 1,0-1-1,0 1 1,-1 0-1,1-15 1,7-115 353,-5 36-116,-4 87-156,19 73-106,-14-37 0,-2 0 0,4 35 0,-6-34 0,1-1 0,8 31 0,13 0 0,-22-47-21,-2-4-86,0 6-774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4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14464,'0'0'5119,"-1"6"-4777,-25 82 138,-16 111 0,41-193-457,1 1 0,0-1 0,0 1 0,2 11 0,1 8 224,18-44 9,2-7-135,34-51 0,-2 4 21,-52 68-131,1 0 0,-1 0-1,1 1 1,1-1 0,7-4-1,-12 7-7,1 1-1,0 0 0,-1-1 0,1 1 0,0 0 1,0-1-1,-1 1 0,1 0 0,0 0 0,0 0 1,-1 0-1,1 0 0,0 0 0,0 0 0,0 0 1,-1 0-1,1 0 0,0 0 0,1 1 0,-2-1-1,1 1 0,0-1 0,-1 1 0,1 0 0,0-1 0,-1 1 0,1 0 0,-1 0 0,1-1-1,-1 1 1,0 0 0,1 0 0,-1 0 0,0 0 0,1-1 0,-1 1 0,0 0 0,0 0 0,0 0-1,0 0 1,0 1 0,1 11 14,-1 0-1,-1 0 0,0 0 0,-1 0 0,0 0 1,-1-1-1,-1 1 0,-9 22 0,6-17 8,-1-1-1,-2 0 0,1-1 1,-2 0-1,-17 21 0,26-35-146,0 0 0,1 0-1,-1 0 1,-1 0-1,1 0 1,0-1 0,0 1-1,0-1 1,-1 1 0,-4 1-1,6-3-74,0 0-1,0 0 1,0 0-1,1 0 1,-1 0-1,0 0 1,0 0-1,0 0 1,0 0-1,1-1 1,-1 1-1,0 0 1,0 0-1,0-1 1,1 1-1,-1-1 1,0 1-1,0-1 1,1 1-1,-1-1 1,1 1-1,-1-1 1,0 0-1,1 1 1,-1-1-1,1 0 1,-1 1-1,1-1 1,0 0-1,-1 0 1,1 1-1,0-1 1,-1 0-1,1 0 1,0-1-1,-6-16-8609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50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98 14592,'0'0'661,"0"11"747,0 4-587,2 0 0,5 23 0,1 14-276,-4 12-279,-3-24 1,2-1 0,12 56-1,-18-104-258,-1 0-1,-1 0 1,1 1-1,-1 0 1,-11-14-1,6 9 14,1 0-1,-9-17 1,12 17 9,0-1 0,1 0-1,1 0 1,0 0 0,0 0 0,2-1-1,0 1 1,0-26 0,2 30-19,1 0 1,0 0-1,1 0 0,0 1 1,0-1-1,1 1 0,1-1 1,0 1-1,0 0 0,0 0 1,1 1-1,1-1 0,11-13 1,-11 15 4,-1 2 1,1-1-1,0 1 1,1 0-1,-1 0 0,12-6 1,-17 10-17,0 1 0,0-1-1,0 0 1,0 1 0,1-1 0,-1 1 0,0-1 0,0 1-1,0 0 1,1 0 0,-1-1 0,0 1 0,0 0 0,1 0-1,-1 0 1,0 0 0,1 0 0,-1 0 0,0 1 0,0-1-1,0 0 1,1 1 0,-1-1 0,0 1 0,0-1 0,0 1-1,0-1 1,0 1 0,0 0 0,0 0 0,0 0 0,0-1-1,0 1 1,0 0 0,0 0 0,0 0 0,-1 0-1,1 0 1,0 0 0,-1 1 0,1-1 0,-1 0 0,1 0-1,-1 0 1,0 1 0,0-1 0,1 0 0,-1 0 0,0 1-1,0 0 1,0 4 15,1-1-1,-1 0 0,0 1 0,-1-1 1,1 0-1,-1 0 0,0 1 0,0-1 1,-1 0-1,0 0 0,0 0 0,0 0 1,0-1-1,-1 1 0,1-1 1,-1 1-1,-1-1 0,1 0 0,-6 5 1,2-1-277,-1 0 0,-1-1 1,1-1-1,-1 1 1,-1-1-1,1-1 0,-1 0 1,-15 7-1,18-11-3160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39:51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15488,'0'0'277,"15"1"1664,-15-1-1883,1 1 1,-1 0-1,1 0 1,-1 0-1,1 0 0,-1 0 1,0 0-1,1 0 0,-1-1 1,0 1-1,0 0 1,0 0-1,0 0 0,0 0 1,0 0-1,0 0 0,0 0 1,0 0-1,0 0 0,-1 0 1,1 0-1,0 0 1,-1 0-1,1 0 0,-1 0 1,1-1-1,-1 1 0,0 1 1,-18 26 371,18-27-398,-29 36 550,-35 49 350,64-85-917,0 0 0,1 0 0,-1 0 0,0 0 0,1 0-1,-1 0 1,0 0 0,1 0 0,0 0 0,-1 1 0,1-1-1,0 0 1,-1 0 0,1 1 0,0-1 0,0 0 0,0 0 0,0 1-1,0-1 1,1 0 0,-1 0 0,1 2 0,-1-2-5,1 0 0,0 0 0,0 0 1,0 0-1,0 0 0,0-1 0,0 1 0,0 0 1,0-1-1,0 1 0,0-1 0,0 1 0,0-1 1,1 1-1,-1-1 0,0 0 0,0 0 0,2 0 1,8 1 36,0-1 1,0 0-1,21-4 1,-28 3-27,23-5 32,-19 3-23,2 0 0,-1 1-1,0 0 1,19 0 0,-27 2-27,1 0-1,-1 0 1,0 0-1,1 0 1,-1 0-1,0 1 1,1-1-1,-1 1 0,1-1 1,-1 1-1,0-1 1,0 1-1,1-1 1,-1 1-1,0 0 1,0 0-1,0 0 1,0 0-1,0 0 1,0 0-1,0 0 1,0 0-1,0 0 1,-1 0-1,1 1 1,0-1-1,-1 0 0,1 0 1,-1 1-1,1-1 1,-1 0-1,1 1 1,-1-1-1,0 1 1,0-1-1,0 0 1,0 1-1,0 2 1,-1 4 30,0 1 1,0 0-1,0-1 1,-1 1-1,-1-1 1,-4 13 0,-27 48 210,21-44-211,1-3 48,-1-2 1,-31 39-1,25-36-69,6-11 509,13-12-574,0 1 0,-1-1-1,1 0 1,0 0 0,0 0 0,0 0 0,-1 0 0,1 0-1,0 0 1,0 0 0,0 0 0,-1 0 0,1 0-1,0 0 1,0 0 0,0 0 0,-1 0 0,1 0-1,0 0 1,0 0 0,0 0 0,-1-1 0,1 1-1,0 0 1,0 0 0,0 0 0,0 0 0,-1 0-1,1 0 1,0-1 0,0 1 0,0 0 0,0 0-1,0 0 1,0 0 0,-1 0 0,1-1 0,0 1-1,-3-30-8844,3 27 7915,0-18-5907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22143,'0'0'512,"1"6"-405,20 97 94,7 47-18,-8 62-107,-14-119 35,36 178 1,-38-253-65,0 1-1,-1 0 1,-1 0 0,0 29 0,-1-48 52,-1 1-99,1-1 1,-1 0-1,0 0 0,0 0 0,0 0 0,0 0 0,1 0 0,-1 0 0,0 1 0,0-1 1,0 0-1,1 0 0,-1 0 0,0 0 0,0 0 0,0 0 0,1 0 0,-1 0 1,0 0-1,0 0 0,0 0 0,1 0 0,-1 0 0,0 0 0,0 0 0,0-1 0,0 1 1,1 0-1,-1 0 0,0 0 0,0 0 0,0 0 0,0 0 0,1 0 0,-1-1 1,0 1-1,0 0 0,0 0 0,0 0 0,0 0 0,1-1 0,-1 1 0,0 0 0,0 0 1,0 0-1,0 0 0,0-1 0,0 1 0,0 0 0,0 0 0,0 0 0,0-1 1,0 1-1,0 0 0,0 0 0,0 0 0,0-1 0,0 1 0,0 0 0,0 0 0,0 0 1,0-1-1,0 1 0,-1 0 0,-2-11-1377,-10-7-8190,6 8 4618,-2-5 1152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17 196 16384,'0'0'639,"-4"7"236,0 7-383,2-11-405,1 1 0,-1 0 0,1-1 0,1 1 0,-1 0 0,0 0 0,1 0 0,0 0 0,0 0 0,0 0 0,1 5 0,1 2 84,1 0 0,0-1 1,1 1-1,0-1 0,9 15 0,-12-22-115,1 0 0,0-1-1,0 1 1,0-1 0,0 0 0,0 0 0,0 0-1,0 0 1,1 0 0,-1 0 0,4 1 0,-4-2-32,-1-1-1,1 1 1,0-1 0,0 1 0,-1-1 0,1 0 0,0 0-1,0 0 1,-1 0 0,1 0 0,0 0 0,0 0 0,-1 0-1,1-1 1,0 1 0,0-1 0,-1 1 0,1-1 0,-1 0-1,4-1 1,5-6 25,0-1-1,0 1 0,-1-2 0,0 1 1,-1-1-1,0-1 0,13-20 0,-3 4-28,25-34 124,-19 24-84,2 1 0,1 1 0,41-40 0,-60 72-767,-8 11-1062,-8 11-2923,-3 3-1175,-1-2 705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4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15872,'0'0'4479,"5"5"-4372,4 4-62,0 0 0,-1 1 0,0 0 0,-1 0 0,0 0 0,-1 1 0,0 0 0,4 12 0,7 18 110,-9-21 42,0 1 1,7 33-1,-10-24-78,-4-20-66,0-1 0,1 0 0,0 0 0,5 15 0,-6-21-39,11 29-17,-11-30 13,0 0 0,-1 1-1,1-1 1,-1 0 0,0 0 0,0 0 0,0 0 0,0 0 0,0 0 0,0 0 0,0 0 0,-1 1-1,0 1 1,-2-44 737,2 27-738,2 1-1,0 0 1,0 0 0,1 0 0,0 0 0,1 0-1,1 0 1,9-22 0,2 4 154,37-56 0,-52 86-163,0 0 0,1 0 0,-1-1 0,0 1 0,0 0 0,0 0 0,1-1 0,-1 1 0,0 0 0,0 0 0,1 0 0,-1-1 0,0 1 0,0 0 0,1 0 0,-1 0 0,0 0 0,1 0 0,-1 0 0,0 0 0,0 0 0,1-1 0,-1 1 0,0 0 0,1 0 0,-1 0 0,0 1 0,1-1 0,-1 0 0,0 0 0,1 0 0,-1 0 0,0 0 0,0 0 0,1 0 0,-1 0 0,0 1 0,1-1 0,-1 0 0,0 0 0,0 0 0,0 0 0,1 1 0,-1-1 0,0 1 0,9 10 0,-8-9 0,8 14 0,0 0 0,-1 1 0,-1 0 0,0 1 0,4 22 0,-1-7 0,-3-14-26,-4-14-98,-1 1 0,-1-1-1,1 0 1,-1 0 0,0 1 0,1 9-1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5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14208,'6'0'682,"-2"-1"-528,0 1-1,0 0 1,0 0-1,0 0 1,-1 1-1,1 0 1,0-1-1,0 1 1,-1 0-1,1 1 1,0-1-1,-1 1 1,0 0-1,1 0 0,-1 0 1,0 0-1,0 0 1,0 1-1,3 3 1,-2-3-96,-1 0 0,1 0-1,-1 1 1,0 0 0,-1-1 0,1 1 0,-1 0 0,1 0 0,-1 1-1,0-1 1,-1 0 0,1 1 0,-1-1 0,0 1 0,0 0 0,0 4-1,0-7-27,-1 1-1,0-1 0,0 0 0,0 0 1,0 0-1,0 0 0,-1 1 0,1-1 1,-1 0-1,1 0 0,-1 0 1,0 0-1,0 0 0,0 0 0,0 0 1,0 0-1,0-1 0,0 1 0,-1 0 1,1 0-1,-1-1 0,1 1 0,-1-1 1,1 0-1,-1 1 0,0-1 0,0 0 1,0 0-1,0 0 0,0 0 0,0 0 1,0-1-1,0 1 0,-2 0 0,0 0 77,-1 0 0,1 0 0,0-1-1,-1 1 1,1-1 0,0 0 0,-1 0-1,-4-1 1,8 0-89,-1 1 1,1-1-1,-1 1 1,0-1-1,1 0 0,0 0 1,-1 1-1,1-1 1,0 0-1,-1 0 0,1 0 1,0-1-1,0 1 1,0 0-1,0 0 0,0-1 1,0 1-1,0-1 1,0 1-1,1 0 0,-1-1 1,0 1-1,1-1 1,-1-2-1,0-1 27,1 1 0,-1-1-1,1 0 1,0 1 0,1-1 0,-1 1 0,1-1 0,0 1-1,0 0 1,0-1 0,1 1 0,-1 0 0,1 0-1,0-1 1,4-5 0,-3 6-145,-1 0-1,1 1 1,0-1 0,0 1-1,1 0 1,-1-1-1,4-1 1,-4 3-307,-1 1-1,0-1 1,1 1 0,-1 0-1,1 0 1,-1 0 0,1 0-1,-1 0 1,1 1 0,0-1-1,-1 1 1,4-1 0,9 1-10152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5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12 15872,'0'0'1813,"-3"8"-1472,-6 17-167,2 0 1,0 1-1,2 0 0,1 0 0,-2 53 0,6-78-164,0 0-1,0 0 1,0 0-1,0 0 1,0 0 0,0 0-1,0 0 1,1 0-1,-1 0 1,0 0-1,1 0 1,-1 0-1,0 0 1,1 0-1,0 0 1,-1 0-1,1 0 1,-1 0-1,1-1 1,1 2-1,-1-1 0,0-1-1,-1 0 1,1 0 0,0 0-1,0 0 1,-1 0 0,1 0-1,0 0 1,0 0 0,-1 0-1,1 0 1,0 0-1,-1 0 1,1 0 0,0-1-1,0 1 1,-1 0 0,1-1-1,0 1 1,-1 0 0,2-2-1,2-1 23,0 0 1,-1 0-1,1 0 0,-1-1 1,1 0-1,-1 0 0,3-4 0,2-7 74,0 1-1,-1-1 0,-1 0 0,6-20 0,-10 29-46,-1 0 0,1 0-1,-1 0 1,-1 0 0,1 0 0,-1 0-1,0 0 1,-1 0 0,1 0-1,-1 0 1,0 0 0,-1 0 0,1 0-1,-5-9 1,6 15-53,-1-1 0,1 1 0,-1-1 1,1 1-1,-1 0 0,0-1 0,1 1 0,-1 0 0,1-1 0,-1 1 1,1 0-1,-1 0 0,0 0 0,1-1 0,-1 1 0,0 0 0,1 0 1,-1 0-1,0 0 0,1 0 0,-1 0 0,0 0 0,1 1 0,-1-1 0,1 0 1,-2 0-1,-21 7 23,15-5-88,8-1 197,-12 2 877,0-2-6379,18-15-6741,9-1 10549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6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57 16895,'-1'-2'150,"-1"-12"127,3 12-154,-2-1 1,1 0-1,0 0 1,0 0-1,-1 1 0,0-1 1,1 0-1,-1 0 1,0 1-1,-1-1 1,1 1-1,0-1 1,-3-3-1,3 6-99,1 0-1,0 0 1,-1 0 0,1 1-1,-1-1 1,1 0 0,0 0-1,-1 0 1,1 0 0,-1 0-1,1 1 1,0-1 0,-1 0-1,1 0 1,0 1 0,-1-1-1,1 0 1,0 1 0,0-1 0,-1 0-1,1 1 1,0-1 0,0 0-1,0 1 1,-1-1 0,1 0-1,0 1 1,0-1 0,0 1-1,0-1 1,0 0 0,0 1-1,0 0 1,-6 17 238,-4 37 150,4 0 0,-1 106 1,6-87-264,-2 36-71,-24 347 314,20-393-3603,-1 9-3818,5-53 32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14720,'0'0'256,"0"-6"128,0-3 0,0 3 128,2 1 127,2-1 1,1 2 0,10-3 0,2-6-384,8-2 0,1-6-256,2 4 0,-1-4-2048,-7 6 129,1 0-8705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7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17919,'0'0'278,"-1"5"-65,-17 118 438,-5 235-1,23-350-625,0 4 157,1-16 81,1-34 142,-1 27-364,0 1 0,1-1 0,1 1 0,0-1-1,0 1 1,1 0 0,0 1 0,1-1 0,0 1 0,1 0 0,-1 0 0,12-12-1,-13 17-34,0-1-1,0 2 0,0-1 0,1 0 0,-1 1 1,1 0-1,0 0 0,0 0 0,0 1 0,0-1 1,1 1-1,-1 1 0,1-1 0,-1 1 0,1 0 1,0 0-1,-1 0 0,1 1 0,0 0 0,0 0 1,-1 1-1,1-1 0,0 1 0,9 3 0,-13-3-4,1-1-1,0 1 0,0 1 1,0-1-1,0 0 0,-1 1 0,1-1 1,-1 1-1,1 0 0,-1 0 1,0 0-1,0 0 0,0 0 1,0 0-1,0 1 0,0-1 1,2 5-1,-2-3-1,-1 0-1,1 0 1,-1 0 0,0 1 0,0-1-1,-1 0 1,1 1 0,-1-1 0,0 0-1,-1 9 1,-1-1 16,0 0-1,-1 0 0,-1 0 1,0-1-1,0 1 0,-1-1 1,-12 19-1,2-7-3,-25 29-1,32-43-6,0 0-1,-1-1 1,0 0 0,0 0-1,-19 11 1,28-19-21,0 1 0,-1-1 0,1 0 0,0 0 0,0 0 0,-1 0 0,1 0 0,0 0 0,-1 1 0,1-1 0,0 0 0,-1 0 0,1 0 0,0 0 0,-1 0 0,1 0 0,0 0 0,-1 0 1,1-1-1,0 1 0,-1 0 0,1 0 0,0 0 0,0 0 0,-1 0 0,1 0 0,0-1 0,0 1 0,-1 0 0,1 0 0,0 0 0,0-1 0,-1 1 0,1-1 0,-5-13-1725,4-19-3879,13-11-758,3 1 3158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14208,'6'10'1344,"2"1"-986,0 0 0,-1 0 1,0 1-1,-1 0 0,-1 0 1,0 0-1,0 1 1,-2-1-1,1 1 0,-1 0 1,1 23-1,-2-9-407,-2 0-1,-1 0 1,-1 0-1,-9 45 1,17-129-12047,0 21 8299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7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68 5760,'0'0'2816,"-15"-15"0,-9-11-1536,9 11 0,0 7-640,0 4 128,3 10-640,3 7 128,-1 8-128,10 1 0,10 8-768,9-9 128,-2 0-10112</inkml:trace>
  <inkml:trace contextRef="#ctx0" brushRef="#br0" timeOffset="1">327 21 14464,'0'0'384,"12"32"128,6 24 767,-3-3 129,1 7-1152,-5-4 128,0-1-256,-3-5 128,-8 1-128,1-4 0,3-4-128,-2-11 0,-2-8-1664,0-14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31 342 8192,'0'0'789,"-30"-12"7019,30 10-7703,1 0 0,-1 0 1,1 1-1,0-1 0,0 0 0,0 1 1,0-1-1,0 0 0,0 1 0,0-1 1,0 1-1,0-1 0,1 1 0,2-2 1,-3 2-64,97-83 728,-24 22-623,-24 16-1941,17-26-8145,-34 34 6057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13 14976,'0'0'1173,"3"-12"2411,-10 23-3415,1 0 0,1 0 1,0 1-1,0 0 1,1 0-1,-3 14 0,-5 13 32,-24 64 120,3-15-87,-35 155 1,58-186-127,-4 66-1,13-104-136,1 0-1,0-1 1,2 1-1,0 0 0,1 0 1,1-1-1,9 28 0,-9-32-1752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18431,'0'0'918,"-7"7"-705,-14 14-35,1 2 0,-30 42-1,50-64-174,-15 21 139,-16 35 1,28-50-121,0 1 1,1 0 0,-1-1-1,1 1 1,1 0-1,-1 0 1,2 0-1,-1 14 1,1-20-16,0-1 0,0 1 1,1-1-1,-1 1 0,0-1 0,1 1 0,-1-1 1,1 1-1,0-1 0,-1 1 0,1-1 0,0 0 1,0 1-1,0-1 0,0 0 0,0 0 0,0 0 1,0 0-1,0 0 0,1 0 0,-1 0 0,0 0 1,0 0-1,1-1 0,-1 1 0,1 0 0,-1-1 1,1 1-1,-1-1 0,1 0 0,-1 0 0,3 1 0,6 0 31,0-1 0,-1 0 1,1 0-1,12-2 0,-6 0-39,6 0 73,0 2 0,0 0 0,0 1 0,42 9 0,-53-8-44,-1 1 0,0 0 0,-1 1 0,1 0 0,-1 1 0,1 0 0,-2 0 0,1 1 1,0 0-1,-1 0 0,0 1 0,12 13 0,-19-18-20,0-1-1,0 0 1,0 1-1,1-1 1,-1 1-1,-1 0 1,1-1-1,0 1 1,0 0-1,-1-1 1,1 1 0,0 0-1,-1 0 1,0-1-1,1 1 1,-1 0-1,0 0 1,0 0-1,0 0 1,0 0-1,-1 2 1,0-1 4,0-1 0,0 1 0,-1-1 0,1 0 1,0 0-1,-1 0 0,0 0 0,1 0 0,-1 0 0,0 0 0,0 0 0,0 0 1,-3 1-1,-4 2 31,1 0 1,-1-1-1,0 0 1,0 0-1,0-1 1,-18 4-1,17-6-189,-18 4-233,7-4-3768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29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17791,'0'0'278,"8"17"959,-8-13-1105,1 8 265,0 0 1,7 23-1,-8-32-366,1-1 0,0 1 0,0-1 0,0 1 0,0-1-1,0 0 1,1 1 0,-1-1 0,1 0 0,-1 0 0,1 0 0,0 0-1,0 0 1,0 0 0,0-1 0,0 1 0,0-1 0,1 1-1,4 1 1,-3-1-7,0-1 0,0 0 0,0 0 0,0 0 0,1 0 0,-1-1 0,0 0 0,1 0 0,-1 0 0,0 0 0,1-1 0,-1 0 0,0 0 0,0 0 0,7-2 0,-5 0-9,-1-1 0,1 1 0,-1-1 0,0 0 0,0-1 0,0 1 0,0-1 0,-1 0 0,6-8 0,23-38 122,-30 46-110,0 0 1,-1-1-1,0 1 1,0 0-1,0-1 0,-1 1 1,0-1-1,1-9 1,-2 15-25,0 0 0,0-1 0,0 1 0,1 0 0,-1-1 0,0 1 0,-1 0 1,1-1-1,0 1 0,0 0 0,0-1 0,0 1 0,0 0 0,0-1 0,0 1 0,0 0 0,-1-1 1,1 1-1,0 0 0,0-1 0,0 1 0,-1 0 0,1 0 0,0-1 0,0 1 0,-1 0 1,1 0-1,0 0 0,-1-1 0,1 1 0,-1 0 0,-10 3 15,-9 13 78,18-13-93,0 1 1,0-1-1,0 1 1,0-1-1,1 1 1,-1-1-1,1 1 0,0 0 1,0 0-1,0 0 1,1 0-1,-1 0 0,1 0 1,0-1-1,0 1 1,0 0-1,1 0 1,-1 0-1,3 7 0,2 8 20,1-1-1,17 34 0,-4-6-8,-15-35-8,-1 0-1,-1 0 0,0 0 1,0 0-1,-1 0 0,-1 0 1,0 1-1,0-1 0,-1 0 1,0 1-1,-5 14 0,0-4 8,-1-1 0,-1 0 0,-1 0 0,-20 32-1,28-50 3,-1-1 0,1 0 0,-1 1 0,0-1 0,0 0 0,0 0 1,0 0-1,0 0 0,0 0 0,-3 1 0,4-2-11,1-1 1,-1 0 0,0 0 0,1 1 0,-1-1 0,0 0-1,0 0 1,1 0 0,-1 0 0,0 0 0,0 0-1,1 0 1,-1 0 0,0 0 0,0 0 0,1-1-1,-1 1 1,0 0 0,1 0 0,-1-1 0,0 1 0,1-1-1,-1 1 1,0 0 0,1-1 0,-1 1 0,1-1-1,-1 1 1,1-1 0,-1 0 0,1 1 0,-1-1-1,1 1 1,0-1 0,-1 0 0,1 1 0,0-1 0,-1 0-1,1 0 1,0 0 0,-3-6 35,1 0 0,0 0 0,0 0 1,1 0-1,-1 0 0,2-1 0,-1 1 0,1 0 0,0 0 1,1-1-1,-1 1 0,1 0 0,1 0 0,-1 0 0,1-1 1,1 2-1,-1-1 0,7-11 0,-1 2-490,1 0 1,15-21-1,24-22-6942,-33 42-2400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16128,'0'0'4863,"1"6"-4628,6 19-91,2 0-1,0 0 1,14 23-1,10 28 72,-27-62-193,-5-10-10,1-1-1,-1 0 1,0 1 0,0 0 0,0-1 0,0 1 0,0 0-1,-1 4 1,10-44 116,-6 17-128,-3 6 0,2 0 0,-1 1 0,2-1 0,0 1 0,0-1 0,1 1 0,0 1 0,1-1 0,13-18 0,-19 29 2,1 0-1,0 0 1,0 0-1,0 0 1,-1 0-1,1 0 1,0 0 0,0 0-1,0 1 1,0-1-1,1 0 1,-1 0-1,0 1 1,0-1-1,0 1 1,1-1-1,-1 1 1,0 0-1,0-1 1,1 1-1,-1 0 1,0 0-1,1 0 1,-1 0-1,0 0 1,0 0 0,1 0-1,-1 1 1,0-1-1,1 0 1,-1 1-1,0-1 1,0 1-1,0-1 1,1 1-1,-1-1 1,0 1-1,0 0 1,0 0-1,0 0 1,0-1-1,0 1 1,1 2-1,5 5 17,-1 1-1,1 0 0,-2 0 0,8 15 0,-3-5-42,7-62 25,-16 40 4,1 0-1,-1 0 1,0 0-1,1 0 1,0 0-1,-1 0 1,1 1-1,0-1 0,1 0 1,-1 1-1,0 0 1,4-3-1,-4 4-26,-1 0 0,1 0 0,0 0-1,0 1 1,-1-1 0,1 0 0,0 1 0,0 0-1,0-1 1,0 1 0,0 0 0,0 0 0,-1 0-1,1 0 1,0 0 0,0 1 0,0-1 0,0 0-1,0 1 1,-1 0 0,1-1 0,0 1 0,2 1-1,16 6-2256,2-7-3887,-7-3-2409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1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16128,'0'0'277,"16"-11"1685,-15 11-1911,0 0-1,0 0 0,0 0 0,0 0 0,0 0 0,0 0 1,0 0-1,0 0 0,0 1 0,0-1 0,0 0 1,0 1-1,0-1 0,0 0 0,-1 1 0,1 0 0,0-1 1,0 1-1,0-1 0,1 2 0,0 1 30,0 0 0,0-1-1,0 1 1,0 0 0,0 0 0,1 5-1,2 5 74,-1-1-1,4 19 0,-8-28-109,6 22 37,-2 1 0,-1 0 0,0 0 0,-3 0 0,0 0 0,-1 1 0,-8 40 0,12-93-68,-2 14 4,1 0 1,0 1 0,6-20 0,-7 27-14,0 1 1,1-1 0,-1 1 0,1 0 0,0-1 0,0 1 0,0 0 0,1 0 0,-1 1 0,1-1 0,-1 0 0,1 1 0,0 0 0,0-1 0,0 1 0,0 0 0,5-2 0,-4 3 23,-1-1 1,1 1-1,0 0 1,-1 0-1,1 0 1,0 0-1,0 1 0,0-1 1,0 1-1,-1 0 1,1 0-1,0 1 1,0-1-1,0 1 1,0 0-1,7 2 1,-9-1-11,1-1 1,0 1-1,-1 0 1,1 0 0,-1 0-1,0 0 1,0 0-1,1 0 1,-1 1-1,-1-1 1,1 1-1,0-1 1,-1 1 0,1 0-1,-1 0 1,0-1-1,0 1 1,0 0-1,0 0 1,0 0-1,0 5 1,-1 2-91,1 0 0,-2-1 1,1 1-1,-2 0 0,1 0 0,-1-1 1,0 1-1,-1-1 0,0 0 0,-1 0 0,0 0 1,0 0-1,-1-1 0,0 1 0,-1-1 0,-9 11 1,15-19-82,-1 0 0,1 1 1,0-1-1,-1 1 1,1-1-1,-1 0 0,1 1 1,-1-1-1,0 0 0,1 1 1,-1-1-1,1 0 0,-1 0 1,1 0-1,-1 1 1,0-1-1,1 0 0,-1 0 1,1 0-1,-1 0 0,0 0 1,1 0-1,-1 0 0,1 0 1,-1 0-1,0-1 1,1 1-1,-1 0 0,1 0 1,-1-1-1,1 1 0,-1 0 1,1 0-1,-1-1 1,1 1-1,-1-1 0,1 1 1,-1 0-1,1-1 0,-1 1 1,1-1-1,-3-1-625,-12-9-7882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16128,'-1'16'1791,"-21"77"67,12-58-1496,-8 58 0,18-88-327,-1-1 0,1 1 0,0 0 0,1-1 0,-1 1 0,1 0 0,0-1 0,0 1 0,0-1 0,1 0 0,0 1 0,2 3 0,-3-6-24,0-1 0,-1 0 0,2 1 0,-1-1 0,0 0 0,0 0 0,0 0 0,0 0 0,1 0 0,-1 0 0,0 0 0,1-1 0,-1 1 0,1 0 0,-1-1 0,1 1 0,-1-1 0,1 1 0,0-1 1,-1 0-1,1 0 0,-1 0 0,1 0 0,0 0 0,-1 0 0,1 0 0,0 0 0,-1-1 0,1 1 0,-1 0 0,1-1 0,-1 0 0,1 1 0,-1-1 0,1 0 0,-1 0 0,2-1 0,10-7 69,0-1-1,-2 0 1,1 0-1,-1-1 1,0-1-1,-1 0 1,-1 0-1,0-1 1,-1 0-1,13-26 1,-19 35-59,-1 0 1,0 0-1,1 0 0,-1 0 1,-1 0-1,1 0 0,0-1 1,-1 1-1,0 0 0,-1-8 1,1 12-138,0-1 0,0 1 0,0-1 1,0 0-1,0 1 0,0-1 0,-1 1 0,1-1 1,0 1-1,0-1 0,0 1 0,-1 0 1,1-1-1,0 1 0,-1-1 0,1 1 0,0-1 1,-1 1-1,1 0 0,-1-1 0,0 1 1,-12 0-7969,10 0 5915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59 461 15104,'9'-4'1237,"-3"1"-994,0 1 0,-1-2 0,1 1 0,-1 0-1,0-1 1,0 0 0,0 0 0,-1-1 0,1 1 0,-1-1 0,0 0 0,0 0 0,5-10 0,3-8 2,-1 0 0,9-27 0,-13 31-93,-3 11-99,-1 0 1,-1-1 0,1 1 0,-2-1 0,1 1-1,-1-1 1,0 0 0,-1 0 0,0 1 0,-1-11-1,-1 11-6,1 1 0,-2-1 0,1 1-1,-1 0 1,0-1 0,-1 2-1,1-1 1,-1 0 0,-1 1-1,1-1 1,-10-8 0,2 3 47,0 0-1,-1 1 1,-1 0 0,-18-11 0,30 21-90,0 0 0,1 0 0,-1-1 0,0 1 0,0 1 0,0-1-1,0 0 1,0 0 0,0 1 0,0-1 0,0 1 0,0 0 0,0-1 0,0 1 0,0 0 0,0 0 0,0 0 0,0 1 0,0-1 0,0 0 0,0 1-1,0 0 1,0-1 0,0 1 0,0 0 0,0 0 0,0 0 0,0 0 0,1 0 0,-1 0 0,0 1 0,1-1 0,-1 1 0,1-1 0,0 1-1,-1-1 1,-1 3 0,3-2-4,-1 0 0,0 0 0,1 0 0,0 1 0,-1-1 0,1 0 0,0 0 0,0 0 0,0 0 0,0 0 0,0 0 0,1 0 0,-1 0 0,1 0 0,-1 0 0,1 0 0,0 0 0,0 0 0,1 3 0,27 38 0,-22-33 0,20 23-172,36 36 0,-22-27-2918,-9-6-9987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21631,'0'0'128,"5"8"22,50 81 202,-4 3 0,-5 3 0,51 142 0,42 260-18,-36 18-50,-39-178-55,-40-235-98,48 127 0,17-17-24,-1-3 85,-78-177-128,-8-24-27,0 1 0,1-1 1,6 12-1,-5-14-58,-20-31-8363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2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17 201 19199,'0'0'256,"-2"2"22,1-1-189,-1 1 1,1-1 0,0 1 0,0 0-1,0-1 1,-1 1 0,2 0-1,-1 0 1,0 0 0,0 0-1,1 0 1,-1 0 0,1 0-1,-1 0 1,1 0 0,0 0 0,0 4-1,0-1-12,1-1 0,0 0 1,0 1-1,0-1 0,1 0 0,-1 0 0,1 0 0,3 5 0,4 6 3,2 0 0,-1-1-1,17 16 1,-23-25-41,29 29 96,2-1 1,69 52-1,-98-80-110,1 0 1,0-1 0,0 0-1,0 0 1,0-1-1,0 0 1,9 2 0,-13-4-14,0 0 1,0-1-1,0 0 0,-1 0 1,1 0-1,0 0 1,0 0-1,0-1 0,0 1 1,0-1-1,0 0 1,-1 0-1,1 0 1,0 0-1,0 0 0,-1-1 1,1 1-1,-1-1 1,0 0-1,1 1 0,-1-1 1,3-3-1,5-6 61,-1 0 0,0 0 0,0-1 0,12-24-1,24-58 273,-29 57-264,117-273-487,-131 305-3071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19071,'0'0'384,"5"6"-256,6 10-55,0 0 0,-2 0-1,0 1 1,-1 0 0,-1 1-1,7 23 1,27 124 482,-19-69-232,-12-59-78,19 49 1,-29-86-302,0 1 0,0-1 0,0 0 0,0 1 0,0-1 0,1 0 0,-1 1 0,0-1 0,0 1 0,0-1 0,0 0 0,1 1 0,-1-1 0,0 0 0,0 1 0,1-1 0,-1 0 0,0 0 0,0 1 0,1-1 0,-1 0 0,0 0 1,1 1-1,-1-1 0,0 0 0,1 0 0,-1 0 0,1 0 0,-1 0 0,0 0 0,1 1 0,-1-1 0,1 0 0,-1 0 0,0 0 0,1 0 0,-1 0 0,1 0 0,-1-1 0,0 1 0,1 0 0,-1 0 0,0 0 0,1 0 0,-1 0 0,1 0 0,-1-1 0,0 1 0,1 0 1,-1 0-1,0-1 0,0 1 0,1 0 0,-1 0 0,0-1 0,1 1 0,14-23-6092,-14 21 5395,10-19-6009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3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14976,'0'0'512,"-1"21"4053,-4 15-3712,2 1 0,2 37 1,1-69-837,0-1 0,1 1 1,-1 0-1,1-1 0,0 0 1,0 1-1,1-1 0,-1 0 1,1 1-1,4 6 0,-6-11-9,1 1 0,-1 0 0,1 0 0,0 0 0,-1-1 0,1 1-1,0 0 1,0-1 0,0 1 0,-1-1 0,1 1 0,0-1-1,0 1 1,0-1 0,0 1 0,0-1 0,0 0 0,0 0 0,0 0-1,2 1 1,-1-2 3,0 1 0,0 0 1,-1-1-1,1 0 0,0 1 0,0-1 0,0 0 0,-1 0 0,1 0 0,0 0 0,-1 0 1,1 0-1,-1 0 0,0-1 0,3-1 0,2-5 18,1 1 0,-1-1 0,-1 0 0,1-1 0,7-16 0,-11 21-5,0 0-1,-1 0 1,1 0 0,-1 0 0,0-1 0,0 1-1,0-1 1,-1 1 0,1 0 0,-1-1 0,0 1-1,0-1 1,-1 1 0,1-1 0,-3-8 0,2 12-19,1 0-1,-1 0 1,0-1 0,0 1 0,0 0 0,0 0 0,0 0 0,0 0 0,0 0 0,0 0 0,0 0 0,0 0-1,0 1 1,-1-1 0,1 0 0,0 1 0,0-1 0,-2 0 0,-1 0-1,0 0 0,0 0 1,-1 1-1,1-1 0,0 1 0,-5 0 0,-7 2-77,1 0 0,-22 6-1,33-7 22,-19 6-487,-1-1-1902,7-4-3602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4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15104,'0'3'1173,"0"16"21,-1 63 1651,0-42-2578,-1 1 1,-15 68 0,12-84-268,2-8 0,-1-1 0,0 0 0,-1 0 0,-1-1 0,-12 26 0,17-40 1,1 0-1,-1 0 1,0 0-1,0 0 1,1 0-1,-1 0 1,0 0-1,0 0 1,0 0-1,0 0 1,0-1-1,0 1 1,0 0-1,0-1 1,-2 2-1,2-2 1,0 0 0,1 0 0,-1 0 0,1 0 0,-1 0 0,1 0 0,-1 0 0,0 0 0,1-1 0,-1 1 0,1 0 0,-1 0 0,1 0 0,-1-1 0,1 1 0,-1 0 0,1-1 0,-1 1 0,1 0 0,-1-1 0,1 1 0,0-1 0,-1 0 0,-1-2 7,0 1 0,1-1 0,-1 0 0,1 0 0,0 0 0,0 0 0,0 0 0,0 0 0,0 0 0,1-1 0,-1-2 0,1-17 90,1 1 1,0 0-1,2 0 0,0 0 0,1 0 0,2 0 0,0 1 0,1 0 1,11-20-1,-16 36-85,0 1 0,0 0 0,1 0 0,-1 0 0,1 0 0,0 1 1,0-1-1,7-5 0,-9 8-8,1 1 1,-1-1-1,1 0 1,-1 0-1,1 0 1,-1 1-1,1-1 1,-1 1-1,1-1 1,0 1-1,-1 0 1,1 0-1,0 0 1,-1-1-1,1 2 1,0-1-1,-1 0 1,1 0-1,0 0 1,-1 1-1,1-1 1,-1 1-1,1-1 1,0 1-1,-1 0 0,1 0 1,-1-1-1,2 3 1,7 5 15,-1 0 0,-1 1 0,0 0 0,0 0 0,-1 1 0,0 0 0,0 0 0,-1 0 0,5 14 0,4 3 25,8 15-21,-3 1 0,-1 1 0,-3 0 0,-1 1 0,9 52 0,-16-57-6,-2 1-1,-2-1 0,-1 1 0,-3 0 0,-1 0 0,-8 50 0,2-61 144,6-28-128,1-1 1,0 0-1,-1 1 0,0-1 1,1 0-1,-1 1 1,0-1-1,0 0 1,1 1-1,-1-1 0,0 0 1,0 0-1,0 0 1,-1 0-1,1 0 1,-2 1-1,2-2-24,0 0-1,0 0 1,0-1-1,0 1 1,0-1 0,0 1-1,1 0 1,-1-1 0,0 0-1,0 1 1,0-1 0,1 1-1,-1-1 1,0 0-1,1 1 1,-1-1 0,1 0-1,-1 0 1,1 0 0,-1 1-1,1-1 1,-1 0-1,1 0 1,-1-1 0,-1-2 26,-3-5-11,1 0-1,0-1 1,0 1 0,1-1-1,0 0 1,0 0-1,2 0 1,-1-1 0,1 1-1,0 0 1,1-1-1,0 1 1,1 0-1,3-15 1,0 2-65,2 0 0,1 0 0,1 0 0,0 1-1,14-25 1,-17 39-349,0 0-1,0 0 1,0 1-1,11-11 1,12-10-4723,-26 27 4662,19-20-10472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8 160 18431,'0'0'406,"0"1"-355,-1-1 0,1 0 1,0 0-1,0 0 0,0 0 0,-1 0 1,1 0-1,0 0 0,0 0 1,0 0-1,0 0 0,-1 0 1,1 0-1,0 0 0,0 0 0,0 0 1,-1 0-1,1 0 0,0 0 1,0 0-1,0 0 0,-1 0 0,1 0 1,0 0-1,0 0 0,0 0 1,0 0-1,-1 0 0,1-1 0,0 1 1,0 0-1,0 0 0,0 0 1,0 0-1,-1 0 0,1-1 0,0 1 1,0 0-1,0 0 0,0 0 1,0 0-1,0-1 0,0 1 0,0 0 1,0 0-1,-1-1 0,3-4 82,0 0-1,0 0 1,0 0-1,0 0 1,1 1 0,-1-1-1,1 1 1,1-1-1,6-6 1,6-11 163,-13 17-248,2-3-9,0 1 1,0-1 0,1 1-1,0-1 1,0 2 0,1-1 0,0 1-1,12-9 1,-18 15-35,0-1-1,0 1 1,-1-1-1,1 1 1,1 0-1,-1-1 1,0 1-1,0 0 1,0 0-1,0 0 1,0 0 0,0 0-1,0 0 1,0 0-1,0 0 1,0 0-1,0 1 1,0-1-1,0 0 1,0 1 0,0-1-1,0 0 1,0 1-1,0 0 1,0-1-1,0 1 1,-1-1-1,1 1 1,0 0 0,0 0-1,-1-1 1,1 1-1,0 0 1,-1 0-1,1 0 1,-1 0-1,1 0 1,-1 0 0,1 0-1,-1 0 1,1 1-1,1 5 18,0 0-1,0-1 1,-1 1-1,2 13 1,-3-4-3,0-1 1,0 1 0,-2-1 0,0 1 0,-6 22 0,-27 74 91,28-91-107,-8 14 10,12-28 0,-1 0 1,1 0-1,0 0 0,1 0 0,0 1 1,0-1-1,-1 16 0,3-23-8,0 1 0,0-1 0,0 1-1,0-1 1,0 1 0,0-1 0,0 1 0,0-1-1,0 1 1,0-1 0,1 1 0,-1-1 0,0 1-1,0-1 1,0 1 0,1-1 0,-1 1 0,0-1-1,1 0 1,-1 1 0,0-1 0,1 1 0,-1-1-1,0 0 1,1 1 0,-1-1 0,1 0 0,-1 1-1,1-1 1,0 0 0,0 0 0,0 1 0,0-1 0,1 0 0,-1-1 0,0 1 0,0 0 1,1 0-1,-1 0 0,0-1 0,0 1 0,0-1 0,2 0 0,3-2 15,-1 0 0,1 0-1,-1-1 1,7-6 0,-1 0 6,-1-1-1,0 0 1,-1 0 0,0-1 0,-1 0-1,7-14 1,-11 17-1876,0 0-1,-1 0 1,3-12-1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5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1 292 21119,'0'0'406,"1"2"-22,13 23-4,-1 0 1,-1 0-1,-2 2 0,-1-1 1,12 53-1,-16-48-339,-2 0 1,-1 60-1,-2-69-37,0-22-4,0 0 0,0 0 0,0 0 0,0 0 0,0 0 0,0 0 0,0 0 0,0 0 0,0 0 0,-1 0 0,1 0 0,0 0 0,0 0 0,0 0 0,0 0 0,0 0 0,0 0 0,0 0 0,0 0 0,0 0 0,0 0 0,0 0 0,0 0 0,0 0 0,0 0 0,0 0 0,0 0 0,-1 0 0,1 0 0,0 0 0,0 0 0,0 0 0,0 0 0,0 0 0,0 0 0,0 0 0,0 0 0,0 0 0,0 0 0,0 0 0,0 1 0,0-1 0,0 0 0,0 0 0,0 0 0,0 0 0,0 0 0,0 0 0,0 0 0,0 0 0,0 0 0,0 0 0,0 0 0,0 0 0,-4-9 0,-5-16 0,-6-46 206,2 0 1,-4-125-1,21 176-134,-4 19-71,0 1 1,0 0 0,0-1-1,1 1 1,-1 0-1,0 0 1,0-1 0,1 1-1,-1 0 1,0 0 0,1 0-1,-1-1 1,0 1-1,0 0 1,1 0 0,-1 0-1,0 0 1,1 0-1,-1 0 1,0 0 0,1 0-1,-1 0 1,1 0 0,-1 0-1,0 0 1,1 0-1,-1 0 1,0 0 0,1 0-1,2 2 5,1-1 0,-1 1-1,0 0 1,0 0 0,0 0-1,0 1 1,2 2 0,5 4-1,2 1 8,0-1 1,0-1 0,0 0 0,25 11 0,-32-17-12,0 0 0,0 0 0,0-1 0,0 0 0,0 0 0,0 0 0,0-1 0,1 1 1,-1-1-1,0 0 0,0-1 0,1 0 0,-1 1 0,0-1 0,0-1 0,0 1 0,7-4 0,0-2 7,0 0-1,0 0 1,-1-1-1,0-1 0,0 0 1,-1 0-1,0-1 1,-1-1-1,0 0 1,-1 0-1,13-21 1,-8 8 13,-1 0 0,-1-1 0,-2 0 0,0 0 1,6-33-1,-14 53-1,0 0 1,0-1-1,0 1 0,-1-1 1,0-10-1,-3 8 0,1 9-15,-2 7-12,4-8 6,-1 6 6,-1 1-1,1 0 0,1 0 0,-1 0 1,1 0-1,1 0 0,-1 0 1,1 0-1,0 0 0,3 7 1,3 12 50,16 34 0,1 4 8,-17-37 13,4 39 0,-8-40-15,11 39-1,-7-41-2101,-7-21 1235,1 0 0,-1 0 0,0 0 0,0 0 0,0 1 0,0-1 0,-1 0 0,1 0 0,-2 5 0,-2 5-9328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58 880 22015,'0'0'299,"-2"-6"42,-8-15-197,1-1 0,0-1 0,2 1 0,1-1 0,1-1 0,1 1 0,-2-27 0,6 16-43,2 0 1,1 0-1,8-40 0,32-101 165,6-45 215,-47 211-457,-1 3 9,0-1 0,0 1-1,0-1 1,-1 0 0,0 0 0,0 1-1,0-1 1,-1 0 0,0 1-1,-2-8 1,2 14-33,1-1-1,0 1 1,0 0-1,-1-1 0,1 1 1,0 0-1,-1-1 1,1 1-1,-1 0 1,1-1-1,0 1 0,-1 0 1,1 0-1,-1-1 1,1 1-1,-1 0 1,1 0-1,-1 0 0,1 0 1,-1 0-1,1-1 1,-1 1-1,1 0 1,-1 0-1,1 0 0,-1 0 1,1 0-1,-1 1 1,1-1-1,-1 0 1,1 0-1,0 0 1,-1 0-1,0 1 0,-20 10-2870,8-4-5053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3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253 124 15872,'0'0'3967,"-5"-4"-3625,-2-1-275,0 1 0,-1-1 0,0 1 1,-12-4-1,16 7-40,0 0-1,0 0 1,-1 0-1,1 0 1,0 0 0,-1 1-1,1 0 1,-1 0 0,1 1-1,-1-1 1,1 1 0,-7 1-1,-4 5 72,0 0-1,1 1 0,0 0 0,1 1 0,-1 0 0,2 1 1,-1 1-1,-11 13 0,41-46 290,-5 4-197,24-24 1,30-16 160,-59 52-307,1 0 1,1 0-1,-1 1 0,1 1 1,0 0-1,17-6 0,-24 9-34,1 0 0,-1 1 0,1-1-1,-1 1 1,0 0 0,1 0 0,-1 0 0,1 0 0,-1 0-1,1 1 1,-1-1 0,0 1 0,1-1 0,-1 1-1,0 0 1,0 0 0,1 0 0,-1 0 0,0 1-1,0-1 1,0 0 0,0 1 0,0 0 0,3 3-1,1 3 63,-1 0-1,1 0 1,-1 1-1,8 18 1,-10-19-39,1 0 0,0 0 0,0-1 0,11 14 0,3 0-197,-7-9-905,0-1 1,19 16-1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15104,'0'0'2303,"30"-25"-2047,-10 8 128,1-1-256,-4 1 128,-2-4-128,4 0 0,-2 1-128,2 3 0,-1-2-1536,-4 8 1,1 0-9345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0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0 192 15488,'0'0'256,"6"-9"0,3-2 128,5-4-1,-3 0 1,0-6 0,2 0-256,-1 5 128,-1-3-128,4 8 0,4 5-128,-8-3 128,2 3-384,-5-4 128,1 5-6783,4-12-897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1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19071,'0'0'150,"1"2"127,7 8-50,-1 0-1,0 1 1,-1 0 0,0 0-1,-1 0 1,0 1-1,0 0 1,3 16 0,0 11-186,4 52 0,-6-40 120,0 28-45,3 14-382,-8-89 95,-1-1 0,1 1 0,0-1 0,0 0 0,0 1-1,3 3 1,10 8-5948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1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18047,'0'0'150,"0"0"-78,-1 0 1,1 0-1,-1 0 1,1 1-1,0-1 1,-1 0-1,1 0 1,-1 1 0,1-1-1,0 0 1,-1 1-1,1-1 1,0 0-1,-1 1 1,1-1-1,0 0 1,0 1-1,-1-1 1,1 1-1,0-1 1,0 0-1,0 1 1,0-1 0,-1 1-1,1-1 1,0 1-1,0-1 1,0 1-1,0 0 1,-4 44 291,2 1 0,2 0 0,8 73 0,-6-102-306,-2-10-43,3 26 53,8 39 1,-9-63-57,1 0 1,-1-1-1,2 1 1,-1-1 0,1 1-1,0-1 1,1 0-1,0 0 1,6 8 0,-8-13-10,1 1 1,-1-1 0,1 0 0,-1 0-1,1 0 1,0-1 0,0 1-1,0-1 1,0 0 0,1 0 0,-1 0-1,1-1 1,-1 1 0,1-1-1,-1 0 1,1 0 0,0-1 0,-1 0-1,1 1 1,0-2 0,-1 1-1,1 0 1,0-1 0,-1 0 0,1 0-1,0 0 1,-1-1 0,5-1-1,4-3 16,0-1 0,0 0-1,0-1 1,-1 0-1,0-1 1,-1 0-1,19-20 1,-28 27-8,0 0 1,0 0 0,-1 0-1,1-1 1,-1 1-1,1 0 1,-1-1 0,0 1-1,0-1 1,0 0 0,0 1-1,1-6 1,-2 8-10,0 0 1,0-1 0,0 1-1,0 0 1,0-1-1,0 1 1,0 0-1,0 0 1,0-1 0,-1 1-1,1 0 1,0-1-1,0 1 1,0 0 0,0 0-1,0-1 1,0 1-1,-1 0 1,1 0 0,0 0-1,0-1 1,0 1-1,-1 0 1,1 0-1,0 0 1,0-1 0,-1 1-1,1 0 1,0 0-1,0 0 1,-1 0 0,1 0-1,0 0 1,0 0-1,-1-1 1,1 1-1,-1 0 1,-1 1 5,1-1 1,-1 0-1,0 1 0,0-1 1,1 1-1,-1 0 1,0 0-1,1-1 0,-1 1 1,-2 2-1,-51 33-163,-88 63-349,113-76-2132,-28 30 1,17-12-8565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18815,'0'0'128,"2"43"0,7-7 128,6 9-128,-1 4 128,-1 7-128,2-5 0,4-4-128,-4-11 0,0-8-384,-4-10 0,-6-6-3583,3-18-1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2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17279,'0'2'256,"1"25"432,2 1-1,7 28 0,0 1-295,-3 8-88,-4-34-147,7 37 0,-10-66-147,0-1 0,1 1 0,-1-1 0,0 1 0,1-1 0,-1 1 0,1-1 0,0 1 1,-1-1-1,1 0 0,0 1 0,0-1 0,0 0 0,0 0 0,0 0 0,0 1 0,0-1 0,0 0 0,1 0 0,-1-1 0,0 1 0,3 1 0,-2-2-3,0 1 0,-1-1 1,1 0-1,0 0 0,0 0 0,-1-1 1,1 1-1,0 0 0,0-1 1,-1 1-1,1-1 0,0 0 1,-1 1-1,1-1 0,-1 0 0,3-2 1,7-4 18,-1-2-1,-1 1 1,1-2 0,8-10 0,-16 18-19,19-23 30,22-33-1,-37 49-7,0 0-1,-1-1 0,0 0 0,-1 0 0,1 0 0,-2 0 1,4-18-1,-6 26-24,-1 0 1,0 0 0,1 0 0,-1 0-1,0 0 1,0 0 0,0 0-1,-1 0 1,1 0 0,0 0-1,-1 0 1,0 0 0,1 0 0,-1 0-1,0 0 1,0 0 0,0 0-1,0 1 1,0-1 0,0 0 0,0 1-1,-1-1 1,1 1 0,-1-1-1,1 1 1,-1 0 0,0 0-1,1 0 1,-1 0 0,0 0 0,0 0-1,1 0 1,-1 0 0,0 1-1,0-1 1,0 1 0,0-1 0,0 1-1,0 0 1,0 0 0,-4 0-1,-6 0-492,0 0 0,0 1 0,1 0 0,-1 1 0,-21 7 0,-24 8-10946,37-11 7914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112 317 12800,'-1'2'149,"-12"12"263,2 1 669,-1-1 0,0-1 0,-18 14 0,30-27-1052,0 1 0,-1 0-1,1-1 1,-1 1 0,1-1 0,-1 1 0,1-1 0,-1 0 0,1 1-1,-1-1 1,0 0 0,1 1 0,-1-1 0,0 0 0,1 1 0,-1-1 0,0 0-1,1 0 1,-1 0 0,0 0 0,1 0 0,-1 0 0,0 0 0,1 0-1,-1 0 1,0 0 0,0 0 0,1 0 0,-1 0 0,0-1 0,1 1 0,-1 0-1,1 0 1,-1-1 0,0 1 0,1-1 0,-1 1 0,1 0 0,-1-1 0,1 1-1,-1-1 1,1 1 0,-1-1 0,1 0 0,-1 1 0,1-1 0,0 1-1,-1-1 1,1 0 0,0 1 0,0-1 0,-1 0 0,1 1 0,0-1 0,0 0-1,0-1 1,-1-5 45,0 0 0,0 0-1,1 0 1,0-8-1,1 12-38,0-11 90,0 0 0,2 0 1,-1 0-1,2 0 0,0 1 1,1-1-1,12-24 0,-16 36-118,0 0-1,-1-1 1,1 1-1,-1 0 0,1 0 1,-1 0-1,0-1 1,0 1-1,0 0 0,0 0 1,0 0-1,-1-1 1,1 1-1,-1 0 0,1 0 1,-1 0-1,0 0 1,0 0-1,-2-4 0,-1-2 26,-1 0 0,-1 0 0,-7-8 0,9 11-32,4 4 12,0 0-1,-1-1 0,1 1 1,0 0-1,0 0 0,0 0 0,-1 0 1,1-1-1,0 1 0,1 0 1,-1 0-1,0 0 0,0 0 1,0-1-1,1 1 0,-1 0 0,1 0 1,-1 0-1,1 0 0,-1 0 1,1 0-1,-1 0 0,1 0 1,1-1-1,2-5 90,-2 1 13,1 0-1,0 1 1,1-1 0,-1 1-1,8-9 1,8-13 228,-19 26-327,0 0 1,1 0-1,-1 0 0,1 1 0,-1-1 0,1 0 0,-1 0 1,1 0-1,0 1 0,-1-1 0,1 0 0,0 1 0,0-1 1,-1 1-1,1-1 0,0 1 0,0-1 0,0 1 0,0 0 1,1-1-1,-1 1-5,-1 0 0,1 0 0,0 0 0,0 0 0,-1 1 0,1-1-1,0 0 1,-1 0 0,1 1 0,0-1 0,-1 1 0,1-1 0,-1 0 0,1 1 0,-1-1 0,1 1 0,-1-1 0,1 1 0,-1-1 0,1 2 0,2 2 24,-1 0 1,1 0-1,-1 1 0,0-1 1,-1 0-1,3 9 0,1 9 41,-1 0 0,1 33-1,-4-49-63,-1 0 0,-1 0-1,1 0 1,-1 0 0,0 0-1,0 0 1,0 0 0,-1 0-1,0 0 1,0 0 0,-1 0-1,0-1 1,0 0 0,-4 7-1,5-10 1,-1 0 0,0 1 0,1-1 0,-1 0 0,0 0-1,0 0 1,-4 1 0,-9 7 30,16-10-41,-1 0 0,1 1 0,0-1 0,0 0 0,-1 1 0,1-1 0,0 0 0,0 1 0,0-1 0,0 0 0,-1 1 0,1-1 0,0 1 0,0-1 0,0 0 0,0 1 0,0-1 0,0 1 0,0-1 0,0 0 0,0 1 0,0-1 0,0 1 0,0-1 0,1 0 0,-1 1 0,0-1 0,0 0 0,0 1 0,1 0 0,7 11 0,-6-9 0,8 10 0,0-1 0,19 17 0,12 14 0,-16-10 0,-2 2 0,-1 1 0,-1 1 0,-2 0 0,-2 2 0,-2 0 0,-1 1 0,-2 0 0,-2 1 0,8 64 0,-15-67 0,-1 1 0,-3 0 0,0 0 0,-9 40 0,1-24 0,-3-2 0,-22 63 0,31-107 7,-1 0-1,0 0 0,0-1 1,-6 10-1,8-15 2,-1 0 0,1 0 0,-1 0 0,0 0 0,1 0 0,-1-1 0,-1 0 0,1 1 0,0-1 0,0 0 0,-7 2 0,9-3-1,-1-1 0,1 1 0,0-1-1,0 0 1,0 1 0,-1-1 0,1 0-1,0 0 1,0 0 0,-1 0 0,1 0-1,0 0 1,0 0 0,-1-1 0,1 1-1,0 0 1,0-1 0,0 1 0,-1-1-1,1 1 1,0-1 0,-2-1 0,-19-23 93,15 15-85,0-1 0,1 0 1,0 0-1,1-1 0,0 0 0,1 0 0,0 0 0,-3-18 0,5 11 28,0-1 1,0 1-1,2-1 0,4-36 0,5 8 29,1 1 0,3 0 0,30-73 0,-25 73-386,-5 8-1112,3 0 1,1 2 0,32-51-1,-48 86 619,0 0 0,1 0-1,-1 0 1,1 0 0,0 1-1,-1-1 1,1 0 0,0 1-1,0-1 1,0 1-1,0 0 1,3-2 0,7-2-3545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3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0 155 17279,'2'-3'278,"8"-15"354,1 0 0,1 1 0,1 1 0,0 0 0,1 1 0,0 0 0,19-14 0,-33 28-620,1 1 0,0-1 0,0 0 0,0 0 0,0 1 0,0-1 0,0 1 0,0-1 0,1 1 0,-1-1 0,0 1 0,0 0 0,0-1 0,0 1 0,1 0 0,-1 0 0,0 0 0,0 0 0,0 0 0,1 0 0,-1 0 0,0 1 0,0-1 0,0 0 0,0 1 0,0-1 0,1 1 0,-1-1 0,0 1 0,0-1 0,0 1 1,0 0-1,0-1 0,-1 1 0,1 0 0,0 0 0,0 0 0,0 0 0,-1 0 0,1 0 0,0 0 0,-1 0 0,1 0 0,-1 0 0,1 0 0,0 2 0,1 3 29,0-1 1,-1 1-1,1-1 1,-1 1-1,0 0 1,-1 0-1,1-1 1,-1 8-1,-6 29-41,-2 0 0,-26 78 0,4-13 0,29-104 0,0-1 0,1 1 0,-1-1 0,1 1 0,0-1 0,0 1 0,0-1 0,0 1 0,0-1 0,1 4 0,0-5 0,-1-1 0,0 1 0,0-1 0,1 1 0,-1-1 0,0 1 0,1-1 0,-1 1 0,0-1 0,1 1 0,-1-1 0,1 1 0,-1-1 0,1 0 0,-1 1 0,1-1 0,-1 0 0,1 1 0,-1-1 0,1 0 0,-1 0 0,1 0 0,-1 1 0,1-1 0,0 0 0,-1 0 0,2 0 0,2-1 0,0 0 0,1 0 0,-1 0 0,1 0 0,-1-1 0,0 0 0,0 0 0,0 0 0,6-4 0,13-8-142,0-2 1,-1 0-1,-1-2 0,28-29 0,-35 32-138,-1-1 1,-1 1-1,-1-2 1,0 0-1,-1 0 0,15-37 1,-9 9-3903,-1 1-6889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18559,'0'0'1152,"-6"0"384,8 13-896,6 2 0,-3 7-384,3 14 0,5 15-128,-4-3 0,-1 5 0,1-2 0,-3-4-128,7-2 0,-2-4-768,1-7 128,1 1-15359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4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18175,'0'0'1280,"0"0"-1250,0 0 0,-1 0 0,1 0-1,0 0 1,-1 0 0,1 0 0,0 0 0,0 0-1,-1 0 1,1 0 0,0 0 0,0 0-1,-1 0 1,1 1 0,0-1 0,0 0-1,-1 0 1,1 0 0,0 0 0,0 0 0,0 1-1,-1-1 1,1 0 0,0 0 0,0 0-1,0 0 1,0 1 0,-1-1 0,1 0-1,0 0 1,0 1 0,0-1 0,0 0-1,0 0 1,0 1 0,0-1 0,0 0 0,0 0-1,-1 1 1,1-1 0,0 0 0,1 1-1,9 125 1179,-1-47-1008,-7-47-137,1 16 102,10 49 0,-11-83-139,1-1-1,1 0 0,0 0 0,1 0 0,1-1 0,0 1 0,0-1 0,12 15 0,-14-22-11,0 0 0,1-1 0,-1 1 0,1-1 0,0 0 0,0 0 0,1-1 0,-1 1 0,1-1 0,0 0 0,0-1 0,0 0 0,0 0 0,0 0 0,1 0-1,-1-1 1,0 0 0,1-1 0,-1 1 0,1-1 0,-1 0 0,10-2 0,-1 0 44,-1-1-1,1-1 1,-1 0-1,0-1 1,-1 0-1,1-1 1,-1 0-1,0-1 0,13-10 1,-25 17-53,-1-1-1,1 1 1,0 0-1,-1-1 1,1 1 0,-1-1-1,1 1 1,-1-1 0,1 1-1,-1-1 1,1 1 0,-1-1-1,1 0 1,-1 1-1,1-1 1,-1 1 0,0-1-1,1-1 1,-11 1 100,-23 8 1,-119 44-384,137-47 419,0-3-3833,14-1 3423,1 0 0,0 0 0,-1 0-1,1 0 1,-1 0 0,1 0 0,-1 0 0,1 0 0,0 0-1,-1 0 1,1-1 0,0 1 0,-1 0 0,1 0-1,-1 0 1,1-1 0,0 1 0,-1 0 0,0-2-1077,1 1 916,0 0 1,0 1-1,0-1 0,0 0 0,0 1 1,0-1-1,0 0 0,0 0 1,0 1-1,0-1 0,0 0 1,1 1-1,-1-1 0,0 0 1,1 1-1,-1-1 0,0 1 1,1-2-1,8-13-1490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19455,'0'0'128,"9"-8"128,5-3 128,3-8 0,3-2-128,8-1 128,1-2-256,-5 3 0,-3 4-256,-6 2 128,-2 4-1792,-8 1 128</inkml:trace>
  <inkml:trace contextRef="#ctx0" brushRef="#br0" timeOffset="1">73 329 10368,'0'0'2048,"0"7"128,-3 5-1152,8-11-1,8-2 1,1-11 128,8-8-640,1-1 0,7-3-128,-6 3 0,1 4-256,-5-4 128,-5 3-128,0-3 128,-3 4-1664,3-7 0,0 1-11775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19583,'0'0'278,"0"2"106,0 1-259,-1 1 0,0 0 1,0-1-1,0 1 0,-1-1 1,1 0-1,-1 1 1,0-1-1,-4 6 0,-10 23 371,12-9-341,0 0-1,1 0 1,2 0 0,0 1 0,5 40-1,-3-56-143,0 15 46,1 0-1,2 0 1,0-1 0,2 0 0,15 41 0,-21-61-53,1 0 0,0 0 1,0 0-1,0 0 0,1 0 0,-1-1 0,0 1 1,1-1-1,-1 1 0,1-1 0,0 1 0,-1-1 1,1 0-1,0 0 0,0 1 0,0-2 0,0 1 1,-1 0-1,2 0 0,-1 0 0,0-1 0,0 1 1,0-1-1,0 0 0,0 0 0,0 0 0,0 0 1,0 0-1,1 0 0,-1 0 0,0 0 0,0-1 1,0 1-1,4-3 0,7-1 22,-1-1 0,0-1-1,1 0 1,13-10 0,-21 14-25,14-10-197,2 1-1856,-1-2 0,0-1-1,29-27 1,-26 17-7718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15232,'0'0'3861,"0"2"-2581,-5 26 482,2-19-1522,1 0 1,1 0-1,-1 0 0,2 0 1,-1 1-1,1-1 0,1 0 1,2 18-1,14 35 383,13 60-115,-15 4-113,-1-6-2026,1-41-8610,-11-60 2347,-2-2 5804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1 586 19583,'0'0'256,"7"-6"43,124-115 1654,-61 55-1005,11-16-127,87-114-1,-140 162-669,-20 25-125,-4 4-33,-1 1 0,1 0 0,-1-1 0,1 1 1,-1-1-1,-1 0 0,1 0 0,-1 0 0,4-10 1,-6 14-68,0 1 1,0-1 0,0 1 0,0-1 0,0 1 0,-1 0 0,1-1-1,0 1 1,0-1 0,0 1 0,0 0 0,0-1 0,0 1 0,-1 0-1,1-1 1,0 1 0,0 0 0,-1-1 0,1 1 0,0 0-1,-1-1 1,1 1 0,0 0 0,-1 0 0,1-1 0,0 1 0,-1 0-1,1 0 1,0 0 0,-1-1 0,1 1 0,-1 0 0,1 0 0,0 0-1,-1 0 1,1 0 0,-1 0 0,-21-1-5766,10 0 506,-3-1-896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87 14208,'0'0'277,"-6"5"128,-22 16 1888,-58 32 1,73-39-1560,13-14-717,0 1 0,-1-1 0,1 0 0,0 1 0,0-1 1,0 0-1,0 1 0,-1-1 0,1 0 0,0 1 0,0-1 0,0 1 1,0-1-1,0 0 0,0 1 0,0-1 0,0 0 0,0 1 0,0-1 1,0 1-1,0-1 0,1 0 0,-1 1 0,0-1 0,0 0 0,0 1 1,0-1-1,1 0 0,-1 1 0,0-1 0,0 0 0,0 0 1,1 1-1,-1-1 0,0 0 0,1 0 0,-1 1 0,0-1 0,1 0 1,-1 0-1,0 0 0,1 0 0,-1 1 0,0-1 0,1 0 0,-1 0 1,0 0-1,1 0 0,-1 0 0,0 0 0,1 0 0,0 0 0,5 0 100,1 0-1,-1 0 1,1-1-1,11-2 0,4-1 70,107-14 424,379-73 551,-242 34-500,-196 41-300,-60 13-5330,-19 3-748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10:00:4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7 167 15616,'0'0'256,"5"2"42,14 1 221,1 0-1,0-1 1,39-1-1,66-10 781,-113 8-1195,53-7 289,116-30-1,59-38-67,-94 31 16,-156 56-64,-22 7-135,0-2-1,-41 14 1,29-11-55,-75 25 152,-181 42-1,67-23-75,185-51-269,40-12-188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3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21375,'248'-67'0,"-242"65"-14,0 1 0,1 0 0,-1 0-1,1 0 1,-1 1 0,1 0 0,-1 0 0,9 2-1,-30 7-6342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3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61 16767,'-1'1'150,"-10"19"272,-10 22 1140,21-42-1557,0 0 1,0 0-1,0 0 0,0 0 1,0 0-1,0 0 1,0 0-1,0 0 1,0 0-1,0 0 1,0 0-1,0 0 0,0 0 1,0 0-1,0 0 1,1 0-1,-1 0 1,0 0-1,0 0 0,0 0 1,0 0-1,0 0 1,0 0-1,0 0 1,0 0-1,0 0 0,0 0 1,0 0-1,0 0 1,1 0-1,-1 0 1,0 0-1,0 0 0,0 0 1,0 0-1,0 0 1,0 0-1,0 0 1,0 0-1,0 0 1,0 0-1,0 0 0,0 0 1,0 0-1,0 0 1,0 0-1,0 0 1,0 1-1,0-1 0,0 0 1,0 0-1,1 0 1,-1 0-1,0 0 1,0 0-1,0 0 0,0 0 1,0 0-1,0 0 1,0 0-1,0 0 1,0 0-1,0 1 1,0-1-1,-1 0 0,1 0 1,0 0-1,0 0 1,0 0-1,9-5 164,9-9-36,6-4-5,1 1 0,0 1 0,1 1 0,38-16 0,-50 26-192,-4 1-3029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3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16256,'0'0'2815,"1"5"-2580,15 215 447,-5-57-468,-9-118-6,-2-39-3750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33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27 218 16000,'0'0'384,"-12"-14"106,10 12-434,1 0 0,-1-1 0,1 1-1,-1-1 1,1 1 0,0-1 0,0 0 0,0 0 0,0 1-1,1-1 1,-1 0 0,1 0 0,0 0 0,-1 0 0,1 0-1,1 0 1,-1 0 0,0 1 0,1-1 0,-1 0-1,3-5 1,-1 1 9,0 0 0,1 0 0,0 1 0,0-1 0,1 1 0,-1-1 0,2 1 0,5-6 0,-8 9-45,38-38 255,-36 37-239,0 1 0,0-1 0,1 1 0,-1 0 0,1 0 0,0 1 0,0-1 0,5-1 0,-8 4-31,-1 0 0,0 0-1,0 0 1,0 0 0,0 0 0,1 1-1,-1-1 1,0 0 0,0 1 0,0-1-1,0 0 1,0 1 0,0 0 0,0-1-1,0 1 1,0-1 0,0 1 0,0 0-1,0 0 1,-1 0 0,1-1 0,0 1-1,0 0 1,-1 0 0,1 0 0,-1 0-1,1 0 1,-1 0 0,1 2 0,2 3-4,0 1 1,-1-1 0,4 14-1,-2 5 28,-2 0-1,0 0 0,-3 45 1,-1-30-15,2-24 9,-2-1-1,0 0 0,-1 0 0,-1-1 0,0 1 0,-11 24 0,1-9 103,-34 54 1,45-79-81,0 0 8,0-1 0,-1 0 0,1 1 0,-1-1 0,-4 4-1,17-7 98,-5-3-141,0 1 0,0-1 1,0 0-1,0 0 1,-1 0-1,1 0 0,-1-1 1,6-4-1,14-10 13,-19 15-21,7-5 12,1 0 0,15-5 1,-24 11-10,0 0-1,-1 0 1,1 0 0,0 0 0,0 1 0,0-1 0,0 1 0,-1 0 0,1 0 0,0 0 0,0 0 0,0 0-1,0 1 1,0-1 0,-1 1 0,6 2 0,8 5 21,-10-4-4,-1-1 0,1 0 0,0 0 0,0 0 0,1-1 0,-1 0 0,0 0 0,1-1 0,-1 1 1,1-2-1,-1 1 0,8-1 0,3-3 114,14-1-1038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3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19 14208,'-8'-16'2815,"8"16"-2792,0 0 0,0 0-1,0 0 1,0 0-1,0 0 1,0 0-1,0 0 1,0 0 0,0 0-1,0-1 1,0 1-1,0 0 1,0 0 0,0 0-1,0 0 1,0 0-1,0 0 1,0 0-1,0 0 1,0 0 0,0 0-1,0-1 1,0 1-1,0 0 1,0 0-1,0 0 1,0 0 0,0 0-1,0 0 1,0 0-1,0 0 1,0 0-1,0 0 1,0 0 0,0 0-1,0 0 1,0-1-1,0 1 1,1 0-1,-1 0 1,0 0 0,0 0-1,0 0 1,0 0-1,0 0 1,0 0-1,0 0 1,0 0 0,0 0-1,0 0 1,0 0-1,1 0 1,-1 0-1,0 0 1,0 0 0,0 0-1,0 0 1,0 0-1,0 0 1,0 0-1,0 0 1,0 1 0,12 0 495,14 6-197,71 27 296,-55-18-254,63 15 1,-96-28-435,9 0-4445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3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86 15232,'-1'-3'405,"-1"-18"544,-10-38 0,12 59-925,0 0 0,0 0 0,0 0 0,0 0 0,0 0-1,0 0 1,0-1 0,0 1 0,0 0 0,0 0 0,0 0-1,0 0 1,0 0 0,0 0 0,0-1 0,0 1 0,0 0-1,-1 0 1,1 0 0,0 0 0,0 0 0,0 0 0,0 0-1,0 0 1,0 0 0,0 0 0,0 0 0,-1-1 0,1 1-1,0 0 1,0 0 0,0 0 0,0 0 0,0 0-1,0 0 1,0 0 0,-1 0 0,1 0 0,0 0 0,0 0-1,0 0 1,0 0 0,0 0 0,0 0 0,-1 0 0,1 0-1,0 0 1,0 0 0,0 1 0,-7 6 610,-6 18-205,10-19-294,-131 261 569,111-210-640,-20 72 0,39-121-4710,7-24-7369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3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 17151,'0'0'3072,"-7"9"-2965,-179 205 405,175-202-488,1 1 0,1 0 1,0 0-1,0 1 0,-8 19 0,-23 74 130,40-106-146,-1 0-1,1 0 1,-1 0 0,1 0 0,0 0 0,-1 0 0,1 0-1,0 0 1,0 1 0,0-1 0,0 0 0,0 0 0,0 0-1,0 0 1,0 1 0,0-1 0,0 0 0,1 0 0,-1 0 0,0 0-1,1 1 1,1-1 0,-1-1 0,0 0 0,1 0 0,-1 0 0,0 0 0,1 0 0,-1 0 1,1-1-1,-1 1 0,0 0 0,0-1 0,1 1 0,-1-1 0,0 1 0,0-1 0,1 0 0,-1 1 0,0-1 0,0 0 0,2-2 0,31-19 63,2 2 0,0 1 0,2 2 0,0 1 1,40-11-1,-73 27-47,9-5-6,-13 4-338,-3-2-981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3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18175,'0'0'1984,"-3"9"-1194,2-1-721,0-1 1,0 1-1,0 0 1,1-1-1,1 1 1,1 13-1,14 48-25,-9-39 2,15 71 82,12 128 0,-28-169 48,-3-39-193,-2-20-153,-1-10-161,0-7-6218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4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13952,'0'0'6399,"6"1"-6292,20 3-386,46 6 934,-24-6-5169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4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14848,'0'0'384,"-15"23"3050,15-21-3402,1-1 0,-1 1 1,1 0-1,-1-1 0,1 1 0,-1-1 0,1 1 0,0-1 1,0 0-1,0 1 0,0-1 0,0 0 0,0 0 0,0 1 1,0-1-1,0 0 0,0 0 0,1 0 0,-1 0 0,0 0 0,1-1 1,-1 1-1,1 0 0,-1-1 0,2 1 0,45 13 220,-36-12-188,-1 1-27,-1 0 1,1-1-1,0-1 0,0 1 1,0-2-1,1 0 0,16-1 1,-27 0-17,1 1 0,-1 0 1,1-1-1,0 1 1,-1 0-1,1 0 0,0 0 1,-1 0-1,1 0 0,0 1 1,-1-1-1,1 1 1,-1-1-1,1 1 0,-1-1 1,1 1-1,-1 0 0,1-1 1,-1 1-1,1 0 0,0 2 1,2 0-589,-1 1 0,0 0 0,-1 0 1,1 0-1,3 9 0,-5-12 468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4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20735,'0'0'896,"-4"5"-789,-168 197-86,106-112-21,64-87 0,1-1 0,0 1 0,0-1 0,0 1 0,1-1 0,-1 1 0,0 0 0,1-1 0,0 1 0,0 0 0,0 0 0,0-1 0,0 1 0,0 0 0,2 4 0,-2-7 0,0 1 0,0-1 0,0 0 0,1 0 0,-1 1 0,0-1 0,0 0 0,1 0 0,-1 0 0,0 1 0,0-1 0,1 0 0,-1 0 0,0 0 0,1 0 0,-1 0 0,0 1 0,0-1 0,1 0 0,-1 0 0,0 0 0,1 0 0,-1 0 0,0 0 0,1 0 0,-1 0 0,0 0 0,1 0 0,-1 0 0,0 0 0,1 0 0,-1-1 0,0 1 0,1 0 0,-1 0 0,0 0 0,0 0 0,1-1 0,-1 1 0,1 0 0,15-10 0,-11 6 0,24-13 14,-17 9 3,1 0-1,0 1 0,0 0 1,1 1-1,0 1 0,24-7 0,-21 8-16,0 0 0,30-13 0,-46 17 0,38-10 51,-32 9-35,-1 0 1,1 0-1,-1-1 1,1 0-1,6-3 1,-12 4-1,0 1 1,0 0-1,-1-1 1,1 1-1,0-1 1,0 1-1,-1-1 1,1 1-1,0-1 1,-1 0-1,1 1 1,0-1-1,-1 0 1,1 1-1,-1-1 1,1 0-1,-1 0 1,1 0 0,-1-1-1,0 2-7,0-1 0,0 0 0,0 1 0,0-1 0,-1 1-1,1-1 1,0 0 0,-1 1 0,1-1 0,0 1 0,-1-1 0,1 1 0,0-1 0,-1 1 0,1-1-1,-1 1 1,1 0 0,-1-1 0,1 1 0,-1 0 0,1-1 0,-1 1 0,0 0 0,1 0-1,-1-1 1,1 1 0,-1 0 0,0 0 0,0 0 0,-1-2 3,-1-1 0,1 1 0,0 0-1,0-1 1,0 1 0,0-1 0,0 0 0,0 0 0,1 0 0,0 0-1,-1 0 1,0-3 0,-2-4 5,-11-16 83,8 13-40,-1-1 0,2 1 1,-9-26-1,15 39-53,-1-1 0,1 0 0,0 0 0,0 0 0,0 0 0,-1 0 0,1 1 0,0-1 0,0 0 0,0 0 0,1 0 0,-1 0 0,0 0 0,0 0 0,0 1 0,1-1 0,-1 0 0,0 0 0,1 0 0,0 0 0,3 2-3,-1 10-6,4 45 2,3 0 0,19 63 0,0 0 0,21 112 0,-47-199-1,-3-27-506,-3-22-1011,1 2 325,-1-10-4493,-1-31 0,4 21 950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50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113 278 15488,'12'-17'1535,"-6"3"-1176,-1-1-1,0 1 1,-1-1-1,3-19 0,-6 17-211,0 0-1,-2 0 0,0 0 1,0 0-1,-2 1 0,-8-32 0,11 47-137,-1 0 0,1 0-1,0 0 1,-1 0-1,1 0 1,-1 0 0,1 0-1,-1 0 1,1 1-1,-1-1 1,1 0 0,-1 0-1,0 0 1,1 1-1,-1-1 1,0 0 0,0 1-1,0-1 1,0 1-1,0-1 1,1 1 0,-1-1-1,0 1 1,0 0-1,0-1 1,0 1 0,0 0-1,0 0 1,0 0-1,0 0 1,0 0 0,0 0-1,0 0 1,0 0-1,0 0 1,0 0 0,0 1-1,0-1 1,0 0-1,0 1 1,0-1 0,0 0-1,0 1 1,0-1-1,-1 2 1,-4 1 14,1 0 0,-1 0 0,1 1 0,0 0 0,-8 6 0,7-3-13,0 0 0,0 0 0,0 0-1,0 1 1,1 0 0,1 0 0,-1 0 0,1 1 0,-3 10 0,6-16-2,0 0 0,1 0-1,-1 0 1,1 0 0,-1 0 0,1 0 0,0 0-1,0 0 1,1 0 0,-1 0 0,0 0 0,1 1 0,0-1-1,0 0 1,0-1 0,0 1 0,0 0 0,1 0-1,-1 0 1,1-1 0,0 1 0,0-1 0,0 1-1,0-1 1,0 0 0,0 0 0,0 0 0,1 0-1,-1 0 1,5 2 0,1 0 13,0 0 0,0-1 0,1 0-1,-1 0 1,1-1 0,-1 0 0,15 1 0,-13-2-3,-1 0 1,1 1-1,0 1 0,-1 0 1,14 5-1,-22-7-18,6 2 8,0 0-1,-1 1 1,1 0-1,11 10 1,-16-12-4,0 0 0,0 0 0,-1 0 0,1 1 0,-1-1 0,1 1 0,-1-1 0,0 1 1,0 0-1,0-1 0,0 1 0,0 0 0,-1 0 0,1 0 0,-1 0 0,0 4 0,1 10 64,-1 1 1,-1 0-1,-1-1 0,0 0 0,-1 1 1,-1-1-1,-1 0 0,0-1 0,-9 17 1,14-32-55,0-1 0,0 1 0,0-1 1,-1 0-1,1 1 0,0-1 0,0 1 1,-1-1-1,1 0 0,0 1 0,-1-1 1,1 0-1,0 1 0,-1-1 0,1 0 1,-1 0-1,1 1 0,0-1 0,-1 0 1,1 0-1,-1 0 0,1 0 0,-1 0 1,1 1-1,-1-1 0,1 0 0,-1 0 1,1 0-1,-1 0 0,1 0 0,-1 0 1,1 0-1,0-1 0,-1 1 0,1 0 1,-1 0-1,1 0 0,-1 0 0,1-1 1,-1 1-1,1 0 0,0 0 0,-1-1 1,1 1-1,0 0 0,-1-1 0,1 1 1,0 0-1,-1-1 0,1 0 0,-16-21 113,10 9-114,1 0 0,1 0 0,0-1 0,1 1 1,1-1-1,0 0 0,0 0 0,2 1 0,0-1 0,0 0 0,1 0 1,4-18-1,6-15 132,-7 36-584,-1-1 1,0 0-1,-1 0 0,0-14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5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17151,'0'0'384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5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20479,'26'19'43,"1"-1"0,0-1-1,1-1 1,0-1 0,1-2-1,1-1 1,0-2 0,58 13-1,-55-15-2098,41 14-8282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51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16895,'0'0'790,"-7"7"298,-16 24-709,2 1 0,0 1 0,-22 51 0,-36 111-253,67-164-40,-22 76-620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5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1 224 12416,'0'0'4223,"39"-28"-3839,-7 4 0,10-6-256,-5 3 128,-5 1-128,-5 3 128,-3 3-384,-5 5 128,-8 4-4991,0 1-1,2 1 640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0:52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13824,'0'0'384,"-8"15"1045,-4 8-807,0 0-1,2 1 1,2 1 0,0-1-1,1 2 1,-4 32 0,10-56-599,1-1 1,0 0 0,-1 1 0,1-1-1,0 1 1,0-1 0,0 0 0,0 1-1,1-1 1,-1 1 0,0-1-1,0 0 1,1 1 0,-1-1 0,1 0-1,-1 1 1,1-1 0,0 0-1,0 0 1,-1 1 0,1-1 0,0 0-1,0 0 1,0 0 0,0 0-1,0 0 1,0 0 0,0-1 0,1 1-1,-1 0 1,0 0 0,0-1 0,1 1-1,-1-1 1,0 1 0,1-1-1,-1 0 1,3 1 0,5 0 54,1-1 1,-1 0 0,0 0-1,0-1 1,10-2-1,4 0 19,1 3-37,-1 1-1,0 1 1,1 0 0,39 11 0,-50-10 11,-11-3-68,1 0 1,0 1 0,-1-1 0,1 1 0,-1 0-1,1 0 1,-1 0 0,1 0 0,2 2 0,-4-1-3,0-1-1,0 0 1,0 0 0,0 0 0,-1 1 0,1-1 0,0 1 0,-1-1-1,1 0 1,-1 1 0,1-1 0,-1 1 0,0-1 0,1 1 0,-1-1-1,0 1 1,0-1 0,0 1 0,0-1 0,-1 1 0,1 1 0,-2 7 23,0 0 1,-1 0-1,0 0 1,0 0-1,-1 0 1,0-1-1,-1 1 1,0-1-1,0-1 1,-1 1 0,0-1-1,-1 0 1,0 0-1,0 0 1,-1-1-1,1 0 1,-2-1-1,1 0 1,-12 6-1,12-7 47,6-3-44,-1 0 0,1-1 1,-1 1-1,1-1 0,-1 0 0,0 0 0,0 0 1,1 0-1,-1 0 0,0 0 0,0-1 1,0 0-1,0 1 0,0-1 0,0 0 0,-4-1 1,7 1-27,-1 0 0,1 0 0,0 0 0,-1 0 1,1 0-1,0 0 0,-1 0 0,1 0 0,0 0 0,-1-1 1,1 1-1,0 0 0,-1 0 0,1 0 0,0-1 0,0 1 1,-1 0-1,1 0 0,0-1 0,0 1 0,-1 0 0,1 0 1,0-1-1,0 1 0,0 0 0,0-1 0,-1 1 1,1 0-1,0-1 0,0 1 0,0 0 0,0-1 0,0 1 1,0 0-1,0-1 0,0 1 0,0 0 0,0-1 0,0 1 1,0 0-1,0-1 0,0 1 0,0 0 0,1-1 1,-1 1-1,0 0 0,0-1 0,0 1 0,0 0 0,1 0 1,-1-1-1,0 1 0,0 0 0,0 0 0,1-1 0,-1 1 1,0 0-1,1-1 0,15-11 36,-3 11-1788,-13 1 1532,1 0 0,-1 1 1,1-1-1,-1 0 1,1 0-1,-1 1 1,1-1-1,-1 0 0,0 1 1,1-1-1,-1 1 1,0-1-1,1 1 0,-1-1 1,0 0-1,1 1 1,-1-1-1,0 1 1,0-1-1,0 1 0,1-1 1,-1 1-1,0 0 1,0-1-1,0 1 0,0-1 1,0 1-1,0-1 1,0 1-1,0-1 0,0 2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1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7 203 8832,'33'21'1152,"-33"-21"-1130,0 0 0,0 0 0,0-1 0,0 1 0,0 0 0,-1 0 0,1 0 0,0 0 0,0 0 0,0 0 0,0 0 0,0 0 0,0 0 0,-1 0 0,1 0 0,0 0 0,0 0 0,0 0 0,0 0 0,0 0 0,-1 0 0,1 0 0,0 0 0,0 0 0,0 0 0,0 0 0,0 0 0,0 0 0,-1 0 0,1 0 0,0 0 0,0 0 0,0 0 0,0 0 0,0 0 0,0 1 0,-1-1 0,1 0 0,0 0 0,0 0 0,0 0 0,0 0 0,0 0 0,0 0 0,0 1 0,0-1 0,0 0 0,0 0 0,0 0 0,0 0 0,0 0 0,0 1 0,0-1 0,0 0 0,0 0 0,0 0 0,0 0 0,0 0 0,0 0 0,0 1 0,0-1 0,0 0 0,0 0 0,-1 0 20,0 0 1,0-1-1,0 1 1,0 0 0,0-1-1,0 1 1,0-1-1,0 0 1,0 1 0,1-1-1,-1 1 1,0-1-1,0 0 1,1 0 0,-1 0-1,0 1 1,1-1-1,-1 0 1,1 0 0,-1 0-1,1 0 1,-1 0-1,1 0 1,0 0 0,0 0-1,-1-1 1,2-1 66,0 1 0,0 0 1,0-1-1,0 1 0,0 0 0,0 0 1,1 0-1,-1 0 0,4-3 0,0-2 102,-4 7-176,-1-1-1,1 1 1,-1-1-1,0 1 1,1-1 0,-1 1-1,0-1 1,1 1 0,-1-1-1,0 1 1,0-1 0,0 1-1,0-1 1,1 1-1,-1-1 1,0 0 0,0 1-1,0-1 1,0 1 0,0-1-1,0 1 1,0-1 0,-1 0-1,1 1 1,0-1-1,0 1 1,0-1 0,0 1-1,-1-2 1,-14-10 329,13 11-333,1 0 0,-1 1 0,1-1 0,0 0-1,-1 0 1,1 0 0,0 0 0,-1 0 0,1 0 0,0-1 0,0 1 0,0 0 0,0 0 0,0-1 0,1 1 0,-1-1 0,0 1-1,1-1 1,-1 1 0,1-1 0,-1 1 0,1-1 0,-1 0 0,1-1 0,1-2 29,1 0 1,-1 1 0,1-1-1,0 1 1,0 0 0,1-1-1,-1 1 1,1 0 0,0 0-1,0 1 1,0-1-1,7-6 1,-4 5 25,-1-1-1,0 1 1,7-14-1,-12 18-80,1 1 0,-1-1 0,0 0 0,1 0 0,-1 0 0,0 0-1,1 0 1,-1 1 0,1-1 0,0 0 0,-1 0 0,1 1-1,-1-1 1,1 0 0,0 1 0,0-1 0,-1 1 0,1-1 0,0 1-1,0-1 1,0 1 0,0 0 0,-1-1 0,1 1 0,0 0-1,0 0 1,0-1 0,0 1 0,0 0 0,0 0 0,0 0 0,0 0-1,0 0 1,0 0 0,0 1 0,-1-1 0,1 0 0,0 0-1,0 1 1,0-1 0,0 0 0,0 1 0,-1-1 0,1 1 0,0-1-1,0 1 1,-1-1 0,1 1 0,1 1 0,1 1-4,0 1 0,-1-1 0,1 0 1,-1 1-1,0 0 0,0-1 0,0 1 1,-1 0-1,1 0 0,1 5 0,1 15 10,-1 0 0,-1 1-1,-1-1 1,-1 0 0,-6 48-1,-3-25 12,-1 0-1,-17 49 0,24-89-21,1 1 0,0 0 0,0 0 0,1 0 0,0 0 0,0 0 0,1 0 0,0 0 0,2 12 0,-1-5 32,-1-12-15,0-1 0,0 0 0,0 0 0,0 0 1,0 0-1,1 0 0,-1 0 0,2 4 0,-1-5-11,-1-1-1,1 1 1,-1-1 0,1 0 0,0 1-1,-1-1 1,1 1 0,-1-1-1,1 0 1,0 1 0,-1-1 0,1 0-1,0 0 1,0 0 0,-1 1-1,1-1 1,0 0 0,0 0 0,-1 0-1,1 0 1,0 0 0,-1 0-1,1 0 1,0-1 0,0 1 0,-1 0-1,1 0 1,0-1 0,-1 1-1,2-1 1,8-3 65,0 0 0,0-1 0,-1 0 1,11-9-1,23-12 85,-29 19-113,0 1-1,1 0 1,0 1 0,0 0-1,0 1 1,1 1 0,-1 0-1,26 0 1,-38 3-35,1 0-7,0 1 0,0-2 0,0 1 1,0 0-1,0-1 0,0 1 0,0-1 1,0 0-1,0-1 0,3-1 0,-6 3 1,-1 1 0,0-1 0,1 0 0,-1 0 0,0 1 0,1-1 0,-1 0 0,1 1 0,-1-1 0,0 0 0,0 1 0,1-1 0,-1 1 0,0-1 0,0 0 0,1 1-1,-1-1 1,0 1 0,0-1 0,0 1 0,0-1 0,0 1 0,0-1 0,0 1 0,0-1 0,0 0 0,0 1 0,0-1 0,0 1 0,0-1 0,0 2 0,1 17 63,-1-19-65,0 7-752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13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26 10624,'-1'0'24,"1"1"1,0-1 0,0 0-1,0 0 1,-1 0-1,1 0 1,0 0 0,0 0-1,-1 1 1,1-1 0,0 0-1,0 0 1,-1 0 0,1 0-1,0 0 1,0 0-1,-1 0 1,1 0 0,0 0-1,0 0 1,-1 0 0,1 0-1,0 0 1,0 0 0,-1 0-1,1 0 1,0 0-1,0-1 1,-1 1 0,1 0-1,0 0 1,0 0 0,0 0-1,-1 0 1,1-1 0,0 1-1,0 0 1,0 0-1,0 0 1,-1-1 0,1 1-1,0 0 1,-2-14 1142,4 4-287,-3 16-680,0 4-159,-1 1-1,0-1 1,-1 1-1,0-1 1,0 0-1,-1 0 1,-1-1-1,0 1 1,-8 11 0,-44 77 310,31-51-169,25-46-159,0 1 0,0-1 1,0 0-1,0 1 0,0-1 1,1 1-1,-1 0 0,1-1 0,-1 1 1,1-1-1,-1 1 0,1 0 0,0 0 1,0-1-1,0 1 0,0 0 1,0-1-1,0 1 0,1 0 0,-1-1 1,1 3-1,1-3 2,-1-1 1,1 0-1,-1 0 0,1 0 1,0 1-1,-1-1 0,1-1 1,0 1-1,-1 0 0,1 0 1,-1-1-1,4 0 0,-3 1 9,8-3 68,-1 0 1,1-1-1,17-9 1,-19 9-70,0 0 0,0 0-1,0 1 1,1 0 0,-1 1 0,10-2 0,42-5-33,-60 9 0,1 0 0,-1 0 0,0 0 0,0 0 0,1 0 0,-1 0 0,0 0 0,1 0 0,-1 0 0,0 0 0,0 0 0,1 0 0,-1 0 0,0 0 0,0 0 0,1 0 0,-1 0 0,0-1 0,0 1 0,1 0 0,-1 0 0,0 0 0,0 0 0,0-1 0,1 1 0,-1 0 0,0 0 0,0 0 0,0-1 0,0 1 0,1 0 0,-1 0 0,0-1 0,0 1 0,0 0 0,0 0 0,0-1 0,0 1 0,0 0 0,0 0 0,0-1 0,0 1 0,0 0 0,0 0 0,0-1 0,0 1 0,0 0 0,0 0 0,0-1 0,0 1 0,0 0 0,0-1 0,0 1 0,-1 0 0,1 0 0,0 0 0,0-1 0,0 1 0,-1-1 0,-1-6 82,-1 0 0,0 0 0,0 0 0,-1 1 0,0-1 0,0 1 1,0 0-1,-1 0 0,-8-8 0,-4-5 611,0-3 96,18 22-784,0 0-1,0 0 0,0 1 0,0-1 0,0 0 1,0 1-1,0-1 0,0 0 0,0 1 0,-1-1 1,1 1-1,0-1 0,0 1 0,-1 0 0,1-1 1,0 1-1,-1 0 0,1-1 0,-1 1 0,1 0 1,-1 0-1,1 0 0,-1 0 0,1-1 0,-1 1 1,1 2-1,2 2 10,20 24 9,-16-22-11,-1 1 0,0 0-1,0 0 1,-1 0 0,0 1-1,-1 0 1,0 0 0,4 11-1,3 30 25,5 56-1,6 31 22,-20-121-57,-1-12-21,3-7-342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1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35 11904,'2'28'1408,"-2"-28"-1356,-1 0 0,1 0 0,0 1 0,0-1 0,-1 0 0,1 0 0,0 1 0,-1-1 0,1 0 0,0 0 0,0 0 0,-1 0 0,1 1 0,0-1 0,-1 0 0,1 0 0,0 0 0,-1 0 0,1 0 0,0 0 0,-1 0 0,1 0 0,-1 0 0,1 0 0,0 0 0,-1 0 0,1 0 0,0 0 0,-1-1 0,1 1 0,-1 0 0,1-1 2,0-1 0,-1 1 1,1-1-1,0 1 1,-1 0-1,1-1 1,0 1-1,0-1 1,0 1-1,0-1 1,1 1-1,-1 0 1,0-1-1,1 1 1,-1-1-1,0 1 0,1 0 1,0-1-1,-1 1 1,1 0-1,0 0 1,1-2-1,-2 2-39,0 1-1,1-1 0,-1 1 1,1-1-1,-1 0 0,1 1 1,-1-1-1,1 1 0,0-1 1,-1 1-1,1-1 0,-1 1 1,1 0-1,0-1 1,0 1-1,-1 0 0,1 0 1,0-1-1,-1 1 0,1 0 1,0 0-1,0 0 0,-1 0 1,1 0-1,0 0 0,0 0 1,0 0-1,-1 0 0,1 0 1,0 0-1,0 1 1,-1-1-1,1 0 0,0 0 1,-1 1-1,1-1 0,0 1 1,-1-1-1,1 0 0,-1 1 1,1-1-1,0 1 0,-1 0 1,1 0-1,4 4 19,-4-4-16,0 1 0,0 0-1,0-1 1,1 1 0,-1 0-1,1-1 1,-1 0 0,1 1-1,0-1 1,0 0 0,-1 0-1,1 0 1,0 0 0,0 0-1,0 0 1,0-1 0,0 1-1,0-1 1,0 1 0,0-1-1,0 0 1,0 0 0,1 1-1,-1-2 1,0 1 0,0 0-1,0 0 1,0-1 0,2 0-1,-1 1-5,-1-1-1,1 1 0,-1 0 0,0 0 0,1 0 0,-1 0 0,1 0 0,-1 1 0,1-1 1,-1 1-1,0 0 0,1 0 0,-1-1 0,0 1 0,0 1 0,0-1 0,1 0 0,2 3 0,-1-1 8,-1-1-1,0 1 1,0 0-1,0 0 1,0 0-1,-1 0 1,1 0-1,-1 1 1,0-1-1,3 7 0,-2-3-4,-1-1 0,1 1 0,-2 0 0,1 0-1,-1-1 1,0 1 0,0 0 0,-1 0 0,0 0-1,0 0 1,-1 0 0,0 0 0,0 0 0,-1 0-1,0 0 1,0-1 0,0 1 0,-1-1 0,-6 12-1,-9 12 149,5-8 249,-27 33 1,40-55-385,-1 1 0,1-1 1,0 1-1,-1-1 1,1 0-1,-1 1 0,1-1 1,-1 0-1,1 1 0,-1-1 1,0 0-1,1 0 1,-1 0-1,1 0 0,-1 1 1,1-1-1,-1 0 0,0 0 1,1 0-1,-1 0 0,1 0 1,-1 0-1,1-1 1,-1 1-1,0 0 0,1 0 1,-1 0-1,1 0 0,-1-1 1,1 1-1,-1 0 0,1-1 1,-1 1-1,1 0 1,-1-1-1,-18-18 173,15 14-110,-5-3-41,2-1-1,-1-1 1,1 1-1,1-1 1,0 0 0,0 0-1,1-1 1,0 0-1,1 0 1,0 0 0,1 0-1,-3-21 1,2 4 123,2 20-179,1-1 0,0 0 0,1 1 0,0-1 0,0 0 0,0 0-1,4-12 1,-1 7 71,-2 11-94,-1-1 1,1 1-1,0 0 0,-1 0 0,2 0 1,-1 0-1,0 0 0,1 0 0,-1 0 1,1 0-1,0 1 0,0-1 0,0 0 1,0 1-1,0 0 0,1-1 0,3-1 1,2-5-2351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15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12672,'18'26'878,"-15"-21"-648,0-1 1,-1 0-1,2 0 1,-1 0-1,6 5 1,23 17 36,1-1-1,2-2 1,52 26 0,-75-43-196,0-1 1,0-1-1,0 0 1,1-1 0,-1 0-1,15 1 1,83 0 430,-105-4-503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1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12416,'1'2'73,"0"0"1,0 0-1,0 0 1,-1 1-1,1-1 0,0 0 1,-1 0-1,0 0 1,0 0-1,1 1 1,-1-1-1,-1 0 1,1 0-1,0 1 1,0-1-1,-1 0 1,1 0-1,-1 0 1,0 0-1,0 0 1,0 0-1,0 0 1,0 0-1,-2 3 1,-8 20 137,-2 15 192,-30 106 569,38-122-914,0 1-1,2-1 1,1 1 0,0 27 0,4-29-57,-2-15 2,1 1-1,-1 0 0,0 0 1,-1-1-1,0 1 1,0 0-1,-3 9 1,-3 0 12,-4 10 83,8-11-6291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18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10496,'1'4'49,"-1"-3"82,0 0 1,0 0-1,0 1 0,0-1 1,0 0-1,0 0 0,0 0 1,0 1-1,0-1 0,0 0 1,0 0-1,-1 0 0,1 0 1,-1 0-1,1 1 0,-1-1 1,1 0-1,-1 0 0,1 0 1,-1 0-1,0 0 0,0-1 1,0 1-1,1 0 0,-1 0 1,0 0-1,0-1 0,0 1 1,-1 0-1,1-1-73,1-1 0,-1 1 1,1-1-1,-1 0 0,1 1 0,-1-1 0,1 0 1,-1 1-1,1-1 0,0 0 0,-1 1 0,1-1 1,0 0-1,0 0 0,0 1 0,0-1 1,-1 0-1,1 0 0,0 0 0,1-1 0,-2 0 34,1 9 173,0-2-150,1 0 1,0-1 0,1 1 0,-1 0 0,1 0 0,0-1 0,0 1 0,0-1 0,4 6-1,7 16 49,-3-5-63,1 0 1,0 0-1,22 28 0,-12-18 58,-2 1-1,28 62 1,-17-30 112,-15-26 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19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98 12288,'11'-7'759,"-1"-1"0,0 0 0,10-11 1,-12 11-465,0 0 0,0 1 1,1 0-1,13-8 0,-18 13-269,-1 1-1,1-1 0,-1 1 1,1 0-1,-1 0 0,1 0 1,0 0-1,0 1 1,-1-1-1,1 1 0,0 0 1,0 0-1,-1 1 1,1-1-1,0 1 0,0 0 1,4 1-1,-6-1-13,1 0 0,0 1 0,0-1 0,0 1 0,-1 0 1,1 0-1,-1 0 0,1 0 0,-1 0 0,0 0 0,0 0 0,0 1 0,0-1 0,0 1 0,0 0 0,-1 0 0,1-1 0,0 4 0,3 7 15,-1 0-1,-1-1 1,3 15-1,-2-6 44,-2-10-31,0 0 0,-1 0 0,-1 1 0,0-1 0,0 0 0,-1 0 0,-3 15 0,-23 76 147,4-18-22,22-82-150,1 0 1,-1 0-1,1 0 1,-1-1 0,0 1-1,0 0 1,0-1-1,1 1 1,-2 0-1,1-1 1,0 1-1,0-1 1,0 0 0,-1 1-1,1-1 1,-1 0-1,1 0 1,-1 0-1,1 0 1,-1 0-1,0 0 1,1 0 0,-1 0-1,0-1 1,0 1-1,0-1 1,1 1-1,-1-1 1,0 0 0,0 0-1,0 0 1,0 0-1,0 0 1,-3-1-1,-1 1 10,1-1-1,0-1 0,0 1 1,-1-1-1,1 0 0,0 0 1,0 0-1,1-1 0,-1 1 0,1-1 1,-7-5-1,3 0 46,-1-1-1,2 0 1,-1 0 0,1 0-1,0-1 1,1-1 0,0 1-1,1-1 1,0 0 0,1 0-1,0 0 1,0 0-1,2-1 1,-3-13 0,3 11-80,1-1-1,1 1 1,0-1 0,1 0 0,0 1 0,1-1 0,1 1 0,0 0-1,1-1 1,1 1 0,8-17 0,13-16-3040,-15 30-8532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19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15232,'0'0'0,"4"9"256,2-1 384,3-8 127,2-6-639,14-5 0,5-4-128,-4-2 128,-1-7 0,-5 7 128,1-2-256,0 2 0,-3 2 0,-2 4 0,-5 1-1279,2-1-1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20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0 134 13312,'4'2'121,"-1"-1"0,0 0 0,1 1 0,-1-1 0,1 0 1,0-1-1,-1 1 0,1-1 0,0 0 0,0 1 0,-1-2 1,1 1-1,0 0 0,-1-1 0,1 1 0,0-1 0,-1 0 1,4-2-1,10-4 481,-1 0 0,25-15 0,-16 7-359,109-66 504,-118 77-780,-16 4 43,1 0 0,-1 0 0,0 0 0,0 0 0,1 0 0,-1 0 1,0 0-1,0 0 0,1 1 0,-1-1 0,0 0 0,0 0 0,0 0 0,1 0 1,-1 1-1,0-1 0,0 0 0,0 0 0,1 1 0,-1-1 0,0 0 0,0 0 1,0 1-1,0-1 0,0 0 0,0 0 0,0 1 0,0-1 0,0 0 0,0 0 1,0 1-1,0 0-230,0 1 0,0-1 0,0 1 0,-1-1 0,1 0 0,-1 1 0,1-1 0,-1 0 0,1 1 0,-1-1 0,0 0 0,0 0 0,0 1 0,0-1 0,0 0 0,0 0 0,-1 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22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54 195 8448,'15'1'2144,"-15"-1"-2106,0 0 0,0 1 0,0-1 0,0 0 0,0 0 0,-1 0 0,1 0 1,0 0-1,0 0 0,0 0 0,0 0 0,0 1 0,0-1 0,0 0 0,0 0 1,-1 0-1,1 0 0,0 0 0,0 0 0,0 1 0,0-1 0,0 0 0,0 0 0,0 0 1,0 0-1,0 1 0,0-1 0,0 0 0,0 0 0,0 0 0,0 0 0,0 0 1,0 1-1,0-1 0,0 0 0,0 0 0,0 0 0,0 0 0,0 1 0,0-1 0,1 0 1,-1 0-1,0 0 0,0 0 0,0 0 0,0 0 0,0 1 0,0-1 0,0 0 0,1 0 1,-1 0-1,0 0 0,0 0 0,0 0 0,0 0 0,0 0 0,1 0 0,-1 0 1,0 0-1,0 0 0,0 0 0,0 0 0,0 0 0,1 0 0,-1 0 0,0 0 0,0 0 1,-2 0 109,1 0 0,-1 0 0,0 0 0,0 0 0,0-1 1,0 1-1,0-1 0,1 1 0,-1-1 0,0 0 1,0 1-1,1-1 0,-4-2 0,1 1 210,1 1-272,1 0 0,-1 0 0,1 0 0,0 0 0,-1-1 0,1 1 0,0 0 0,0-1 0,0 0 0,0 0 0,0 1 0,0-1 0,1 0 0,-3-3 0,3 2-69,0 1 1,0-1-1,1 0 1,-1 0-1,1 1 1,0-1-1,-1 0 1,1 0 0,0 0-1,1 1 1,-1-1-1,0 0 1,2-4-1,0-1 31,1 0 0,0 0 0,0 0 0,0 1 0,1-1 0,1 1 0,-1 0 0,1 0 0,0 1 0,0-1 0,1 1 0,0 0 0,0 1 0,1-1 0,6-4 0,-12 9-46,0 0-1,1 0 0,-1 0 0,0 0 0,0 1 1,1-1-1,-1 0 0,0 1 0,1-1 0,-1 0 1,1 1-1,-1 0 0,1-1 0,-1 1 0,1 0 1,-1 0-1,1 0 0,-1 0 0,1 0 0,-1 0 1,1 0-1,-1 0 0,1 1 0,-1-1 0,1 1 1,-1-1-1,0 1 0,1-1 0,-1 1 0,0 0 1,1 0-1,-1 0 0,0-1 0,0 1 0,0 0 0,0 1 1,0-1-1,0 0 0,0 0 0,0 0 0,0 1 1,1 0-1,2 8 11,0-1-1,-1 1 1,0-1 0,0 1 0,2 13-1,-1-4-5,-2-1 25,1 1-1,-2-1 0,-1 1 1,0 0-1,-1-1 0,-1 1 0,-8 32 1,5-22-18,-34 137-13,16-72 0,19-79 2,1 4-5,7-18 8,8-10 13,43-45 153,-43 41-135,0 0-1,0 1 0,1 1 1,1 0-1,19-12 1,-14 12 18,-13 7-28,1-1 1,-1 2 0,1-1-1,0 1 1,0 0-1,0 0 1,0 1 0,1 0-1,13-2 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22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12416,'-3'3'75,"0"-1"0,1 1 0,0 0 1,-1 0-1,1 0 0,0 0 1,0 0-1,1 0 0,-1 0 0,-1 6 1,-11 41 639,9-29-701,-75 211 754,77-224-771,1-3 71,-1 1-1,1 0 0,1-1 1,-1 1-1,0 9 1,1-14-44,1 0 0,0 0 0,1 0 0,-1 0 1,0-1-1,0 1 0,0 0 0,0 0 0,1 0 1,-1 0-1,0-1 0,1 1 0,-1 0 0,1 0 1,-1 0-1,1-1 0,-1 1 0,1 0 0,-1-1 0,1 1 1,0-1-1,-1 1 0,1 0 0,0-1 0,-1 0 1,1 1-1,0-1 0,0 1 0,0-1 0,-1 0 1,1 1-1,0-1 0,0 0 0,0 0 0,0 0 1,0 0-1,-1 0 0,1 0 0,0 0 0,0 0 1,0 0-1,0 0 0,0 0 0,0-1 0,1 0 1,36-7 68,-27 6 7,-1-1-1,1 1 0,19-1 0,-28 3-93,-1 0 0,1 0 1,-1 0-1,1 0 0,0 0 0,-1-1 0,1 1 1,-1-1-1,1 1 0,0-1 0,-1 0 0,0 0 0,1 1 1,-1-1-1,1 0 0,-1 0 0,0 0 0,0-1 0,0 1 1,1 0-1,-1 0 0,0-1 0,-1 1 0,1 0 0,0-1 1,0 1-1,1-3 0,-1-2 27,1 0 0,-1 0 1,0 0-1,0 0 0,0 0 0,-1-9 0,-7-17 3,6 30-30,1 0 0,-1 0-1,0 1 1,0-1 0,1 0 0,-1 1-1,0-1 1,0 1 0,-1-1 0,1 1 0,0-1-1,0 1 1,-1 0 0,1 0 0,-2-2-1,0 2 18,1-1 0,1 0 0,-1 0 0,0 0 0,0 0-1,1 0 1,-1 0 0,1 0 0,-1-1 0,1 1 0,0 0-1,0-1 1,0 1 0,0-1 0,1 1 0,-1-1 0,1 0-1,-1-2 1,-3-11 311,0 7 255,5 9-494,6 5-32,-5-2-60,1-1 0,-1 1 0,0-1-1,0 1 1,0 0 0,0 0 0,0 0 0,-1 0 0,1 0-1,-1 1 1,0-1 0,0 0 0,0 0 0,-1 1-1,1-1 1,-1 1 0,1 3 0,5 23 74,20 50 34,31 108 77,-51-156 25,-4-23-337,1-11-1036,1-12-3678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2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33 13568,'20'-20'1578,"-20"19"-1524,1 0 0,0 0 0,0 0-1,0 1 1,0-1 0,0 0 0,0 0 0,0 0-1,0 1 1,0-1 0,0 0 0,0 1 0,0-1-1,0 1 1,1 0 0,-1-1 0,0 1 0,0 0 0,1 0-1,-1-1 1,0 1 0,0 0 0,1 0 0,-1 1-1,0-1 1,1 0 0,-1 0 0,0 1 0,0-1-1,0 0 1,1 1 0,-1-1 0,0 1 0,0 0-1,0-1 1,0 1 0,0 0 0,0 0 0,0 0-1,0-1 1,0 1 0,0 0 0,-1 0 0,1 0-1,0 0 1,0 2 0,4 4-17,-1 1 0,0 0 1,-1 0-1,0 0 0,4 17 0,4 17 23,-1-5 12,-1 0 1,6 62-1,-15-97-59,0 0 0,1 0 0,-1 0 0,0 1-1,0-1 1,-1 0 0,1 0 0,0 0 0,-1 0-1,1 0 1,-1 0 0,0 0 0,1 0 0,-1 0-1,0-1 1,0 1 0,-1 0 0,1 0 0,-2 1-1,2-2 1,-1 0-1,1 0 0,-1 0 0,0-1 0,0 1 1,1-1-1,-1 1 0,0-1 0,0 0 0,1 1 1,-1-1-1,0 0 0,0 0 0,0-1 0,0 1 0,1 0 1,-1 0-1,0-1 0,0 1 0,-1-2 0,-3 0-12,0 0 0,1 0-1,-1-1 1,1 0 0,-1 0-1,1 0 1,0-1 0,1 1-1,-1-1 1,0-1 0,1 1-1,0-1 1,0 1-1,-4-7 1,3 3-11,0-1 0,1 1-1,0-1 1,0 1 0,1-1 0,0 0-1,1 0 1,-2-16 0,5-2-1478,11-13-6707,-4 19 3140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3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193 159 20735,'11'35'0,"7"20"0,14 69 0,-29-110 51,-1 0 0,-1 0-1,0 0 1,-1 0 0,-1 0-1,0 0 1,-6 28 0,6-40-30,0 0 1,0 0 0,0 0 0,0 0 0,0 0-1,-1 0 1,1-1 0,0 1 0,-1-1 0,0 1-1,1-1 1,-1 1 0,0-1 0,0 0-1,0 0 1,0 0 0,0 0 0,-2 1 0,-1 0 59,0 0 0,0-1 0,0 1 0,-1-1 0,1 0 0,-10 0 0,14-1-73,-1-1 0,0 1 0,0-1 0,0 1 0,0-1 0,0 0 0,1 0-1,-1 0 1,0 0 0,1 0 0,-1 0 0,1 0 0,-3-3 0,-20-21 34,17 17-46,-9-11 11,-16-25 0,7 7 86,18 28-81,2-1 0,-1 0 0,2-1 0,-1 1-1,1-1 1,1 0 0,0 0 0,0 0 0,1 0 0,1-1 0,0 1 0,0-22 0,2 10 8,1 0 1,1 1-1,1-1 0,1 1 1,11-31-1,-13 47-20,-1-1 0,1 1 0,1 1 0,-1-1 0,1 0 0,0 1 0,0-1 0,8-7 0,-10 11 0,0 0 0,0 1 0,0-1 0,0 1 0,1-1 0,-1 1 0,0 0 0,0 0 0,1 0 0,-1 0 0,1 0 0,-1 0 0,1 1 0,-1-1 0,1 1 0,0 0 0,-1 0 0,1 0 0,-1 0 0,1 0 0,0 0 0,-1 1 0,1 0 0,-1-1 0,1 1 0,3 1 0,-3 1 0,0-1 0,0 0 0,1 1 0,-1-1 0,-1 1 0,1 0 0,0 0 0,-1 0 0,1 1 0,-1-1 0,0 1 0,0-1 0,-1 1 0,3 5 0,3 10 0,7 31 0,-10-31 0,2 2 0,-2-9 0,-1 1 0,3 23 0,5 50 0,-8-41 0,-4-38 22,-1-8-44,-3-12-63,4 8-132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41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10 121 13440,'0'0'256,"-1"-7"106,1 0-151,0 3 2,0-1 1,0 1 0,0-1-1,-1 1 1,1-1-1,-1 1 1,0-1 0,-1 1-1,-1-5 1,21 82 2431,61 190-1877,-34-101-619,-40-156-259,-3-14-201,0-17-782,-20-48-4767,4 18 4296,14 54 1610,-1-1 0,1 1 0,-1 0 0,1-1 0,-1 1 0,0 0 0,1-1 0,-1 1 0,0 0 0,0 0 0,0 0 0,0 0 0,0 0 0,0 0 0,0 0 0,-1 0 0,1 0 0,0 0 0,0 1 0,-2-2 0,2 2 111,0-1 0,-1 1 0,1-1 0,0 1 1,0-1-1,0 0 0,0 1 0,0-1 0,1 0 0,-1 0 0,0 0 0,0 0 0,0 0 0,1 0 0,-1 0 0,0 0 0,1 0 0,-1 0 0,1 0 1,0-1-1,-1 1 0,1 0 0,-1-2 0,0-18 195,1-1 1,0 1-1,1 0 1,2-1-1,0 1 1,10-34-1,-1 20-329,1 0 0,1 1 1,20-32-1,-42 82-2818,-43 80 2518,-21 32 609,66-119-173,6-9-117,0 0 0,0 1 1,-1-1-1,1 0 1,0 1-1,0-1 0,-1 0 1,1 1-1,0-1 1,0 0-1,0 1 0,0-1 1,0 1-1,0-1 1,0 1-1,0-1 0,0 0 1,0 1-1,0-1 0,0 1 1,0-1-1,0 0 1,0 1-1,0-1 0,0 1 1,0-1-1,1 0 1,-1 1-1,0-1 0,0 0 1,0 1-1,1-1 1,-1 1-1,15 6 772,-3-2-531,5 4-27,0-1 0,28 8 0,-28-10-40,1 1 0,-1 1 0,22 12 1,-34-17-416,-1-1 0,0 1 1,0 1-1,-1-1 1,1 1-1,-1-1 1,1 1-1,-1 0 1,0 0-1,0 0 1,-1 1-1,0-1 1,1 0-1,-1 1 0,-1 0 1,1 0-1,0 4 1,1 5-10895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41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17407,'16'-8'790,"-13"6"-742,-1 1 0,1-1 0,-1 1 1,1 0-1,0-1 0,-1 1 0,1 1 0,0-1 0,0 0 1,0 1-1,0-1 0,0 1 0,0 0 0,0 0 1,0 0-1,0 0 0,-1 1 0,1-1 0,5 2 0,-4 0-16,0 0-1,1 0 0,-1 1 0,0 0 0,-1-1 1,1 1-1,0 1 0,-1-1 0,1 0 0,-1 1 1,3 4-1,5 8 25,0 2 1,-2 0 0,0 0-1,10 29 1,-15-37-27,0 1 0,1-1 0,0 0 0,9 13-1,-10-21-125,-3-8-240,-2-8-1344,-6-32-6490,5 22 2453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41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 12928,'-2'-13'2304,"3"14"-2255,-1-1 1,0 0 0,0 1 0,0-1 0,0 0 0,0 1 0,0-1 0,1 0 0,-1 1 0,0-1 0,0 0 0,0 1 0,0-1 0,0 0 0,0 1 0,-1-1 0,1 1 0,0-1 0,0 0 0,0 1 0,0-1 0,0 0 0,0 1 0,-1-1 0,1 1 16,0-1 1,-1 1-1,1-1 1,0 0-1,0 1 1,0-1-1,0 1 1,-1-1-1,1 1 1,0-1-1,0 1 1,0-1-1,0 1 1,0-1-1,0 1 1,0-1-1,0 1 1,1-1 0,-1 1-1,0-1 1,0 1-1,0-1 1,0 0-1,1 1 1,-1-1-1,0 1 1,0-1-1,1 0 1,-1 1-1,0-1 1,1 1-1,-1-1 1,0 0-1,1 0 1,-1 1-1,1-1 1,-1 0-1,0 0 1,1 1 0,-1-1-1,1 0 1,-1 0-1,1 0 1,-1 0-1,1 1 1,4 1 22,0 0 0,0 0-1,0 1 1,-1-1 0,1 1 0,-1 0 0,0 1 0,0-1 0,0 1 0,5 6 0,-2-1-35,0 1 0,-1 1 0,7 14 0,29 76 136,-15-35-124,-26-63-303,0 0-1,1 0 1,-1 0-1,1 0 1,0-1-1,0 1 1,0 0-1,0-1 1,0 0-1,1 0 1,-1 0-1,1 0 1,0 0-1,3 2 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42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25 135 16000,'0'0'256,"-2"8"-1,-1 5 257,-1-6 0,-2-1 256,-3-6-640,16-2 128,1-4-256,7-12 128,4-5-128,1-7 128,7-2-896,1 2 128,-2 2-11903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42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14976,'0'0'405,"2"-1"150,1-4-225,1 0 1,-1-1-1,0 1 1,0-1-1,-1 1 1,1-1-1,2-12 1,12-25 267,-13 36-504,1-1-1,0 1 1,0 1-1,0-1 0,1 1 1,9-8-1,-14 13-85,0 0-1,0 0 1,1 0-1,-1 0 1,0 0-1,1 0 1,-1 1-1,1-1 1,-1 0-1,1 1 1,-1 0-1,1-1 1,0 1-1,-1 0 1,1-1-1,-1 1 1,1 0-1,0 0 1,-1 0-1,1 1 1,-1-1-1,1 0 0,0 1 1,-1-1-1,1 1 1,-1-1-1,1 1 1,-1-1-1,0 1 1,1 0-1,-1 0 1,0 0-1,1 0 1,-1 0-1,0 0 1,0 0-1,2 3 1,1 0 11,-1 1 0,0 0 0,-1 0 0,1-1 0,-1 1 0,0 1 0,0-1 0,-1 0 0,1 0 0,-1 1 0,1 7 0,-1 8 37,-2 36-1,0-31-10,-11 90 21,6-79-46,-1 54 0,6-89-18,1-1 1,0 0-1,0 0 0,0 1 0,0-1 0,1 0 0,-1 1 0,0-1 0,0 0 0,1 0 0,-1 1 0,1-1 0,-1 0 0,1 0 0,0 0 1,-1 0-1,3 2 0,-2-2 1,0-1 0,0 1 1,0-1-1,0 0 0,0 1 1,0-1-1,1 0 0,-1 0 0,0 0 1,0 0-1,0 0 0,0 0 1,1 0-1,-1 0 0,0 0 1,0-1-1,0 1 0,0 0 0,0-1 1,2 0-1,9-3 24,1-1-1,-2-1 1,1 0-1,-1-1 1,16-11-1,46-47-14,63-54-652,-133 115 69,2-1-1672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2:4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0 388 15872,'0'-3'384,"1"-10"-93,0 0 0,0 0 0,1 0 0,0 0 0,2 0 0,-1 0 0,1 1 0,1-1 0,0 1 0,1 0 0,1 1 0,-1 0 0,18-21 0,4 0 199,45-39 1,12-13-448,-79 81-1424,-5 9-1229,-1-4 1759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3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22655,'-2'18'0,"1"-14"0,1 0 0,-1 0 0,0 0 0,0 0 0,0 0 0,-1 0 0,1-1 0,-4 7 0,-1-4 0,4-11 0,1-6 0,3-24 0,-2 34 0,0 1 0,0 0 0,0-1 0,0 1 0,0 0 0,0 0 0,0-1 0,0 1 0,0 0 0,0-1 0,0 1 0,0 0 0,0-1 0,1 1 0,-1 0 0,0 0 0,0-1 0,0 1 0,0 0 0,1 0 0,-1-1 0,0 1 0,0 0 0,1 0 0,-1-1 0,0 1 0,0 0 0,1 0 0,-1 0 0,1-1 0,4 8 0,1 11 0,6 17 0,-4-16 0,-5-23 0,1-13 0,-4 14-32,1 0-1,-1 0 0,1 0 0,-1 0 1,0 0-1,0 0 0,0 0 1,-1 0-1,1 0 0,-1 0 1,1 0-1,-1 0 0,0 0 0,-2-4 1,-4 17-6240,4-18 491,-1-4 21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23423,'-52'177'0,"21"-79"0,20-46 0,11-49 0,-1 1 0,1-1 0,0 0 0,0 0 0,0 0 0,1 0 0,-1 0 0,1 0 0,-1 0 0,1 0 0,0 0 0,0 0 0,3 4 0,-4-6 0,1-1 0,0 0 0,-1 1 0,1-1 0,0 0 0,0 0 0,-1 0 0,1 0 0,0 0 0,-1 0 0,1 0 0,0 0 0,0 0 0,-1 0 0,1 0 0,0 0 0,-1 0 0,1 0 0,0-1 0,-1 1 0,1 0 0,0-1 0,-1 1 0,1 0 0,-1-1 0,1 1 0,0-1 0,-1 1 0,1-1 0,-1 1 0,1-2 0,19-15 0,9-16 0,-20 21 0,1 1 0,1 0 0,-1 1 0,20-14 0,-2 3 0,36-32 0,-33 31 0,-30 21 0,1 0 0,0 0 0,-1 1 0,1-1 0,-1 1 0,1-1 0,0 1 0,-1 0 0,1-1 0,0 1 0,-1 0 0,1 0 0,0 0 0,-1 0 0,1 1 0,0-1 0,-1 0 0,1 1 0,2 0 0,5 5 0,6 1 0,-14-7 0,0 0 0,-1 0 0,1 0 0,0 0 0,-1-1 0,1 1 0,0 0 0,-1-1 0,1 1 0,-1 0 0,1-1 0,0 1 0,-1 0 0,1-1 0,-1 1 0,1-1 0,-1 1 0,1-1 0,-1 1 0,0-1 0,1 0 0,-1 1 0,0-1 0,1 1 0,-1-1 0,0 0 0,0 0 0,1-5-557,-7 11 801,-5 5-2877,-1-5-7156,4-5 3709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1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1 194 20991,'0'0'128,"1"-10"-21,6-32-64,-7 41-39,0 0 0,1 0 0,-1 0 1,0 0-1,0 0 0,1 0 0,-1 0 1,0 0-1,1 1 0,-1-1 0,1 0 1,-1 0-1,1 0 0,0 0 0,-1 0 1,2 0-1,7 3 74,-9-2-75,0 0 1,1 0-1,-1 0 1,0 1-1,0-1 0,1 0 1,-1 0-1,0 0 1,0 0-1,1 0 0,-1 1 1,0-1-1,1 0 1,-1 0-1,0 0 0,1 0 1,-1 0-1,0 0 1,0 0-1,1 0 1,-1 0-1,0 0 0,1 0 1,-1 0-1,0 0 1,0-1-1,1 1 0,-1 0 1,0 0-1,1 0 1,1-3 8,0 0 1,0 0-1,-1 0 1,1 0-1,-1 0 1,1 0-1,-1 0 1,0 0-1,1-5 1,-2 5 8,0 1 1,1-1-1,-1 1 1,1-1-1,0 1 1,0-1-1,0 1 0,0 0 1,0-1-1,1 1 1,-1 0-1,1 0 1,-1 0-1,1 0 1,0 0-1,0 0 1,-1 1-1,1-1 0,1 0 1,-1 1-1,0 0 1,3-2-1,-1 1 24,-1-1-1,1 1 0,-1-1 1,1 0-1,-1 0 1,0-1-1,0 1 0,0-1 1,-1 1-1,1-1 1,2-6-1,-5 10-43,0 0 1,0 0 1,0 0-1,0 0 1,0 0 0,0 1-1,0-1 1,0 0-1,0 0 1,0 0 0,0 0-1,0 0 1,1 0-1,-1 1 1,0-1 0,0 0-1,0 0 1,0 0-1,0 0 1,0 0 0,0 0-1,0 0 1,0 1-1,0-1 1,0 0 0,0 0-1,1 0 1,-1 0-1,0 0 1,0 0 0,0 0-1,0 0 1,0 0-1,0 0 1,0 0 0,1 0-1,-1 0 1,0 0-1,0 0 1,0 0 0,0 0-1,0 0 1,0 0-1,1 0 1,-1 0 0,0 0-1,0 0 1,0 0-1,0 0 1,0 0 0,0 0-1,1 0 1,-1 0-1,0 0 1,0 0 0,0 0-1,0 0 1,0 0-1,0 0 1,0 0-1,1-1 1,-1 1 0,0 0-1,1 14 48,2 7-9,-3-20-39,0-1-1,1 0 0,-1 0 1,0 0-1,0 0 0,0 0 1,0 0-1,0 1 0,0-1 1,1 0-1,-1 0 0,0 0 1,0 0-1,0 0 1,0 0-1,1 0 0,-1 0 1,0 0-1,0 0 0,0 1 1,0-1-1,1 0 0,-1 0 1,0 0-1,0 0 0,0 0 1,1 0-1,-1-1 0,0 1 1,0 0-1,0 0 0,0 0 1,1 0-1,-1 0 0,0 0 1,0 0-1,0 0 0,0 0 1,1 0-1,-1 0 1,0-1-1,0 1 0,0 0 1,9-12 68,-9 11-61,0 1 1,0 0-1,0 0 1,0-1 0,1 1-1,-1 0 1,0-1 0,0 1-1,1 0 1,-1 0-1,0 0 1,0-1 0,1 1-1,-1 0 1,0 0-1,1 0 1,-1 0 0,0-1-1,1 1 1,-1 0 0,0 0-1,1 0 1,-1 0-1,0 0 1,1 0 0,-1 0-1,0 0 1,1 0-1,-1 0 1,0 0 0,1 0-1,-1 0 1,0 1 0,1-1-1,-1 0 1,0 0-1,1 0 1,-1 0 0,0 1-1,1-1 1,-1 0-1,0 0 1,0 0 0,1 1-1,-1-1 1,0 0 0,0 0-1,0 1 1,1-1-1,-1 0 1,0 1 0,0-1-1,0 0 1,0 1-1,0-1 1,1 0 0,-1 1-1,2 23 254,-2-18-165,3-16 8,-3 9-102,0 1 0,0 0 0,0 0 0,0 0 0,0-1 1,0 1-1,0 0 0,0 0 0,0 0 0,0 0 0,0-1 1,1 1-1,-1 0 0,0 0 0,0 0 0,0 0 0,0-1 1,0 1-1,0 0 0,1 0 0,-1 0 0,0 0 0,0 0 0,0 0 1,0 0-1,1-1 0,-1 1 0,0 0 0,0 0 0,0 0 1,0 0-1,1 0 0,-1 0 0,0 0 0,0 0 0,0 0 1,1 0-1,-1 0 0,0 0 0,0 0 0,0 0 0,1 0 1,-1 0-1,0 0 0,0 0 0,0 1 0,0-1 0,1 0 1,-1 0-1,0 0 0,0 0 0,0 0 0,0 0 0,1 0 1,-1 1-1,0-1 0,0 0 0,0 0 0,0 0 0,0 0 0,0 1 1,8 9 78,-2 2-46,-5-10-10,1 1 1,-1 0-1,0-1 0,0 1 1,0 0-1,0 0 1,1 5-1,-2 66 250,-7-37-101,0-6-96,0-5-222,-1-5-121,6-13-246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1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18559,'0'0'6870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22527,'0'0'0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98 196 13184,'0'0'2688,"-2"5"-1601,-9 47 237,-3 2-455,3 0 0,3 0 0,-3 59 0,12-96-504,3-22-46,-3 2-276,0 0-1,1 0 1,0 0-1,0 0 1,0 0-1,0 0 1,3-2-1,0-1-15,0 1-1,-1-1 0,0 1 0,0-1 1,0-1-1,0 1 0,-1 0 1,0-1-1,2-7 0,9-17-417,-14 30 196,0 1 0,0 0 0,0-1-1,0 1 1,0 0 0,0 0-1,0-1 1,-1 1 0,1 0 0,0 0-1,-5-3-4099,5 3 4099,0 0 1,-1 0 0,1 0 0,0 0-1,0 0 1,-1 0 0,1 0-1,0 0 1,0 1 0,-1-1 0,1 0-1,-13-2 536,9 2-198,0-1 1,0 1 0,0 0 0,0 1 0,0-1 0,-4 1 0,5 0 222,0 0-1,0-1 1,0 0-1,0 1 1,0-1 0,0 0-1,0-1 1,0 1 0,0-1-1,0 1 1,-4-2-1,3 0-31,3 2-295,0 0 1,0 0-1,0 0 0,0-1 0,0 1 0,1 0 0,-1-1 0,0 1 0,0 0 0,0-1 1,1 1-1,-1-1 0,0 0 0,0 1 0,1-1 0,-1 1 0,1-1 0,-1 0 0,0 0 1,1 1-1,-1-1 0,1 0 0,0 0 0,-1 1 0,1-1 0,0 0 0,-1 0 0,1 0 1,0 0-1,0 0 0,0 0 0,0 0 0,0 1 0,0-1 0,0 0 0,0 0 0,0 0 1,0 0-1,0 0 0,0 0 0,1 0 0,-1 1 0,0-1 0,1-1 0,6-11 75,0 1-1,0 1 1,1-1-1,1 1 1,0 1 0,0 0-1,12-11 1,-18 18-96,69-64 409,92-68 1,-132 106-376,-24 22-10,0-1 0,0 2 0,0-1 0,12-6 0,-34 23-1352,1-1-2669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3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13312,'0'0'789,"-6"9"1984,4-4-2463,0 1-1,0-1 1,0 0-1,1 1 1,0-1 0,0 1-1,0 6 1,-5 23 413,3-19-547,1 1-1,1 0 0,0 0 1,1 0-1,1 0 1,5 27-1,-3-13 154,0-17-79,4-15 109,9-2 56,-14 3-371,0 0-1,0-1 0,0 1 0,1-1 1,-1 0-1,0 0 0,0 1 1,0-1-1,0 0 0,0-1 0,0 1 1,0 0-1,0-1 0,-1 1 1,1-1-1,-1 1 0,1-1 0,1-2 1,26-37 499,-23 31-481,-2 2 8,0 0 1,1 0 0,0 1-1,1-1 1,-1 1-1,1 0 1,1 1-1,-1 0 1,12-9 0,32-20 121,-48 35-187,0-1-1,0 1 1,1-1 0,-1 1 0,0 0 0,0 0 0,1 0 0,-1 0 0,0 0 0,1 0 0,-1 1 0,0-1 0,4 2 0,28 11 32,-29-10-37,0 1 0,-1 0-1,1-1 1,-1 1 0,0 1-1,-1-1 1,1 0 0,-1 1-1,0 0 1,0 0 0,0 0-1,-1 0 1,1 0 0,-1 1-1,2 7 1,0 2 5,-1 0 1,-1 0-1,0 0 0,0 24 1,-2-18 45,0 0 0,-2-1 0,0 0 0,-9 38 1,10-56-30,0 1 0,-1-1 0,1 0 0,0 1 0,-1-1 0,1 0 0,-1 0 1,0 0-1,0 0 0,0 0 0,0 0 0,0-1 0,0 1 0,-5 2 0,6-3-5,0-1 0,0 1 0,-1-1 0,1 1 0,0-1-1,-1 1 1,1-1 0,0 0 0,-1 0 0,1 1-1,0-1 1,-1 0 0,1 0 0,-1-1 0,1 1 0,0 0-1,-1 0 1,1-1 0,0 1 0,-1-1 0,1 1-1,0-1 1,0 1 0,-1-1 0,1 0 0,0 0 0,0 1-1,0-1 1,0 0 0,-1-1 0,-13-14 4,7 13-21,5 9-42,3-4-150,11-26-8662,-7 13 3116,-2-1-939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1 202 17535,'19'-6'4054,"-19"5"-4029,-1 1 0,0-1 0,0 0 0,1 1 0,-1-1 0,1 1 0,-1-1 0,0 0 0,1 0 0,-1 1 0,1-1 0,-1 0 0,1 0 0,0 0 0,-1 0 0,1 0 0,0 1 0,0-1 0,0 0 0,-1 0 0,1 0 0,0 0 0,0 0 0,0 0 0,0 0 0,1 0 0,-1 0 1,0 0-1,0 1 0,0-1 0,1 0 0,0-1 0,12-34 386,-12 32-347,10-22 158,-5 11-6,0 0 0,1 0 0,1 0-1,12-17 1,-19 31-199,0 0-1,1 0 0,-1 0 1,0 0-1,1 0 0,-1 1 1,1-1-1,-1 0 0,1 1 1,-1 0-1,1-1 0,0 1 1,-1 0-1,1-1 0,-1 1 1,1 0-1,0 0 0,-1 0 1,1 1-1,2-1 0,0 1 6,1 0-1,-1 0 0,0 0 0,0 1 0,1-1 0,3 3 0,-4-1-16,1 0-1,-1 1 1,-1-1-1,1 1 1,0 0 0,-1 0-1,0 0 1,0 0 0,0 0-1,-1 1 1,1 0 0,-1-1-1,0 1 1,0 0 0,-1 0-1,1 0 1,-1 0 0,1 8-1,0 9 16,0 1 1,-3 42-1,0-60-20,-4 95 78,-6 0 1,-22 99-1,33-199-77,0 0-1,0 0 1,-1 0-1,1 0 1,0 0 0,0 0-1,0 0 1,0 0 0,0 1-1,0-1 1,0 0 0,0 0-1,0 0 1,0 0 0,0 0-1,0 0 1,-1 0 0,1 0-1,0 1 1,0-1-1,0 0 1,0 0 0,0 0-1,0 0 1,0 0 0,0 0-1,0 0 1,0 1 0,0-1-1,0 0 1,0 0 0,0 0-1,0 0 1,0 0 0,1 0-1,-1 0 1,0 0-1,0 1 1,0-1 0,0 0-1,0 0 1,0 0 0,0 0-1,0 0 1,0 0 0,0 0-1,0 0 1,0 0 0,1 0-1,-1 1 1,0-1 0,0 0-1,0 0 1,0 0-1,0 0 1,0 0 0,0 0-1,1 0 1,-1 0 0,0 0-1,0 0 1,0 0 0,0 0-1,8-8 50,8-15 8,-3 3-47,-1 0 57,25-31 1,-32 46-56,0-1 0,0 1 0,1 0 0,-1 1 0,1-1 0,0 1 0,1 0 0,-1 1 0,12-6 0,38-13 93,-55 22-112,-1 0-1,1 0 1,0-1-1,-1 1 1,1 0-1,-1 0 1,1-1 0,0 1-1,-1 0 1,1-1-1,-1 1 1,1-1-1,-1 1 1,1-1-1,-1 1 1,1-1-1,-1 1 1,1-1-1,-1 0 1,0 1-1,1-1 1,-1 1 0,0-1-1,0 0 1,1 1-1,-1-1 1,0 0-1,0 1 1,0-1-1,0 0 1,0 0-1,0 0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25855,'0'0'0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5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 15104,'0'0'4607,"-3"5"-3881,-13 25-414,0 0 0,3 0 0,0 2 0,2 0 0,1 0 0,2 1 0,-7 52 0,-25 264 818,40-348-1128,0 46 189,0-46-177,0 1 0,1 0 1,-1 0-1,0 0 0,1 0 0,-1-1 0,1 1 0,0 0 1,-1-1-1,1 1 0,0 0 0,0-1 0,0 1 1,0-1-1,1 1 0,-1-1 0,0 0 0,1 1 1,-1-1-1,3 1 0,-4-2-49,0 0 0,0 1 0,1-1-1,-1 0 1,0 0 0,0 0 0,0 0 0,1 1 0,-1-1 0,0 0-1,0 0 1,0 0 0,1 0 0,-1 1 0,0-1 0,0 0 0,0 0-1,0 1 1,0-1 0,0 0 0,0 0 0,1 1 0,-1-1 0,0 0-1,0 0 1,0 1 0,0-1 0,0 0 0,0 1 0,0-1 0,0 0-1,0 0 1,0 1 0,-1-1 0,1 0 0,0 1 0,-4 6-3621,1-1-817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721 289 28671,'0'0'128,"-7"-4"-21,-71-37-84,25 13 157,-105-43 1,-75-8-32,52 15-149,170 63 0,12 7 0,9 6 0,12 3 0,36 17 0,-14-8 0,-2 0 0,0-1 0,2-2 0,69 22 0,-64-29-6,-18-6 51,0 1-1,48 23 1,-71-28-45,0 1 0,0 0 0,-1 1 0,0 0 0,0 0 0,0 1 0,-1 0 0,0 0 0,7 10 0,-10-9 59,-9-11 175,-10-8-36,-20-5-175,20 10-23,1 0-1,0-2 1,-18-11-1,-34-35-571,54 42-324,-1 0-1,0 1 1,0 0-1,-1 1 1,0 1-1,-1 1 1,-23-10-1,20 12-14270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49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16767,'0'0'4736,"-3"6"-4480,2-3-231,-8 16 167,0 1-1,2 0 0,0 0 1,2 0-1,-6 30 1,11-26-83,0 0 0,2 1 0,1-1 0,0 0 0,10 31 0,44 113 133,-50-149-204,1-1 0,0-1 0,2 0 0,18 26 0,-24-38-22,0 0 1,1 1-1,0-1 1,0-1-1,0 1 0,0-1 1,1 0-1,0 0 1,0-1-1,0 1 1,0-1-1,0-1 0,1 1 1,-1-1-1,1 0 1,9 1-1,19 2 54,-24-2-41,-1-2-1,1 1 1,-1-1 0,1-1-1,-1 0 1,1-1-1,20-3 1,-22 2 11,0 0 0,-1-1 0,16-8 1,-21 10-28,-1-1 0,1 0-1,0 0 1,-1 0 0,1 0 0,-1 0 0,0-1 0,1 1 0,-1-1-1,0 0 1,-1 0 0,1 1 0,2-7 0,48-137 392,-52 145-400,0 0 0,0 0 0,0 1 1,0-1-1,0 0 0,0 0 0,0 0 0,0 1 0,0-1 0,0 0 0,0 0 0,-1 1 0,1-1 0,0 0 0,0 0 0,-1 1 1,1-1-1,-1 0 0,1 1 0,-1-1 0,1 0 0,-1 1 0,1-1 0,-1 1 0,1-1 0,-1 1 0,0-1 0,1 1 0,-1-1 1,0 1-1,-29-15 262,12 7-180,6 0-55,-1 0 0,0 2 0,-18-8 0,27 12-23,-1 1 0,1 0 1,-1-1-1,0 2 0,1-1 0,-1 0 0,0 1 0,0 0 0,0 0 1,1 0-1,-1 1 0,0 0 0,-8 2 0,-4 4-1219,0 2-1,0 0 0,-30 22 1,-17 10-4678,44-30-3861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50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0 320 18943,'0'0'2710,"3"-6"-2497,11-13-55,0 0 0,1 0 0,1 2-1,20-18 1,-18 18-75,-1 0-66,0 1-1,2 0 1,21-13 0,-33 25-120,-1-1 1,0 0-1,0 0 1,0 0 0,0 0-1,-1-1 1,0 0-1,0-1 1,0 1 0,-1-1-1,0 1 1,0-1-1,-1-1 1,3-7 0,-6 2-3586,-1 13 3472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5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6 189 13568,'0'0'1024,"-5"16"2325,4-13-3133,1 0 0,1 0 0,-1 0 0,0 1 0,1-1 0,-1 0 0,1 0 0,0 0 0,2 5 0,-2-8-177,-1 1-1,0-1 1,0 0-1,1 1 1,-1-1 0,0 0-1,1 1 1,-1-1-1,0 0 1,1 0 0,-1 1-1,0-1 1,1 0-1,-1 0 1,1 0 0,-1 1-1,0-1 1,1 0-1,-1 0 1,1 0 0,-1 0-1,1 0 1,-1 0-1,0 0 1,1 0 0,-1 0-1,1 0 1,1-1 9,0 0 0,-1 1 0,1-1 0,-1 0 0,1 0 1,-1 0-1,0 0 0,1 0 0,-1 0 0,0-1 0,2 0 0,42-49 565,30-29 34,-63 69-562,1 0 0,0 1 0,1 0 0,24-13 1,29-12 170,-67 35-258,0 0-1,0 0 1,0 0 0,1-1 0,-1 1 0,0 0 0,0 0 0,0 0 0,1 0 0,-1 0 0,0 0 0,0 0 0,1 0 0,-1 0-1,0-1 1,0 1 0,0 0 0,1 0 0,-1 0 0,0 0 0,0 0 0,1 1 0,-1-1 0,0 0 0,0 0 0,0 0 0,1 0-1,-1 0 1,0 0 0,0 0 0,0 0 0,1 0 0,-1 1 0,0-1 0,0 0 0,0 0 0,1 0 0,-1 0 0,0 1 0,0-1-1,0 0 1,0 0 0,0 0 0,0 1 0,1-1 0,-1 0 0,0 0 0,0 0 0,0 1 0,0-1 0,0 0 0,0 0 0,0 1-1,0-1 1,0 0 0,0 0 0,0 0 0,0 1 0,0-1 0,0 0 0,0 0 0,0 1 0,-1-1 0,-4 13-1913,-1-7-2011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51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18687,'0'0'4608,"4"10"-4352,7 19 36,3 0-1,29 48 1,-20-38-76,29 63 0,4 10 141,-45-91-179,0 1 0,12 41 0,-22-60-155,8 18 188,-9-20-206,0-1-1,0 0 1,0 1 0,1-1 0,-1 0 0,0 1-1,0-1 1,0 0 0,1 0 0,-1 1 0,0-1-1,1 0 1,-1 0 0,0 1 0,0-1 0,1 0-1,-1 0 1,0 0 0,1 1 0,-1-1 0,0 0-1,1 0 1,-1 0 0,1 0 0,-1 0 0,0 0-1,1 0 1,-1 0 0,0 0 0,1 0 0,-1 0-1,1 0 1,-1 0 0,0 0 0,1 0 0,-1 0-1,0 0 1,1-1 0,-1 1 0,0 0-1,1 0 1,-1 0 0,0 0 0,1-1 0,-1 1-1,0 0 1,0 0 0,1-1 0,2-2 3,-3 2-1,1 0 1,0 0-1,-1 0 0,1 0 0,0 0 1,0 0-1,-1 1 0,1-1 1,0 0-1,0 0 0,0 1 0,0-1 1,0 1-1,0-1 0,0 1 1,0-1-1,0 1 0,1-1 1,-1 1-1,0 0 0,0 0 0,0 0 1,0-1-1,1 1 0,-1 0 1,0 1-1,0-1 0,0 0 0,0 0 1,0 0-1,1 1 0,-1-1 1,1 1-1,-5 2-82,1 0 1,-1-1-1,1 1 0,-1-1 1,0 1-1,0-1 0,-5 3 1,6-4-179,-11 4-1463,4-7-2715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52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18 359 14976,'0'6'533,"-15"67"853,13-68-494,2-12-413,7-18 305,43-73 938,53-111-1097,-95 188-2266,-2-1 0,7-35 1,-12 54 1442,-2 5-174,0 1 1,0 0-1,-1-1 0,1 0 1,-1 1-1,1-1 0,-1 0 1,-3 3-1,-26 28 1556,18-22-167,2 1 0,-1 0-1,2 1 1,-16 24-1,17-16-573,0 1-1,-7 31 0,4-12 2,10-36-386,0 1-1,1-1 1,-1 0-1,1 1 1,0 0-1,1-1 1,-1 1-1,1 0 1,0-1-1,1 1 1,-1 0-1,1-1 1,0 1-1,0-1 1,1 1-1,0-1 1,0 0-1,0 1 1,1-1-1,-1 0 1,1 0-1,5 6 1,2 8 174,-9-17-202,0 0 0,0 0-1,0 0 1,0 0 0,0 0-1,0 0 1,0 0 0,1 0-1,-1 0 1,1 0 0,-1-1 0,3 3-1,1-1 50,-2 0-1,1 1 0,0 0 0,-1-1 1,5 7-1,6 7 114,-13-16-181,-1 0 1,1-1 0,0 1 0,0 0 0,-1-1 0,1 1 0,0-1 0,0 1 0,0-1-1,0 0 1,0 1 0,-1-1 0,1 0 0,0 1 0,0-1 0,0 0 0,0 0-1,0 0 1,0 0 0,0 0 0,0 0 0,0 0 0,0 0 0,0-1 0,0 1-1,0 0 1,0 0 0,-1-1 0,1 1 0,0-1 0,0 1 0,0-1 0,0 1-1,-1-1 1,1 1 0,0-1 0,0 0 0,3-4 39,0 1 0,0-1 0,0 1 0,5-10 0,-5 7-11,2 0 12,-1 1 0,2-1 0,-1 1-1,1 0 1,-1 1 0,9-5 0,-14 9-49,0 1-1,-1-1 1,1 1 0,0-1 0,-1 1-1,1 0 1,0-1 0,-1 1 0,1 0-1,0 0 1,0-1 0,-1 1-1,1 0 1,0 0 0,0 0 0,-1 0-1,1 0 1,0 0 0,0 0 0,-1 0-1,1 0 1,0 1 0,0-1 0,-1 0-1,1 0 1,0 1 0,0-1-1,13 17 63,-13-14-54,1-1 0,-1 0 1,1 0-1,-1 0 1,1 0-1,0 0 0,3 2 1,-4-3-6,0-1 0,0 1-1,0-1 1,0 0 0,0 0 0,0 1 0,0-1 0,0 0-1,0 0 1,0 0 0,0 0 0,0 0 0,0 0 0,0 0 0,0 0-1,0-1 1,0 1 0,0 0 0,0 0 0,0-1 0,0 1 0,0-1-1,0 1 1,-1-1 0,2 0 0,-2 1-5,1 0 0,-1 0-1,0-1 1,0 1 0,0 0 0,1 0 0,-1 0 0,0 0 0,0 0-1,1 0 1,-1 0 0,0 0 0,0 0 0,0 0 0,1 0 0,-1 0-1,0 0 1,0 0 0,1 0 0,-1 0 0,0 0 0,0 0-1,1 0 1,-1 0 0,0 0 0,0 1 0,0-1 0,1 0 0,-1 0-1,0 0 1,0 0 0,0 0 0,0 1 0,1-1 0,-1 0 0,0 0-1,0 0 1,0 1 0,0-1 0,0 0 0,1 0 0,3 16 42,-4 24 23,0-34-62,1 4 3,-1 0-1,0 0 0,-1 0 1,0 1-1,0-1 1,-1 0-1,-1 0 0,1-1 1,-8 17-1,10-25-15,-1-1 0,1 1 0,0-1-1,0 0 1,-1 1 0,1-1 0,0 1-1,-1-1 1,1 0 0,0 1 0,-1-1-1,1 0 1,-1 1 0,1-1 0,-1 0-1,1 1 1,-1-1 0,1 0 0,-1 0-1,1 0 1,-1 0 0,1 1 0,-1-1 0,1 0-1,-1 0 1,1 0 0,-1 0 0,1 0-1,-1 0 1,1 0 0,-1 0 0,0-1-1,-1 0-73,1 1 0,-1-1 0,0 0-1,1 0 1,-1 0 0,1-1 0,-1 1-1,1 0 1,-3-3 0,0-2-505,-1 0 1,1 0 0,0 0-1,-5-11 1,4 2-1134,-11-20-6158,6 20 882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5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17535,'0'0'640,"0"0"-573,0 0-1,0 0 1,-1 0-1,1 0 1,0 0-1,0 0 1,0-1-1,0 1 1,0 0-1,-1 0 1,1 0-1,0 0 1,0 0-1,0 0 1,0 0-1,-1 0 1,1 0-1,0 0 1,0 1-1,0-1 0,0 0 1,0 0-1,-1 0 1,1 0-1,0 0 1,0 0-1,0 0 1,0 0-1,0 0 1,-1 0-1,1 0 1,0 1-1,0-1 1,0 0-1,0 0 1,0 0-1,0 0 1,0 0-1,0 1 1,0-1-1,-1 0 1,1 0-1,0 4 410,0 0-223,0 1 1,0-1 0,0 0-1,0 1 1,1-1 0,-1 0-1,1 0 1,0 0 0,1 1 0,-1-1-1,4 6 1,-5-10-232,0 0 0,-1 0 1,1 0-1,0 0 0,0 0 0,0 0 0,0 0 1,0 0-1,0 0 0,0 0 0,0 0 0,-1 1 1,1-1-1,0 0 0,0 0 0,0 0 1,0 0-1,0 0 0,0 0 0,0 0 0,0 0 1,0 0-1,0 1 0,0-1 0,0 0 0,0 0 1,0 0-1,0 0 0,0 0 0,0 0 1,0 0-1,0 1 0,0-1 0,0 0 0,0 0 1,0 0-1,0 0 0,0 0 0,0 0 0,0 0 1,0 1-1,0-1 0,0 0 0,0 0 0,0 0 1,0 0-1,0 0 0,0 0 0,0 0 1,1 0-1,-1 0 0,0 1 0,0-1 0,0 0 1,0 0-1,0 0 0,0 0 0,0 0 0,0 0 1,1 0-1,-1 0 0,0 0 0,0 0 1,0 0-1,0 0 0,-4-5-2870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53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21247,'0'0'0,"5"9"128,5 8 128,1 8 0,2 5-128,-2-4 128,5 0-128,2-5 0,5-6-128,-1 13 128,1 13-128,-2-5 0,1-4-128,-5-8 0,-2-9-2944,-6-7 129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3:5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4 241 17407,'0'7'1174,"-1"1"-948,0 0 1,1 0-1,0 0 1,1 0-1,0 0 0,0 0 1,0 0-1,1 0 1,1-1-1,-1 1 1,1 0-1,5 9 1,-5-16 167,-3-6-218,0-7-106,-8-16 215,3 11 63,-7-36 0,11 46-306,1 0 1,0 0 0,0 0 0,0 0-1,1 0 1,0 0 0,1 0-1,3-12 1,0 4 8,0-1 0,1 2 1,1-1-1,0 0 0,1 1 0,1 1 0,0 0 1,1 0-1,16-17 0,-25 29-46,1 0 1,-1-1-1,0 1 1,1 0-1,-1 0 1,1 0-1,0 1 1,-1-1-1,1 0 1,0 0-1,-1 1 1,1-1-1,0 1 1,0 0-1,2-1 1,-3 1 0,1 1-1,-1-1 1,0 0-1,0 1 1,1-1-1,-1 0 1,0 1-1,0-1 1,0 1-1,0 0 1,0-1-1,0 1 1,0 0-1,0 0 1,0 0-1,0 0 1,1 1-1,1 2 6,0 1 1,0 1-1,0-1 0,-1 0 0,0 1 1,0-1-1,2 10 0,6 30-11,-2 0 0,-2 1 0,-2-1 0,-3 1 0,-1 0 0,-11 81 0,11-121-28,-1-1 67,0 1 0,1-1 0,-1 0 0,2 11 0,-1-15-30,0-1 0,0 0 0,0 1 0,0-1 0,1 1 0,-1-1 0,0 1 1,0-1-1,0 1 0,1-1 0,-1 0 0,0 1 0,0-1 0,1 0 0,-1 1 0,0-1 0,1 0 0,-1 1 0,1-1 0,-1 0 0,0 1 0,1-1 0,-1 0 0,1 0 0,0 1 4,0-2 0,0 1 1,0 0-1,0 0 0,1 0 1,-1 0-1,0-1 0,0 1 0,0 0 1,-1-1-1,1 1 0,0-1 1,0 1-1,0-1 0,0 1 1,1-2-1,38-23 269,-27 18-201,-1-1 0,0 0 0,0 0 0,-1-1 0,14-14 0,-11 7-41,27-31 185,79-69 1,-103 106-1197,-12 10-938,-5 9-1569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0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59 290 22271,'2'5'107,"5"15"-61,15 39 441,-15-37-357,3 3-4,11 1 63,-19-23-179,1-1 0,-1 1 1,1-1-1,-1 1 0,0 0 0,0 0 1,0-1-1,-1 1 0,1 1 0,-1-1 1,1 0-1,-1 0 0,0 1 0,0-1 0,-1 0 1,2 7-1,-2-8 12,0 0 0,0 0 0,0 0-1,1 0 1,-1 0 0,1 0 0,-1 0 0,1 0 0,0 0-1,0 0 1,0 0 0,2 2 0,-3-4-19,0 0-1,0 0 1,0 0-1,0 0 1,0 0-1,0 1 1,0-1-1,0 0 1,0 0-1,0 0 1,0 0-1,0 0 1,1 0-1,-1 0 1,0 0-1,0 0 1,0 0-1,0 0 1,0 0-1,0 0 1,0 0-1,1 0 1,-1 0 0,0 1-1,0-1 1,0 0-1,0 0 1,0 0-1,0-1 1,1 1-1,-1 0 1,0 0-1,0 0 1,0 0-1,0 0 1,0 0-1,0 0 1,0 0-1,1 0 1,-1 0-1,0 0 1,0 0-1,0 0 1,0 0-1,0 0 1,0 0 0,0-1-1,0 1 1,0 0-1,0 0 1,1 0-1,-1 0 1,0 0-1,0 0 1,0-1-1,0-17 128,-2 10-104,-1 1 1,-1 0 0,1 0 0,-1 0-1,-1 0 1,1 0 0,-1 1 0,-11-12-1,12 14-32,-10-12 13,10 12 4,0 0 0,-1-1 0,2 0 0,-1 0 0,1 0 0,-1 0 0,1 0 0,1-1 0,-1 0 0,-2-8 0,1-9-11,0 0 0,2-1 0,0-33 0,2 57 0,0 0 0,0 0 0,0-1 0,0 1 0,0 0 0,0 0 0,0 0 0,0 0 0,0-1 0,0 1 0,0 0 0,0 0 0,0 0 0,0 0 0,0-1 0,0 1 0,0 0 0,-1 0 0,1 0 0,0 0 0,0 0 0,0 0 0,0-1 0,0 1 0,0 0 0,-1 0 0,1 0 0,0 0 0,0 0 0,0 0 0,0 0 0,0 0 0,-1 0 0,1 0 0,0 0 0,0 0 0,0-1 0,0 1 0,-1 0 0,1 0 0,0 0 0,0 0 0,0 1 0,-1-1 0,1 0 0,0 0 0,0 0 0,0 0 0,0 0 0,0 0 0,-1 0 0,1 0 0,0 0 0,0 0 0,0 0 0,0 0 0,0 1 0,-1-1 0,-7 7 0,6 0 0,-2-12 0,-2 0 0,6 6 0,0 0 0,0 0 0,0 0 0,0 0 0,1-1 0,-1 1 0,0 0 0,-1 0 0,1 0 0,0 0 0,0 0 0,0-1 0,0 1 0,-1 0 0,1 0 0,0 0 0,-1-1 0,1 1 0,-1 0 0,1 0 0,-1 0 0,-3 11 0,4-4 0,5-10 0,-8 9 0,-2-1 0,5-6 0,0 0 0,-1 1 0,1-1 0,0 0 0,0 0 0,0 0 0,0 0 0,0 0 0,0 0 0,0 0 0,0 0 0,0 0 0,0 0 0,0 0 0,0 0 0,-1 0 0,1 0 0,0 0 0,0 0 0,0 0 0,0 0 0,0 0 0,0 0 0,0 0 0,0 0 0,0 0 0,0 0 0,0 0 0,-1 0 0,1 0 0,0 0 0,0 0 0,0 0 0,0 0 0,0-1 0,0 1 0,0 0 0,0 0 0,0 0 0,0 0 0,0 0 0,0 0 0,0 0 0,0 0 0,0 0 0,0 0 0,0 0 0,0 0 0,-1 0 0,1-1 0,0 1 0,0 0 0,0 0 0,0 0 0,0 0 0,0 0 0,0 0 0,0 0 0,0 0 0,1 0 0,-1 0 0,0-1 0,0 1 0,0 0 0,0 0 0,0 0 0,0 0 0,0 0 0,0 0 0,-2-12 0,1-14 0,9 61 0,-2-19 0,-5-14 0,-2-7 0,-4-7 0,5 12 0,-1-1 0,1 1 0,-1-1 0,1 0 0,0 1 0,-1-1 0,1 0 0,0 0 0,0 1 0,-1-1 0,1 0 0,0 0 0,0 1 0,0-1 0,0 0 0,0 0 0,0 1 0,0-3 0,0 3 0,1 0 0,-1 0 0,0 0 0,0 0 0,0 0 0,0 0 0,0 0 0,0 0 0,0 0 0,0 0 0,1 0 0,-1 0 0,0 0 0,0 0 0,0 0 0,0 0 0,0 0 0,0 0 0,0 0 0,0 0 0,0 0 0,1 0 0,-1 0 0,0 0 0,0 1 0,0-1 0,0 0 0,0 0 0,0 0 0,0 0 0,0 0 0,0 0 0,0 0 0,0 0 0,0 0 0,0 0 0,1 0 0,-1 1 0,0-1 0,0 0 0,0 0 0,0 0 0,0 0 0,0 0 0,0 0 0,0 0 0,0 0 0,0 1 0,0-1 0,0 0 0,0 0 0,0 0 0,0 0 0,0 0 0,0 0 0,-1 0 0,1 0 0,0 0 0,0 1 0,0-1 0,0 0 0,0 0 0,0 0 0,0 0 0,0 0 0,-2 3 0,1-8 0,1-9 0,0 10 0,0 7 0,-12 18 0,12-20 4,0-1-1,0 0 1,0 0 0,0 0-1,0 0 1,0 0-1,-1 0 1,1 0-1,0 0 1,0-1 0,0 1-1,0 0 1,0 0-1,-1 0 1,1 0-1,0 0 1,0 0-1,0 0 1,0 0 0,0 0-1,0 0 1,-1 0-1,1 0 1,0 0-1,0-1 1,0 1 0,0 0-1,0 0 1,0 0-1,0 0 1,0 0-1,0 0 1,0-1 0,0 1-1,0 0 1,0 0-1,-1 0 1,1 0-1,0 0 1,0-1 0,0 1-1,0 0 1,0 0-1,0 0 1,1 0-1,-1 0 1,0-1 0,0 1-1,0 0 1,0 0-1,0 0 1,0 0-1,0 2 69,0 4-55,0 3 138,0 10 421,2-18-389,2-11-209,-1-15 283,-3 17 352,0 6-331,0 8-180,0-5-83,0 0 0,0 1 0,0-1 0,0 0 0,1 0 0,-1 1 0,0-1 0,1 0 0,-1 1 0,1-1 0,-1 0 0,1 0 0,-1 0 0,1 0 0,0 0 0,0 0 0,0 0 0,-1 0-1,1 0 1,0 0 0,0 0 0,0 0 0,0 0 0,1-1 0,-1 1 0,1 0 0,0 0-19,1 0 0,-1-1 0,0 1 0,1-1 0,-1 0 0,0 1 1,1-1-1,-1 0 0,0-1 0,1 1 0,-1 0 0,0-1 0,1 1 0,-1-1 0,0 0 0,4-1 0,8-2 20,-12 4-16,1 0 0,-1-1 0,0 1 0,1 0 0,-1 1 0,0-1 0,0 0 0,1 1 0,-1-1 0,0 1 0,0 0 0,1 0-1,-1 0 1,0 0 0,0 0 0,0 0 0,0 1 0,-1-1 0,1 0 0,0 1 0,0 0 0,-1-1 0,1 1 0,-1 0 0,1 0-1,1 3 1,-1-2 6,0 0 0,0-1 0,0 1-1,1-1 1,-1 1 0,1-1 0,0 0 0,-1 0-1,1 0 1,4 2 0,-2-1-6,1-1 0,-1 1 0,0 0 1,-1 1-1,9 6 0,-7-5 13,-5-4-14,-1-1-1,0 0 0,0 0 0,1 1 0,-1-1 0,0 0 0,1 0 0,-1 0 0,0 1 1,0-1-1,1 0 0,-1 0 0,0 0 0,1 0 0,-1 0 0,0 0 0,1 0 0,-1 0 0,0 0 1,1 0-1,-1 0 0,1 0 0,-1 0 0,0 0 0,1 0 0,-1 0 0,0 0 0,1 0 0,-1 0 1,0 0-1,0-1 0,1 1 0,-1 0 0,7-12 116,-4-17 54,-3 29-171,0-14-2,-1 1-1,0 0 1,-4-19 0,2 17 10,1-1 0,-1-19-1,-2-119 99,5 151-107,0 0 0,0-1 0,0 1 0,1 0 0,-1-1 0,1 1 0,0 0 0,0 0 0,0 0 0,2-4 0,16 73 0,-15-55 0,0-1 0,1 1 0,0-1 0,1-1 0,0 1 0,9 10 0,-2-1 0,-4-7 0,0 0 0,1-1 0,0-1 0,13 11 0,-13-12 0,0 0 0,0 1 0,-1 0 0,13 19 0,-18-22 0,18 24 0,-21-30 0,0 0 0,1 1 0,-1-1 0,1 0 0,0 0 0,-1 0 0,1 0 0,0 0 0,0 0 0,0 0 0,-1 0 0,1-1 0,0 1 0,0-1 0,0 0 0,4 1 0,-5-1-2,-1 0 0,1-1-1,-1 1 1,1 0 0,0 0 0,-1 0-1,1-1 1,-1 1 0,1 0 0,-1-1-1,1 1 1,-1-1 0,1 1 0,-1-1-1,1 1 1,-1-1 0,0 1 0,1-1-1,-1 1 1,0-1 0,1 1 0,-1-1-1,0 1 1,0-1 0,1 0 0,-1 1-1,0-1 1,0 0 0,0 1 0,0-1-1,0 1 1,0-1 0,0 0 0,0 1-1,0-1 1,0 0 0,-1 0 0,-3-29-544,3 26 345,-1-2-1066,0-1 0,-1 1-1,0 0 1,0 0 0,-5-7-1,-1-4-3053,0 0-5705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0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17151,'0'0'768,"-13"0"3136,13 0-3873,-1-1 0,1 1 0,0 0 0,-1 0 0,1 0-1,-1 0 1,1 0 0,-1 0 0,1 0 0,-1 0 0,1 0 0,-1 0-1,1 0 1,-1 0 0,1 1 0,0-1 0,-1 0 0,1 0 0,-1 0-1,1 0 1,-1 1 0,1-1 0,0 0 0,-1 1 0,1-1-1,0 0 1,-1 1 0,1-1 0,0 0 0,-1 1 0,1-1 0,0 0-1,0 1 1,0-1 0,-1 1 0,1-1 0,0 1 0,0-1 0,0 0-1,0 1 1,0-1 0,0 1 0,0-1 0,0 1 0,0-1 0,0 1-1,0-1 1,0 1 0,0-1 0,0 1 0,0-1 0,1 1 0,9 33 550,-6-22-451,10 25 6,2-1 1,1-1 0,2 0-1,31 45 1,-36-58-44,17 43 0,-4-9 62,-26-54-138,1 0 0,-1 1 0,0-1 0,0 1 0,0 0 0,0-1 0,-1 1 0,1 0 0,0 5 1,-1-7 46,0-3-367,0 0 0,0 0 0,0 0 0,-1 0 0,1 0 0,0 0 0,-1 0 0,0 0 0,0-2 0,-1 2-600,1 0-1,0 1 1,0-1 0,0 0-1,0 0 1,0-1-1,1 1 1,-2-3-1,1 0-735,-5-16-5998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0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7 16767,'0'0'2070,"-2"-5"-536,2 5-1517,0 0-1,0 0 0,0 0 1,0 0-1,0 0 0,0 0 1,0 0-1,0 0 0,0 0 1,0 0-1,0 0 0,0 0 1,0 1-1,0-1 0,0 0 1,-1 0-1,1 0 0,0 0 1,0 0-1,0 0 0,0 0 1,0 0-1,0 0 0,0 0 1,0 0-1,0 0 0,0 0 1,0 0-1,-1 0 0,1 0 1,0 0-1,0 0 0,0-1 1,0 1-1,0 0 0,0 0 1,0 0-1,0 0 0,0 0 1,0 0-1,0 0 0,0 0 1,0 0-1,0 0 0,0 0 1,-1 0-1,1 0 0,0 0 1,0 0-1,0 0 0,0-1 1,0 1-1,0 0 0,0 0 1,0 0-1,0 0 0,0 0 1,0 0-1,0 0 0,0 0 1,0 0-1,0 0 0,0 0 1,0 0-1,0-1 0,0 1 1,0 0-1,0 3 112,-1-1 0,0 0 0,1 1 1,0-1-1,-1 1 0,1-1 0,0 0 0,0 1 0,1-1 1,-1 1-1,0-1 0,1 1 0,-1-1 0,1 0 0,0 0 1,1 4-1,25 36 770,-1-1-647,41 140 13,-53-138-229,-12-36-26,1 0 0,0 0 0,1 0 0,-1-1 0,1 1 0,1-1 1,-1 0-1,1 0 0,0 0 0,0-1 0,1 1 0,0-1 0,9 6 1,-14-10-7,-1-1 1,1 0-1,-1 1 1,0-1-1,1 0 1,-1 1-1,1-1 1,-1 0-1,1 1 1,-1-1-1,1 0 1,-1 0-1,1 0 1,-1 0-1,1 1 1,-1-1-1,1 0 1,0 0-1,-1 0 1,1 0-1,-1 0 1,1 0-1,-1 0 1,1 0 0,-1-1-1,1 1 1,0 0-1,-1 0 1,1 0-1,-1-1 1,1 1-1,-1 0 1,1 0-1,-1-1 1,0 1-1,1-1 1,-1 1-1,1 0 1,-1-1-1,0 1 1,1-1-1,-1 1 1,0-1-1,1 1 1,-1-1-1,0 1 1,0-1-1,0 1 1,1-1-1,-1 1 1,0-1-1,0 1 1,0-2 0,0 0-161,0 0 1,1-1 0,-2 1-1,1-1 1,0 1 0,0 0 0,-1-1-1,1 1 1,-1 0 0,0-1 0,-1-1-1,-21-41-11277,14 28 4053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0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6 239 18815,'0'0'512,"-6"-10"0,6 3 0,4-8-128,2-6 0,5-3-256,8-8 128,1-4-256,-3 10 128,2 5-2048,0-3 128,-2 1-10751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02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2 117 17407,'0'-4'640,"-1"-14"47,1-3-103,2 14 1217,2 6-1570,0-1 1,0 0-1,1 0 0,-1 0 0,6-5 0,-5 3-83,-4 3-110,0 0-1,0 0 0,0 0 1,1 0-1,-1 0 1,0 0-1,1 1 0,-1-1 1,0 0-1,1 1 1,-1-1-1,1 1 0,-1-1 1,1 1-1,2 0 1,-2 0-24,-1 0 0,1 0 0,-1 0 1,0-1-1,1 1 0,-1 0 1,1 0-1,-1-1 0,1 1 0,-1-1 1,0 0-1,1 1 0,-1-1 1,0 0-1,1 1 0,-1-1 0,0 0 1,0 0-1,0 0 0,0 0 0,0-1 1,0 1-1,0 0 0,1-3 1,7-6 54,-7 9-54,1 0 0,-1 0 1,1 0-1,-1 0 0,1 1 0,-1-1 0,1 1 0,-1 0 0,1-1 0,0 1 0,-1 0 1,1 1-1,-1-1 0,1 0 0,0 1 0,-1-1 0,1 1 0,-1 0 0,1 0 0,-1 0 1,0 0-1,1 0 0,2 3 0,-2 2 5,-1 0-1,0 1 1,0-1 0,-1 0-1,0 1 1,0 0 0,0-1-1,-1 1 1,0-1 0,-1 9-1,1-3 21,-9 168 109,9-178-149,-4 56 0,4-52 0,0 0 0,1 0 0,0 0 0,0-1 0,0 1 0,0 0 0,4 8 0,-5-13 0,1 0 0,-1-1 0,0 1 0,1 0 0,-1-1 0,0 1 0,1 0 0,-1-1 0,1 1 0,-1-1 0,1 1 0,0-1 0,-1 1 0,1-1 0,-1 1 0,1-1 0,0 0 0,-1 1 0,1-1 0,0 0 0,0 0 0,-1 1 0,1-1 0,0 0 0,-1 0 0,1 0 0,0 0 0,0 0 0,0 0 0,-1 0 0,1 0 0,0 0 0,-1 0 0,1-1 0,0 1 0,0 0 0,-1 0 0,1-1 0,0 1 0,-1 0 0,1-1 0,0 1 0,-1-1 0,1 1 0,0-2 0,6-3 0,-1 0 0,0-1 0,8-10 0,-3 4 0,18-13-1,-18 16-20,-1 0 0,0-1 0,18-21 0,-3 1-1145,-12 18-4879,-6 3-205,-1 0 85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0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17791,'0'0'640,"6"-8"0,1-5 256,8-13 128,8-10-512,-1 16 128,3 7-128,1-16 0,4-4-384,-5 6 128,-5-1-128,-1 6 0,-8 3-128,-5 6 0,-6 0-2560,-6 7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4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12160,'0'0'8319,"5"-8"-8191,9-13 27,1 1-1,0 1 0,36-34 1,71-47 486,-104 84-577,-16 13-38,0 0 0,1 1 0,-1-1 0,1 1 0,0 0-1,-1 0 1,1 0 0,0 0 0,1 0 0,-1 0 0,0 1 0,0-1 0,4 0 0,-7 3 59,0 1-156,-1 0 1,0 0-1,0 0 1,0-1-1,0 1 1,0 0-1,0-1 1,-1 1-1,1-1 1,0 1-1,-1-1 1,1 0-1,-4 2 1,0 2-1332,-1 1-2417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46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18047,'0'0'768,"7"-9"-234,16-21-9,48-44 0,-46 50-363,-2-1 0,29-39 0,-25 29 51,-27 34-213,0 1-1,0 0 1,0 0-1,0 0 1,0 0-1,0 0 1,0 0-1,0 0 1,0-1 0,1 1-1,-1 0 1,0 0-1,0 0 1,0 0-1,0 0 1,0 0-1,0 0 1,1 0-1,-1 0 1,0 0 0,0 0-1,0 0 1,0 0-1,0 0 1,0 0-1,1 0 1,-1 0-1,0 0 1,0 0-1,0 0 1,0 0 0,0 0-1,1 0 1,-1 0-1,0 0 1,0 0-1,0 0 1,0 0-1,0 0 1,0 0 0,1 0-1,-1 0 1,0 0-1,0 0 1,0 1-1,0-1 1,0 0-1,0 0 1,0 0-1,1 0 1,2 11-73,-1 15-1047,-3-22 142,0 0 0,1 0-1,-1-1 1,0 1 0,-1 0 0,-1 3-1,-3 8-7319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47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13 206 12672,'0'0'2304,"-2"-2"-1892,1 1 0,-1-1 1,1 1-1,0-1 1,0 1-1,-1-1 1,1 0-1,-1-2 0,5-7-309,1 1-1,-1 0 1,2 0-1,0 0 0,0 0 1,0 1-1,1 0 1,1 0-1,0 0 0,0 1 1,0 0-1,1 1 1,0-1-1,17-10 0,-7 5 11,-12 8-75,0 0 0,0 1 1,13-7-1,-18 10-30,1 1 0,-1-1 0,0 1 0,0-1 0,1 1 0,-1 0 0,0-1 0,1 1 0,-1 0 0,0 0 0,1 0 0,-1 0 0,0 0 0,1 0 0,-1 0 0,0 1 0,1-1 1,-1 0-1,0 1 0,0-1 0,1 1 0,-1-1 0,0 1 0,0 0 0,0 0 0,0-1 0,2 3 0,-2-2 0,1 1-1,-1 0 1,0 0-1,0 0 1,0 0-1,-1 0 1,1 0 0,0 0-1,-1 0 1,1 0-1,-1 1 1,0-1-1,1 0 1,-1 0 0,-1 3-1,-3 41 65,1-22-9,-2 21-27,-3-1 0,-13 46 0,8-39 27,4-12 65,2 0 0,-3 50 0,10-87-120,0-1 0,0 1 0,0-1 0,0 1 0,0-1 0,0 1 0,0-1 0,1 1 0,-1-1 0,0 0 0,1 1 0,0-1 0,-1 1 0,1-1 1,1 2-1,-2-3 1,1 1-1,0-1 1,-1 1 0,1-1 0,-1 0 0,1 1 0,0-1 0,-1 0 0,1 1 0,0-1 0,-1 0 0,1 0-1,0 0 1,-1 0 0,1 0 0,0 0 0,-1 0 0,1 0 0,0 0 0,0 0 0,-1 0 0,2 0-1,1-1 14,1-1 0,-1 1 0,0-1 0,0 1 0,0-1 0,-1 0 0,1 0 0,0 0 0,-1-1 0,1 1 0,2-3 0,135-170 127,-131 160-134,-8 13-116,0 0 0,1-1-1,-1 1 1,0 0 0,1 0 0,0 0 0,-1 0 0,5-3-1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47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16000,'0'0'533,"12"17"2133,-12-10-2140,2-18 293,-1 2-451,0 0 0,1 0 0,4-11-1,13-12-367,-21 36-17,0 0-1,0-1 0,0 1 0,0 0 0,-2 8 1,-2 13-1168,0-7-3390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48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13824,'0'0'5397,"-5"13"-5184,-12 26-98,-83 220 666,72-185-536,-3 11-63,30-83-172,0 0 0,1 0 1,-1 0-1,1 0 0,0 0 1,0 0-1,0 0 0,0 0 0,0-1 1,0 1-1,0 0 0,1 3 1,0-5-8,-1 0 0,0 1-1,1-1 1,-1 0 0,0 1 0,1-1 0,-1 0 0,1 1 0,-1-1 0,1 0 0,-1 1 0,1-1-1,-1 0 1,0 0 0,1 0 0,-1 0 0,1 0 0,-1 1 0,1-1 0,0 0 0,-1 0 0,1 0-1,-1 0 1,1 0 0,-1-1 0,1 1 0,-1 0 0,1 0 0,-1 0 0,1 0 0,-1 0 0,1-1 0,-1 1-1,0 0 1,1 0 0,-1-1 0,1 1 0,-1 0 0,0-1 0,1 1 0,0-1 0,50-29 164,-27 18-80,32-24 0,-40 25-44,1 1-1,0 0 1,21-8 0,-35 17-34,0-1-1,0 1 1,0-1 0,-1 0 0,1 1 0,0-1 0,-1-1 0,0 1 0,1 0 0,-1 0-1,0-1 1,0 0 0,0 1 0,2-6 0,-3 6-4,0 0 0,-1 0-1,1-1 1,-1 1 0,1 0 0,-1 0 0,0-1 0,0 1-1,0 0 1,0 0 0,0-1 0,-1 1 0,1 0 0,-1-1-1,0 1 1,1 0 0,-1 0 0,0 0 0,0 0 0,-2-3-1,-15-24 12,9 16 11,1 0-1,0-1 1,1 0 0,-9-27 0,15 37 11,1 3-28,0 1-1,-1-1 1,1 0 0,0 0 0,-1 0 0,1 0 0,0 0 0,-1 0 0,0 1 0,1-1 0,-1 0 0,1 0-1,-1 1 1,0-1 0,1 0 0,-1 1 0,0-1 0,0 1 0,1-1 0,-1 1 0,-1-1 0,16 28 96,2 4-37,22 66-1,-26-62-72,29 58-1,-18-49 5,-15-26 0,1 0 0,0-1 0,2 0 0,15 20 0,-18-31-21,-8-6-152,0 0 0,0-1 0,1 1 0,-1 0 0,0 0 0,0 0 1,0-1-1,0 1 0,1 0 0,-1 0 0,0-1 0,0 1 0,0 0 0,0 0 0,0-1 0,0 1 0,0 0 0,0-1 1,1 1-1,-1 0 0,0 0 0,0-1 0,0 1 0,0 0 0,-1-1 0,1 1 0,0 0 0,0 0 0,0-1 0,0 1 1,0 0-1,0 0 0,0-1 0,0 1 0,-1 0 0,1 0 0,0-1 0,0 1 0,-1 0 0,-3-16-4515,-1-1-1477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4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39 177 14336,'0'0'5119,"0"12"-5012,2 35 21,12 76 0,0-31 56,-8-47 183,12 46-1,-16-115 32,-4-24-262,-8 5 43,-25-72 1,22 78-51,1-1 0,-11-64 0,24 85-129,-1 17 0,1 0 0,-1 0 0,0 0 0,1 0 0,-1 0 0,0 0 0,0 0 0,1 0 0,-1 0 0,0 0 0,0 0 0,1 0 0,-1 0 0,0 0 0,0 0 0,1 1 0,-1-1 0,0 0 0,0 0 0,1 0 0,-1 0 0,0 1 0,0-1 0,0 0 0,1 0 0,-1 0 0,0 1 0,0-1 0,0 0 0,0 0 0,1 1 0,15 25 0,35 56 64,-43-72-53,0 1 0,0-2-1,1 1 1,0-1 0,13 9-1,-18-15-10,0 0 0,0-1 0,1 1 0,-1-1 0,1 0 0,-1-1 0,10 3 0,-13-4 0,1 1 0,-1-1 0,0 0 0,1 0 0,-1 0 0,0 0 0,1 0 0,-1 0 0,0 0 0,0-1 0,1 1 0,-1 0 0,0-1 0,0 1 0,1-1 0,-1 1 0,0-1 0,0 0 0,0 1 0,0-1 0,0 0 0,0 0 0,0 0 0,0 0 0,0 0 0,0 0 0,-1 0 0,1 0 0,0 0 0,-1 0 0,1 0 0,-1-1 0,1 0 0,5-17 0,-2-1 0,-1 1 0,0-1 0,-1-33 0,2-6 0,-1 14 0,-2 25 0,0 0 0,2 1 0,5-23 0,-8 42 0,0 0 0,0 0 0,0-1 0,0 1 0,0 0 0,0 0 0,0-1 0,0 1 0,0 0 0,0 0 0,0 0 0,1-1 0,-1 1 0,0 0 0,0 0 0,0 0 0,0-1 0,0 1 0,1 0 0,-1 0 0,0 0 0,0 0 0,0 0 0,1-1 0,-1 1 0,0 0 0,0 0 0,0 0 0,1 0 0,-1 0 0,0 0 0,0 0 0,1 0 0,-1 0 0,0 0 0,0 0 0,1 0 0,-1 0 0,0 0 0,0 0 0,0 0 0,1 0 0,-1 0 0,0 0 0,12 11 0,11 23 0,-21-30 0,27 49 33,-3 1-1,24 72 1,-7-16-3,-19-64-8,-21-51-22,-2-8-171,-10-19-2688,1-1 1,-4-56-1,6 40-5823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49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14720,'0'0'640,"1"2"64,3 2-119,0 0 1,0 0-1,0 0 1,9 6 0,-7-6-406,-1 0 1,0 0-1,0 1 0,0 0 1,5 6-1,4 11-18,0 1 0,-2 0 0,0 1 1,10 32-1,57 144 435,-70-184-530,-7-28-216,-5-30-4036,-1 18-7526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5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18559,'1'2'256,"15"31"357,5 9-88,27 43 1,-22-45-410,-14-19-35,30 37 0,-37-52-404,22 27 1233,-25-30-1361,0 0 0,-1-1 0,1 1 0,-1 0 0,0 0 0,0 0 0,0 0 0,0 0 0,0 0 0,0 6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5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39 130 12672,'0'0'1664,"-5"0"-384,-1 0-1,-3 4-895,3-4 128,-3 4 256,5-12-640,10-3 128,7-4-128,2-8 0,6-3-768,3 0 128,-2-2-12415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1 175 16895,'2'-1'150,"8"-4"119,1 0 1,-1 0 0,0-1-1,-1-1 1,1 0 0,-1 0-1,-1-1 1,15-15-1,-12 11-114,1 0 0,0 2-1,1-1 1,17-9 0,-29 19-137,10-6 77,0 1 0,1 1 0,21-8 0,-30 12-86,0 0 0,0 1-1,0-1 1,0 1-1,0-1 1,0 1 0,0 0-1,0 0 1,0 0 0,0 1-1,0-1 1,0 1 0,0 0-1,0-1 1,0 2 0,0-1-1,-1 0 1,1 0-1,0 1 1,-1-1 0,1 1-1,2 2 1,-1 1 4,1 0-1,-1 0 1,0 0-1,0 0 1,-1 1-1,1 0 1,-1-1-1,0 1 1,-1 1-1,0-1 1,0 0-1,0 0 1,-1 1-1,0-1 1,0 1-1,0-1 1,-1 11-1,-1 8 6,-2 1 1,0-1-1,-9 31 0,5-25-17,-16 49 175,15-57-107,1 0 0,-6 36 1,13-57-63,-1 0 0,1 1 0,0-1 0,0 0 0,0 1 0,1-1 0,-1 0 0,0 0 0,1 1 0,0-1 0,-1 0 0,1 0 0,0 0 0,0 0 0,0 0 0,0 0 0,1 0 0,-1 0 0,0 0 0,1-1 0,-1 1 0,3 2 0,-2-3 0,0 0 0,0 0 0,-1 0 0,1-1 0,0 1 0,0 0 0,0-1 0,0 1-1,0-1 1,0 0 0,0 1 0,0-1 0,0 0 0,0 0 0,0 0 0,0-1 0,-1 1 0,1 0 0,0-1 0,0 1-1,0-1 1,0 0 0,0 0 0,0 1 0,2-3 0,12-6 22,-1 0 0,1-2-1,-2 1 1,1-2 0,-2 0 0,16-17 0,-21 19-693,-1 0 0,0 0 0,8-16 1,2-10-12862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3T04:44:51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0 454 18559,'0'0'256,"10"-5"406,1-6-343,0 0 1,0-1 0,15-25-1,-3 6-61,30-40 138,8-11 110,89-93 0,-130 160-278,-12 11-1137,-8 9-2848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DA543-DB37-4C16-9121-2AD21CF4117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12C81-9B47-4361-A704-C0D2C6C0D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26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75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78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545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79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0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75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33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2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039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8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8765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7296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67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869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6143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40.png"/><Relationship Id="rId63" Type="http://schemas.openxmlformats.org/officeDocument/2006/relationships/customXml" Target="../ink/ink31.xml"/><Relationship Id="rId84" Type="http://schemas.openxmlformats.org/officeDocument/2006/relationships/image" Target="../media/image61.png"/><Relationship Id="rId138" Type="http://schemas.openxmlformats.org/officeDocument/2006/relationships/image" Target="../media/image88.png"/><Relationship Id="rId159" Type="http://schemas.openxmlformats.org/officeDocument/2006/relationships/customXml" Target="../ink/ink79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35.png"/><Relationship Id="rId53" Type="http://schemas.openxmlformats.org/officeDocument/2006/relationships/customXml" Target="../ink/ink26.xml"/><Relationship Id="rId74" Type="http://schemas.openxmlformats.org/officeDocument/2006/relationships/image" Target="../media/image56.png"/><Relationship Id="rId128" Type="http://schemas.openxmlformats.org/officeDocument/2006/relationships/image" Target="../media/image83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99.png"/><Relationship Id="rId22" Type="http://schemas.openxmlformats.org/officeDocument/2006/relationships/image" Target="../media/image300.png"/><Relationship Id="rId43" Type="http://schemas.openxmlformats.org/officeDocument/2006/relationships/customXml" Target="../ink/ink21.xml"/><Relationship Id="rId64" Type="http://schemas.openxmlformats.org/officeDocument/2006/relationships/image" Target="../media/image51.png"/><Relationship Id="rId118" Type="http://schemas.openxmlformats.org/officeDocument/2006/relationships/image" Target="../media/image78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94.png"/><Relationship Id="rId12" Type="http://schemas.openxmlformats.org/officeDocument/2006/relationships/image" Target="../media/image250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3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73.png"/><Relationship Id="rId124" Type="http://schemas.openxmlformats.org/officeDocument/2006/relationships/image" Target="../media/image81.png"/><Relationship Id="rId129" Type="http://schemas.openxmlformats.org/officeDocument/2006/relationships/customXml" Target="../ink/ink64.xml"/><Relationship Id="rId54" Type="http://schemas.openxmlformats.org/officeDocument/2006/relationships/image" Target="../media/image46.png"/><Relationship Id="rId70" Type="http://schemas.openxmlformats.org/officeDocument/2006/relationships/image" Target="../media/image54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67.png"/><Relationship Id="rId140" Type="http://schemas.openxmlformats.org/officeDocument/2006/relationships/image" Target="../media/image89.png"/><Relationship Id="rId145" Type="http://schemas.openxmlformats.org/officeDocument/2006/relationships/customXml" Target="../ink/ink72.xml"/><Relationship Id="rId161" Type="http://schemas.openxmlformats.org/officeDocument/2006/relationships/customXml" Target="../ink/ink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23" Type="http://schemas.openxmlformats.org/officeDocument/2006/relationships/customXml" Target="../ink/ink11.xml"/><Relationship Id="rId28" Type="http://schemas.openxmlformats.org/officeDocument/2006/relationships/image" Target="../media/image33.png"/><Relationship Id="rId49" Type="http://schemas.openxmlformats.org/officeDocument/2006/relationships/customXml" Target="../ink/ink24.xml"/><Relationship Id="rId114" Type="http://schemas.openxmlformats.org/officeDocument/2006/relationships/image" Target="../media/image76.png"/><Relationship Id="rId119" Type="http://schemas.openxmlformats.org/officeDocument/2006/relationships/customXml" Target="../ink/ink59.xml"/><Relationship Id="rId44" Type="http://schemas.openxmlformats.org/officeDocument/2006/relationships/image" Target="../media/image41.png"/><Relationship Id="rId60" Type="http://schemas.openxmlformats.org/officeDocument/2006/relationships/image" Target="../media/image49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62.png"/><Relationship Id="rId130" Type="http://schemas.openxmlformats.org/officeDocument/2006/relationships/image" Target="../media/image84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97.png"/><Relationship Id="rId13" Type="http://schemas.openxmlformats.org/officeDocument/2006/relationships/customXml" Target="../ink/ink6.xml"/><Relationship Id="rId18" Type="http://schemas.openxmlformats.org/officeDocument/2006/relationships/image" Target="../media/image280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36.png"/><Relationship Id="rId50" Type="http://schemas.openxmlformats.org/officeDocument/2006/relationships/image" Target="../media/image44.png"/><Relationship Id="rId55" Type="http://schemas.openxmlformats.org/officeDocument/2006/relationships/customXml" Target="../ink/ink27.xml"/><Relationship Id="rId76" Type="http://schemas.openxmlformats.org/officeDocument/2006/relationships/image" Target="../media/image57.png"/><Relationship Id="rId97" Type="http://schemas.openxmlformats.org/officeDocument/2006/relationships/customXml" Target="../ink/ink48.xml"/><Relationship Id="rId104" Type="http://schemas.openxmlformats.org/officeDocument/2006/relationships/image" Target="../media/image71.png"/><Relationship Id="rId120" Type="http://schemas.openxmlformats.org/officeDocument/2006/relationships/image" Target="../media/image79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92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65.png"/><Relationship Id="rId162" Type="http://schemas.openxmlformats.org/officeDocument/2006/relationships/image" Target="../media/image100.png"/><Relationship Id="rId2" Type="http://schemas.openxmlformats.org/officeDocument/2006/relationships/image" Target="../media/image28.png"/><Relationship Id="rId29" Type="http://schemas.openxmlformats.org/officeDocument/2006/relationships/customXml" Target="../ink/ink14.xml"/><Relationship Id="rId24" Type="http://schemas.openxmlformats.org/officeDocument/2006/relationships/image" Target="../media/image310.png"/><Relationship Id="rId40" Type="http://schemas.openxmlformats.org/officeDocument/2006/relationships/image" Target="../media/image39.png"/><Relationship Id="rId45" Type="http://schemas.openxmlformats.org/officeDocument/2006/relationships/customXml" Target="../ink/ink22.xml"/><Relationship Id="rId66" Type="http://schemas.openxmlformats.org/officeDocument/2006/relationships/image" Target="../media/image52.png"/><Relationship Id="rId87" Type="http://schemas.openxmlformats.org/officeDocument/2006/relationships/customXml" Target="../ink/ink43.xml"/><Relationship Id="rId110" Type="http://schemas.openxmlformats.org/officeDocument/2006/relationships/image" Target="../media/image74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87.png"/><Relationship Id="rId157" Type="http://schemas.openxmlformats.org/officeDocument/2006/relationships/customXml" Target="../ink/ink78.xml"/><Relationship Id="rId61" Type="http://schemas.openxmlformats.org/officeDocument/2006/relationships/customXml" Target="../ink/ink30.xml"/><Relationship Id="rId82" Type="http://schemas.openxmlformats.org/officeDocument/2006/relationships/image" Target="../media/image60.png"/><Relationship Id="rId152" Type="http://schemas.openxmlformats.org/officeDocument/2006/relationships/image" Target="../media/image95.png"/><Relationship Id="rId19" Type="http://schemas.openxmlformats.org/officeDocument/2006/relationships/customXml" Target="../ink/ink9.xml"/><Relationship Id="rId14" Type="http://schemas.openxmlformats.org/officeDocument/2006/relationships/image" Target="../media/image260.png"/><Relationship Id="rId30" Type="http://schemas.openxmlformats.org/officeDocument/2006/relationships/image" Target="../media/image34.png"/><Relationship Id="rId35" Type="http://schemas.openxmlformats.org/officeDocument/2006/relationships/customXml" Target="../ink/ink17.xml"/><Relationship Id="rId56" Type="http://schemas.openxmlformats.org/officeDocument/2006/relationships/image" Target="../media/image47.png"/><Relationship Id="rId77" Type="http://schemas.openxmlformats.org/officeDocument/2006/relationships/customXml" Target="../ink/ink38.xml"/><Relationship Id="rId100" Type="http://schemas.openxmlformats.org/officeDocument/2006/relationships/image" Target="../media/image69.png"/><Relationship Id="rId105" Type="http://schemas.openxmlformats.org/officeDocument/2006/relationships/customXml" Target="../ink/ink52.xml"/><Relationship Id="rId126" Type="http://schemas.openxmlformats.org/officeDocument/2006/relationships/image" Target="../media/image82.png"/><Relationship Id="rId147" Type="http://schemas.openxmlformats.org/officeDocument/2006/relationships/customXml" Target="../ink/ink73.xml"/><Relationship Id="rId8" Type="http://schemas.openxmlformats.org/officeDocument/2006/relationships/image" Target="../media/image230.png"/><Relationship Id="rId51" Type="http://schemas.openxmlformats.org/officeDocument/2006/relationships/customXml" Target="../ink/ink25.xml"/><Relationship Id="rId72" Type="http://schemas.openxmlformats.org/officeDocument/2006/relationships/image" Target="../media/image55.png"/><Relationship Id="rId93" Type="http://schemas.openxmlformats.org/officeDocument/2006/relationships/customXml" Target="../ink/ink46.xml"/><Relationship Id="rId98" Type="http://schemas.openxmlformats.org/officeDocument/2006/relationships/image" Target="../media/image68.png"/><Relationship Id="rId121" Type="http://schemas.openxmlformats.org/officeDocument/2006/relationships/customXml" Target="../ink/ink60.xml"/><Relationship Id="rId142" Type="http://schemas.openxmlformats.org/officeDocument/2006/relationships/image" Target="../media/image90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42.png"/><Relationship Id="rId67" Type="http://schemas.openxmlformats.org/officeDocument/2006/relationships/customXml" Target="../ink/ink33.xml"/><Relationship Id="rId116" Type="http://schemas.openxmlformats.org/officeDocument/2006/relationships/image" Target="../media/image77.png"/><Relationship Id="rId137" Type="http://schemas.openxmlformats.org/officeDocument/2006/relationships/customXml" Target="../ink/ink68.xml"/><Relationship Id="rId158" Type="http://schemas.openxmlformats.org/officeDocument/2006/relationships/image" Target="../media/image98.png"/><Relationship Id="rId20" Type="http://schemas.openxmlformats.org/officeDocument/2006/relationships/image" Target="../media/image290.png"/><Relationship Id="rId41" Type="http://schemas.openxmlformats.org/officeDocument/2006/relationships/customXml" Target="../ink/ink20.xml"/><Relationship Id="rId62" Type="http://schemas.openxmlformats.org/officeDocument/2006/relationships/image" Target="../media/image50.png"/><Relationship Id="rId83" Type="http://schemas.openxmlformats.org/officeDocument/2006/relationships/customXml" Target="../ink/ink41.xml"/><Relationship Id="rId88" Type="http://schemas.openxmlformats.org/officeDocument/2006/relationships/image" Target="../media/image63.png"/><Relationship Id="rId111" Type="http://schemas.openxmlformats.org/officeDocument/2006/relationships/customXml" Target="../ink/ink55.xml"/><Relationship Id="rId132" Type="http://schemas.openxmlformats.org/officeDocument/2006/relationships/image" Target="../media/image85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37.png"/><Relationship Id="rId57" Type="http://schemas.openxmlformats.org/officeDocument/2006/relationships/customXml" Target="../ink/ink28.xml"/><Relationship Id="rId106" Type="http://schemas.openxmlformats.org/officeDocument/2006/relationships/image" Target="../media/image72.png"/><Relationship Id="rId127" Type="http://schemas.openxmlformats.org/officeDocument/2006/relationships/customXml" Target="../ink/ink63.xml"/><Relationship Id="rId10" Type="http://schemas.openxmlformats.org/officeDocument/2006/relationships/image" Target="../media/image240.png"/><Relationship Id="rId31" Type="http://schemas.openxmlformats.org/officeDocument/2006/relationships/customXml" Target="../ink/ink15.xml"/><Relationship Id="rId52" Type="http://schemas.openxmlformats.org/officeDocument/2006/relationships/image" Target="../media/image45.png"/><Relationship Id="rId73" Type="http://schemas.openxmlformats.org/officeDocument/2006/relationships/customXml" Target="../ink/ink36.xml"/><Relationship Id="rId78" Type="http://schemas.openxmlformats.org/officeDocument/2006/relationships/image" Target="../media/image58.png"/><Relationship Id="rId94" Type="http://schemas.openxmlformats.org/officeDocument/2006/relationships/image" Target="../media/image6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80.png"/><Relationship Id="rId143" Type="http://schemas.openxmlformats.org/officeDocument/2006/relationships/customXml" Target="../ink/ink71.xml"/><Relationship Id="rId148" Type="http://schemas.openxmlformats.org/officeDocument/2006/relationships/image" Target="../media/image93.png"/><Relationship Id="rId4" Type="http://schemas.openxmlformats.org/officeDocument/2006/relationships/image" Target="../media/image210.png"/><Relationship Id="rId9" Type="http://schemas.openxmlformats.org/officeDocument/2006/relationships/customXml" Target="../ink/ink4.xml"/><Relationship Id="rId26" Type="http://schemas.openxmlformats.org/officeDocument/2006/relationships/image" Target="../media/image32.png"/><Relationship Id="rId47" Type="http://schemas.openxmlformats.org/officeDocument/2006/relationships/customXml" Target="../ink/ink23.xml"/><Relationship Id="rId68" Type="http://schemas.openxmlformats.org/officeDocument/2006/relationships/image" Target="../media/image53.png"/><Relationship Id="rId89" Type="http://schemas.openxmlformats.org/officeDocument/2006/relationships/customXml" Target="../ink/ink44.xml"/><Relationship Id="rId112" Type="http://schemas.openxmlformats.org/officeDocument/2006/relationships/image" Target="../media/image75.png"/><Relationship Id="rId133" Type="http://schemas.openxmlformats.org/officeDocument/2006/relationships/customXml" Target="../ink/ink66.xml"/><Relationship Id="rId154" Type="http://schemas.openxmlformats.org/officeDocument/2006/relationships/image" Target="../media/image96.png"/><Relationship Id="rId16" Type="http://schemas.openxmlformats.org/officeDocument/2006/relationships/image" Target="../media/image270.png"/><Relationship Id="rId37" Type="http://schemas.openxmlformats.org/officeDocument/2006/relationships/customXml" Target="../ink/ink18.xml"/><Relationship Id="rId58" Type="http://schemas.openxmlformats.org/officeDocument/2006/relationships/image" Target="../media/image48.png"/><Relationship Id="rId79" Type="http://schemas.openxmlformats.org/officeDocument/2006/relationships/customXml" Target="../ink/ink39.xml"/><Relationship Id="rId102" Type="http://schemas.openxmlformats.org/officeDocument/2006/relationships/image" Target="../media/image70.png"/><Relationship Id="rId123" Type="http://schemas.openxmlformats.org/officeDocument/2006/relationships/customXml" Target="../ink/ink61.xml"/><Relationship Id="rId144" Type="http://schemas.openxmlformats.org/officeDocument/2006/relationships/image" Target="../media/image91.png"/><Relationship Id="rId90" Type="http://schemas.openxmlformats.org/officeDocument/2006/relationships/image" Target="../media/image64.png"/><Relationship Id="rId27" Type="http://schemas.openxmlformats.org/officeDocument/2006/relationships/customXml" Target="../ink/ink13.xml"/><Relationship Id="rId48" Type="http://schemas.openxmlformats.org/officeDocument/2006/relationships/image" Target="../media/image4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86.png"/><Relationship Id="rId80" Type="http://schemas.openxmlformats.org/officeDocument/2006/relationships/image" Target="../media/image59.png"/><Relationship Id="rId155" Type="http://schemas.openxmlformats.org/officeDocument/2006/relationships/customXml" Target="../ink/ink7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4.png"/><Relationship Id="rId21" Type="http://schemas.openxmlformats.org/officeDocument/2006/relationships/customXml" Target="../ink/ink90.xml"/><Relationship Id="rId42" Type="http://schemas.openxmlformats.org/officeDocument/2006/relationships/image" Target="../media/image780.png"/><Relationship Id="rId63" Type="http://schemas.openxmlformats.org/officeDocument/2006/relationships/customXml" Target="../ink/ink111.xml"/><Relationship Id="rId84" Type="http://schemas.openxmlformats.org/officeDocument/2006/relationships/image" Target="../media/image980.png"/><Relationship Id="rId138" Type="http://schemas.openxmlformats.org/officeDocument/2006/relationships/customXml" Target="../ink/ink150.xml"/><Relationship Id="rId107" Type="http://schemas.openxmlformats.org/officeDocument/2006/relationships/image" Target="../media/image109.png"/><Relationship Id="rId11" Type="http://schemas.openxmlformats.org/officeDocument/2006/relationships/customXml" Target="../ink/ink85.xml"/><Relationship Id="rId32" Type="http://schemas.openxmlformats.org/officeDocument/2006/relationships/image" Target="../media/image730.png"/><Relationship Id="rId37" Type="http://schemas.openxmlformats.org/officeDocument/2006/relationships/customXml" Target="../ink/ink98.xml"/><Relationship Id="rId53" Type="http://schemas.openxmlformats.org/officeDocument/2006/relationships/customXml" Target="../ink/ink106.xml"/><Relationship Id="rId58" Type="http://schemas.openxmlformats.org/officeDocument/2006/relationships/image" Target="../media/image860.png"/><Relationship Id="rId74" Type="http://schemas.openxmlformats.org/officeDocument/2006/relationships/image" Target="../media/image940.png"/><Relationship Id="rId79" Type="http://schemas.openxmlformats.org/officeDocument/2006/relationships/customXml" Target="../ink/ink119.xml"/><Relationship Id="rId102" Type="http://schemas.openxmlformats.org/officeDocument/2006/relationships/customXml" Target="../ink/ink132.xml"/><Relationship Id="rId123" Type="http://schemas.openxmlformats.org/officeDocument/2006/relationships/image" Target="../media/image117.png"/><Relationship Id="rId128" Type="http://schemas.openxmlformats.org/officeDocument/2006/relationships/customXml" Target="../ink/ink145.xml"/><Relationship Id="rId5" Type="http://schemas.openxmlformats.org/officeDocument/2006/relationships/customXml" Target="../ink/ink82.xml"/><Relationship Id="rId90" Type="http://schemas.openxmlformats.org/officeDocument/2006/relationships/customXml" Target="../ink/ink126.xml"/><Relationship Id="rId95" Type="http://schemas.openxmlformats.org/officeDocument/2006/relationships/image" Target="../media/image103.png"/><Relationship Id="rId22" Type="http://schemas.openxmlformats.org/officeDocument/2006/relationships/image" Target="../media/image680.png"/><Relationship Id="rId27" Type="http://schemas.openxmlformats.org/officeDocument/2006/relationships/customXml" Target="../ink/ink93.xml"/><Relationship Id="rId43" Type="http://schemas.openxmlformats.org/officeDocument/2006/relationships/customXml" Target="../ink/ink101.xml"/><Relationship Id="rId48" Type="http://schemas.openxmlformats.org/officeDocument/2006/relationships/image" Target="../media/image810.png"/><Relationship Id="rId64" Type="http://schemas.openxmlformats.org/officeDocument/2006/relationships/image" Target="../media/image890.png"/><Relationship Id="rId69" Type="http://schemas.openxmlformats.org/officeDocument/2006/relationships/customXml" Target="../ink/ink114.xml"/><Relationship Id="rId113" Type="http://schemas.openxmlformats.org/officeDocument/2006/relationships/image" Target="../media/image112.png"/><Relationship Id="rId118" Type="http://schemas.openxmlformats.org/officeDocument/2006/relationships/customXml" Target="../ink/ink140.xml"/><Relationship Id="rId134" Type="http://schemas.openxmlformats.org/officeDocument/2006/relationships/customXml" Target="../ink/ink148.xml"/><Relationship Id="rId139" Type="http://schemas.openxmlformats.org/officeDocument/2006/relationships/image" Target="../media/image125.png"/><Relationship Id="rId80" Type="http://schemas.openxmlformats.org/officeDocument/2006/relationships/image" Target="../media/image970.png"/><Relationship Id="rId85" Type="http://schemas.openxmlformats.org/officeDocument/2006/relationships/customXml" Target="../ink/ink123.xml"/><Relationship Id="rId12" Type="http://schemas.openxmlformats.org/officeDocument/2006/relationships/image" Target="../media/image630.png"/><Relationship Id="rId17" Type="http://schemas.openxmlformats.org/officeDocument/2006/relationships/customXml" Target="../ink/ink88.xml"/><Relationship Id="rId33" Type="http://schemas.openxmlformats.org/officeDocument/2006/relationships/customXml" Target="../ink/ink96.xml"/><Relationship Id="rId38" Type="http://schemas.openxmlformats.org/officeDocument/2006/relationships/image" Target="../media/image760.png"/><Relationship Id="rId59" Type="http://schemas.openxmlformats.org/officeDocument/2006/relationships/customXml" Target="../ink/ink109.xml"/><Relationship Id="rId103" Type="http://schemas.openxmlformats.org/officeDocument/2006/relationships/image" Target="../media/image107.png"/><Relationship Id="rId108" Type="http://schemas.openxmlformats.org/officeDocument/2006/relationships/customXml" Target="../ink/ink135.xml"/><Relationship Id="rId124" Type="http://schemas.openxmlformats.org/officeDocument/2006/relationships/customXml" Target="../ink/ink143.xml"/><Relationship Id="rId129" Type="http://schemas.openxmlformats.org/officeDocument/2006/relationships/image" Target="../media/image120.png"/><Relationship Id="rId54" Type="http://schemas.openxmlformats.org/officeDocument/2006/relationships/image" Target="../media/image840.png"/><Relationship Id="rId70" Type="http://schemas.openxmlformats.org/officeDocument/2006/relationships/image" Target="../media/image920.png"/><Relationship Id="rId75" Type="http://schemas.openxmlformats.org/officeDocument/2006/relationships/customXml" Target="../ink/ink117.xml"/><Relationship Id="rId91" Type="http://schemas.openxmlformats.org/officeDocument/2006/relationships/image" Target="../media/image1010.png"/><Relationship Id="rId96" Type="http://schemas.openxmlformats.org/officeDocument/2006/relationships/customXml" Target="../ink/ink129.xml"/><Relationship Id="rId140" Type="http://schemas.openxmlformats.org/officeDocument/2006/relationships/customXml" Target="../ink/ink1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0.png"/><Relationship Id="rId23" Type="http://schemas.openxmlformats.org/officeDocument/2006/relationships/customXml" Target="../ink/ink91.xml"/><Relationship Id="rId28" Type="http://schemas.openxmlformats.org/officeDocument/2006/relationships/image" Target="../media/image710.png"/><Relationship Id="rId49" Type="http://schemas.openxmlformats.org/officeDocument/2006/relationships/customXml" Target="../ink/ink104.xml"/><Relationship Id="rId114" Type="http://schemas.openxmlformats.org/officeDocument/2006/relationships/customXml" Target="../ink/ink138.xml"/><Relationship Id="rId119" Type="http://schemas.openxmlformats.org/officeDocument/2006/relationships/image" Target="../media/image115.png"/><Relationship Id="rId44" Type="http://schemas.openxmlformats.org/officeDocument/2006/relationships/image" Target="../media/image790.png"/><Relationship Id="rId60" Type="http://schemas.openxmlformats.org/officeDocument/2006/relationships/image" Target="../media/image870.png"/><Relationship Id="rId65" Type="http://schemas.openxmlformats.org/officeDocument/2006/relationships/customXml" Target="../ink/ink112.xml"/><Relationship Id="rId81" Type="http://schemas.openxmlformats.org/officeDocument/2006/relationships/customXml" Target="../ink/ink120.xml"/><Relationship Id="rId86" Type="http://schemas.openxmlformats.org/officeDocument/2006/relationships/image" Target="../media/image990.png"/><Relationship Id="rId130" Type="http://schemas.openxmlformats.org/officeDocument/2006/relationships/customXml" Target="../ink/ink146.xml"/><Relationship Id="rId135" Type="http://schemas.openxmlformats.org/officeDocument/2006/relationships/image" Target="../media/image123.png"/><Relationship Id="rId13" Type="http://schemas.openxmlformats.org/officeDocument/2006/relationships/customXml" Target="../ink/ink86.xml"/><Relationship Id="rId18" Type="http://schemas.openxmlformats.org/officeDocument/2006/relationships/image" Target="../media/image660.png"/><Relationship Id="rId39" Type="http://schemas.openxmlformats.org/officeDocument/2006/relationships/customXml" Target="../ink/ink99.xml"/><Relationship Id="rId109" Type="http://schemas.openxmlformats.org/officeDocument/2006/relationships/image" Target="../media/image110.png"/><Relationship Id="rId34" Type="http://schemas.openxmlformats.org/officeDocument/2006/relationships/image" Target="../media/image740.png"/><Relationship Id="rId50" Type="http://schemas.openxmlformats.org/officeDocument/2006/relationships/image" Target="../media/image820.png"/><Relationship Id="rId55" Type="http://schemas.openxmlformats.org/officeDocument/2006/relationships/customXml" Target="../ink/ink107.xml"/><Relationship Id="rId76" Type="http://schemas.openxmlformats.org/officeDocument/2006/relationships/image" Target="../media/image950.png"/><Relationship Id="rId97" Type="http://schemas.openxmlformats.org/officeDocument/2006/relationships/image" Target="../media/image104.png"/><Relationship Id="rId104" Type="http://schemas.openxmlformats.org/officeDocument/2006/relationships/customXml" Target="../ink/ink133.xml"/><Relationship Id="rId120" Type="http://schemas.openxmlformats.org/officeDocument/2006/relationships/customXml" Target="../ink/ink141.xml"/><Relationship Id="rId125" Type="http://schemas.openxmlformats.org/officeDocument/2006/relationships/image" Target="../media/image118.png"/><Relationship Id="rId141" Type="http://schemas.openxmlformats.org/officeDocument/2006/relationships/image" Target="../media/image126.png"/><Relationship Id="rId7" Type="http://schemas.openxmlformats.org/officeDocument/2006/relationships/customXml" Target="../ink/ink83.xml"/><Relationship Id="rId71" Type="http://schemas.openxmlformats.org/officeDocument/2006/relationships/customXml" Target="../ink/ink115.xml"/><Relationship Id="rId92" Type="http://schemas.openxmlformats.org/officeDocument/2006/relationships/customXml" Target="../ink/ink127.xml"/><Relationship Id="rId2" Type="http://schemas.openxmlformats.org/officeDocument/2006/relationships/image" Target="../media/image30.png"/><Relationship Id="rId29" Type="http://schemas.openxmlformats.org/officeDocument/2006/relationships/customXml" Target="../ink/ink94.xml"/><Relationship Id="rId24" Type="http://schemas.openxmlformats.org/officeDocument/2006/relationships/image" Target="../media/image690.png"/><Relationship Id="rId40" Type="http://schemas.openxmlformats.org/officeDocument/2006/relationships/image" Target="../media/image770.png"/><Relationship Id="rId45" Type="http://schemas.openxmlformats.org/officeDocument/2006/relationships/customXml" Target="../ink/ink102.xml"/><Relationship Id="rId66" Type="http://schemas.openxmlformats.org/officeDocument/2006/relationships/image" Target="../media/image900.png"/><Relationship Id="rId87" Type="http://schemas.openxmlformats.org/officeDocument/2006/relationships/customXml" Target="../ink/ink124.xml"/><Relationship Id="rId110" Type="http://schemas.openxmlformats.org/officeDocument/2006/relationships/customXml" Target="../ink/ink136.xml"/><Relationship Id="rId115" Type="http://schemas.openxmlformats.org/officeDocument/2006/relationships/image" Target="../media/image113.png"/><Relationship Id="rId131" Type="http://schemas.openxmlformats.org/officeDocument/2006/relationships/image" Target="../media/image121.png"/><Relationship Id="rId136" Type="http://schemas.openxmlformats.org/officeDocument/2006/relationships/customXml" Target="../ink/ink149.xml"/><Relationship Id="rId61" Type="http://schemas.openxmlformats.org/officeDocument/2006/relationships/customXml" Target="../ink/ink110.xml"/><Relationship Id="rId82" Type="http://schemas.openxmlformats.org/officeDocument/2006/relationships/customXml" Target="../ink/ink121.xml"/><Relationship Id="rId19" Type="http://schemas.openxmlformats.org/officeDocument/2006/relationships/customXml" Target="../ink/ink89.xml"/><Relationship Id="rId14" Type="http://schemas.openxmlformats.org/officeDocument/2006/relationships/image" Target="../media/image640.png"/><Relationship Id="rId30" Type="http://schemas.openxmlformats.org/officeDocument/2006/relationships/image" Target="../media/image720.png"/><Relationship Id="rId35" Type="http://schemas.openxmlformats.org/officeDocument/2006/relationships/customXml" Target="../ink/ink97.xml"/><Relationship Id="rId56" Type="http://schemas.openxmlformats.org/officeDocument/2006/relationships/image" Target="../media/image850.png"/><Relationship Id="rId77" Type="http://schemas.openxmlformats.org/officeDocument/2006/relationships/customXml" Target="../ink/ink118.xml"/><Relationship Id="rId100" Type="http://schemas.openxmlformats.org/officeDocument/2006/relationships/customXml" Target="../ink/ink131.xml"/><Relationship Id="rId105" Type="http://schemas.openxmlformats.org/officeDocument/2006/relationships/image" Target="../media/image108.png"/><Relationship Id="rId126" Type="http://schemas.openxmlformats.org/officeDocument/2006/relationships/customXml" Target="../ink/ink144.xml"/><Relationship Id="rId8" Type="http://schemas.openxmlformats.org/officeDocument/2006/relationships/image" Target="../media/image610.png"/><Relationship Id="rId51" Type="http://schemas.openxmlformats.org/officeDocument/2006/relationships/customXml" Target="../ink/ink105.xml"/><Relationship Id="rId72" Type="http://schemas.openxmlformats.org/officeDocument/2006/relationships/image" Target="../media/image930.png"/><Relationship Id="rId93" Type="http://schemas.openxmlformats.org/officeDocument/2006/relationships/image" Target="../media/image102.png"/><Relationship Id="rId98" Type="http://schemas.openxmlformats.org/officeDocument/2006/relationships/customXml" Target="../ink/ink130.xml"/><Relationship Id="rId121" Type="http://schemas.openxmlformats.org/officeDocument/2006/relationships/image" Target="../media/image116.png"/><Relationship Id="rId142" Type="http://schemas.openxmlformats.org/officeDocument/2006/relationships/customXml" Target="../ink/ink152.xml"/><Relationship Id="rId3" Type="http://schemas.openxmlformats.org/officeDocument/2006/relationships/customXml" Target="../ink/ink81.xml"/><Relationship Id="rId25" Type="http://schemas.openxmlformats.org/officeDocument/2006/relationships/customXml" Target="../ink/ink92.xml"/><Relationship Id="rId46" Type="http://schemas.openxmlformats.org/officeDocument/2006/relationships/image" Target="../media/image800.png"/><Relationship Id="rId67" Type="http://schemas.openxmlformats.org/officeDocument/2006/relationships/customXml" Target="../ink/ink113.xml"/><Relationship Id="rId116" Type="http://schemas.openxmlformats.org/officeDocument/2006/relationships/customXml" Target="../ink/ink139.xml"/><Relationship Id="rId137" Type="http://schemas.openxmlformats.org/officeDocument/2006/relationships/image" Target="../media/image124.png"/><Relationship Id="rId20" Type="http://schemas.openxmlformats.org/officeDocument/2006/relationships/image" Target="../media/image670.png"/><Relationship Id="rId41" Type="http://schemas.openxmlformats.org/officeDocument/2006/relationships/customXml" Target="../ink/ink100.xml"/><Relationship Id="rId62" Type="http://schemas.openxmlformats.org/officeDocument/2006/relationships/image" Target="../media/image880.png"/><Relationship Id="rId83" Type="http://schemas.openxmlformats.org/officeDocument/2006/relationships/customXml" Target="../ink/ink122.xml"/><Relationship Id="rId88" Type="http://schemas.openxmlformats.org/officeDocument/2006/relationships/image" Target="../media/image1000.png"/><Relationship Id="rId111" Type="http://schemas.openxmlformats.org/officeDocument/2006/relationships/image" Target="../media/image111.png"/><Relationship Id="rId132" Type="http://schemas.openxmlformats.org/officeDocument/2006/relationships/customXml" Target="../ink/ink147.xml"/><Relationship Id="rId15" Type="http://schemas.openxmlformats.org/officeDocument/2006/relationships/customXml" Target="../ink/ink87.xml"/><Relationship Id="rId36" Type="http://schemas.openxmlformats.org/officeDocument/2006/relationships/image" Target="../media/image750.png"/><Relationship Id="rId57" Type="http://schemas.openxmlformats.org/officeDocument/2006/relationships/customXml" Target="../ink/ink108.xml"/><Relationship Id="rId106" Type="http://schemas.openxmlformats.org/officeDocument/2006/relationships/customXml" Target="../ink/ink134.xml"/><Relationship Id="rId127" Type="http://schemas.openxmlformats.org/officeDocument/2006/relationships/image" Target="../media/image119.png"/><Relationship Id="rId10" Type="http://schemas.openxmlformats.org/officeDocument/2006/relationships/image" Target="../media/image620.png"/><Relationship Id="rId31" Type="http://schemas.openxmlformats.org/officeDocument/2006/relationships/customXml" Target="../ink/ink95.xml"/><Relationship Id="rId52" Type="http://schemas.openxmlformats.org/officeDocument/2006/relationships/image" Target="../media/image830.png"/><Relationship Id="rId73" Type="http://schemas.openxmlformats.org/officeDocument/2006/relationships/customXml" Target="../ink/ink116.xml"/><Relationship Id="rId78" Type="http://schemas.openxmlformats.org/officeDocument/2006/relationships/image" Target="../media/image960.png"/><Relationship Id="rId94" Type="http://schemas.openxmlformats.org/officeDocument/2006/relationships/customXml" Target="../ink/ink128.xml"/><Relationship Id="rId99" Type="http://schemas.openxmlformats.org/officeDocument/2006/relationships/image" Target="../media/image105.png"/><Relationship Id="rId101" Type="http://schemas.openxmlformats.org/officeDocument/2006/relationships/image" Target="../media/image106.png"/><Relationship Id="rId122" Type="http://schemas.openxmlformats.org/officeDocument/2006/relationships/customXml" Target="../ink/ink142.xml"/><Relationship Id="rId143" Type="http://schemas.openxmlformats.org/officeDocument/2006/relationships/image" Target="../media/image127.png"/><Relationship Id="rId4" Type="http://schemas.openxmlformats.org/officeDocument/2006/relationships/image" Target="../media/image590.png"/><Relationship Id="rId9" Type="http://schemas.openxmlformats.org/officeDocument/2006/relationships/customXml" Target="../ink/ink84.xml"/><Relationship Id="rId26" Type="http://schemas.openxmlformats.org/officeDocument/2006/relationships/image" Target="../media/image700.png"/><Relationship Id="rId47" Type="http://schemas.openxmlformats.org/officeDocument/2006/relationships/customXml" Target="../ink/ink103.xml"/><Relationship Id="rId68" Type="http://schemas.openxmlformats.org/officeDocument/2006/relationships/image" Target="../media/image910.png"/><Relationship Id="rId89" Type="http://schemas.openxmlformats.org/officeDocument/2006/relationships/customXml" Target="../ink/ink125.xml"/><Relationship Id="rId112" Type="http://schemas.openxmlformats.org/officeDocument/2006/relationships/customXml" Target="../ink/ink137.xml"/><Relationship Id="rId133" Type="http://schemas.openxmlformats.org/officeDocument/2006/relationships/image" Target="../media/image122.png"/><Relationship Id="rId16" Type="http://schemas.openxmlformats.org/officeDocument/2006/relationships/image" Target="../media/image65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19345"/>
            <a:ext cx="7808976" cy="1088136"/>
          </a:xfrm>
        </p:spPr>
        <p:txBody>
          <a:bodyPr>
            <a:noAutofit/>
          </a:bodyPr>
          <a:lstStyle/>
          <a:p>
            <a:r>
              <a:rPr lang="en-US" sz="3600" dirty="0"/>
              <a:t>Analog Transmission and Bandwidth Utilization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Engineering</a:t>
            </a:r>
          </a:p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91583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Communication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QAM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BER in AWGN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Analog to Analog Conversion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Amplitude Modulation (AM)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Frequency Modulation (FM)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Phase Modulation (pp)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Multiplexing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Frequency-Division Multiplexing</a:t>
            </a:r>
          </a:p>
          <a:p>
            <a:pPr marL="342900" indent="-342900">
              <a:buAutoNum type="arabicPeriod"/>
            </a:pP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sz="2800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QAM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PSK is limited by the ability of the equipment to distinguish small differences in phase.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This factor limits its potential bit 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So far, we have been altering only one of the three characteristics of a sine wave at a time; but what if we alter two? Why not combine ASK and PSK?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idea of using two carriers, one in-phase and the other quadrature, with different amplitude levels for each carrier is the concept behind quadrature amplitude modulation (QAM).</a:t>
            </a:r>
          </a:p>
        </p:txBody>
      </p:sp>
    </p:spTree>
    <p:extLst>
      <p:ext uri="{BB962C8B-B14F-4D97-AF65-F5344CB8AC3E}">
        <p14:creationId xmlns:p14="http://schemas.microsoft.com/office/powerpoint/2010/main" val="351769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Constellation diagrams for some QAMs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DC2212F-A62D-4DE5-9126-249CC3D76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79" y="2200411"/>
            <a:ext cx="4457700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36E6CDB4-B602-4142-8C05-98336486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048" y="4096278"/>
            <a:ext cx="4457700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FE0A71-3413-4A2B-8301-F4C4E82A8942}"/>
              </a:ext>
            </a:extLst>
          </p:cNvPr>
          <p:cNvSpPr/>
          <p:nvPr/>
        </p:nvSpPr>
        <p:spPr>
          <a:xfrm>
            <a:off x="575233" y="5325573"/>
            <a:ext cx="37505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Figure 5.14:  Constellation diagrams for some QAMs</a:t>
            </a:r>
          </a:p>
        </p:txBody>
      </p:sp>
    </p:spTree>
    <p:extLst>
      <p:ext uri="{BB962C8B-B14F-4D97-AF65-F5344CB8AC3E}">
        <p14:creationId xmlns:p14="http://schemas.microsoft.com/office/powerpoint/2010/main" val="279755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Constellation diagrams for some QAMs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5.14 shows some of these schemes. Figure 5.14a shows the simplest 4-QAM scheme using a unipolar NRZ signal to modulate each carrier. This is the same mechanism we used for ASK (OOK).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Part b shows another 4-QAM using polar NRZ, but this is the same as QPSK.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6E18181-AFF3-439C-A256-91CDA58EC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276" y="4734451"/>
            <a:ext cx="3067447" cy="139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04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Constellation diagrams for some QAMs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Part c shows another QAM-4 in which we used a signal with two positive levels to modulate each of the two carriers.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Finally, Figure 5.14d shows a 16-QAM constellation of a signal with eight levels, four positive and four negative.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2DFA956-C1DF-4749-90E2-E6C1F5C90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73" y="4745621"/>
            <a:ext cx="3077653" cy="1396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58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3F1C1-37FB-944C-E284-2FEE992455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algn="l"/>
                <a:r>
                  <a:rPr lang="en-US" dirty="0"/>
                  <a:t>SNR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Relation with BER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3F1C1-37FB-944C-E284-2FEE992455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47" b="-6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C0E813A-F4E2-726C-D074-12A160FE7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18008"/>
            <a:ext cx="5231347" cy="42875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F771A4-7AFD-E559-7AF4-88F2C96DC9B3}"/>
                  </a:ext>
                </a:extLst>
              </p:cNvPr>
              <p:cNvSpPr txBox="1"/>
              <p:nvPr/>
            </p:nvSpPr>
            <p:spPr>
              <a:xfrm>
                <a:off x="6191251" y="2800350"/>
                <a:ext cx="2543174" cy="2182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/>
                    </a:solidFill>
                  </a:rPr>
                  <a:t>Bit error rate (BER): Ratio between error bit and total transmitted bit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2"/>
                    </a:solidFill>
                  </a:rPr>
                  <a:t>BER is a function of SNR or SNR per bit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5F771A4-7AFD-E559-7AF4-88F2C96DC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1" y="2800350"/>
                <a:ext cx="2543174" cy="2182008"/>
              </a:xfrm>
              <a:prstGeom prst="rect">
                <a:avLst/>
              </a:prstGeom>
              <a:blipFill>
                <a:blip r:embed="rId4"/>
                <a:stretch>
                  <a:fillRect l="-1679" t="-1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0961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818B8B-83A3-C319-F6B6-3935A0E198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algn="l"/>
                <a:r>
                  <a:rPr lang="en-US" dirty="0"/>
                  <a:t>Probability of bit error versus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D818B8B-83A3-C319-F6B6-3935A0E19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47" b="-6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79FFABF-49EB-FE3B-CFE3-7583FB802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2114815"/>
            <a:ext cx="5958687" cy="31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7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7F1A-4493-41C1-744B-527C10DE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BER in AWGN for BPSK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7670E-27DE-7A68-82B7-88C43A9E8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403" y="2038349"/>
                <a:ext cx="8114972" cy="4581525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and Gaussian noise </a:t>
                </a:r>
                <a14:m>
                  <m:oMath xmlns:m="http://schemas.openxmlformats.org/officeDocument/2006/math">
                    <m:r>
                      <a:rPr lang="en-IE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E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E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IE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E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I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E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E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E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E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  <m:sup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rad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r>
                  <a:rPr lang="en-IE" dirty="0">
                    <a:solidFill>
                      <a:schemeClr val="bg2"/>
                    </a:solidFill>
                  </a:rPr>
                  <a:t>Decision rule:</a:t>
                </a:r>
                <a:endParaRPr lang="en-US" dirty="0">
                  <a:solidFill>
                    <a:schemeClr val="bg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ˆ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IE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lang="en-I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</m:e>
                              <m:e>
                                <m:r>
                                  <a:rPr lang="en-I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IE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r>
                  <a:rPr lang="en-US" dirty="0">
                    <a:solidFill>
                      <a:schemeClr val="bg2"/>
                    </a:solidFill>
                  </a:rPr>
                  <a:t>Assume 0 bit is sent, thus,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.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&gt;0,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means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, and there will be bit error (0 bit will change to 1). </a:t>
                </a:r>
              </a:p>
              <a:p>
                <a:r>
                  <a:rPr lang="en-US" dirty="0">
                    <a:solidFill>
                      <a:schemeClr val="bg2"/>
                    </a:solidFill>
                  </a:rPr>
                  <a:t>Probability of bit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  <m:aln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</m:e>
                    </m:nary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27670E-27DE-7A68-82B7-88C43A9E8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403" y="2038349"/>
                <a:ext cx="8114972" cy="4581525"/>
              </a:xfrm>
              <a:blipFill>
                <a:blip r:embed="rId2"/>
                <a:stretch>
                  <a:fillRect l="-450" t="-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67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E821-CF33-926D-5025-B4E79B2B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BER in AWGN for BPSK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04B10-B396-519E-F0BD-9806C054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6103" y="1971675"/>
                <a:ext cx="8086397" cy="3992563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sub>
                      <m:sup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 </m:t>
                        </m:r>
                      </m:e>
                    </m:nary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considering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bg2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e>
                    </m:d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r>
                  <a:rPr lang="en-US" b="1" dirty="0">
                    <a:solidFill>
                      <a:schemeClr val="bg2"/>
                    </a:solidFill>
                  </a:rPr>
                  <a:t>Thus, BER for BPSK,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𝑸</m:t>
                    </m:r>
                    <m:d>
                      <m:dPr>
                        <m:ctrlP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den>
                        </m:f>
                      </m:e>
                    </m:d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1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𝒃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b="1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b="1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bg2"/>
                  </a:solidFill>
                </a:endParaRPr>
              </a:p>
              <a:p>
                <a:r>
                  <a:rPr lang="en-US" dirty="0">
                    <a:solidFill>
                      <a:schemeClr val="bg2"/>
                    </a:solidFill>
                  </a:rPr>
                  <a:t>Here, Q(.) is the Q-table of Gaussian PDF integral for given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104B10-B396-519E-F0BD-9806C054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6103" y="1971675"/>
                <a:ext cx="8086397" cy="3992563"/>
              </a:xfrm>
              <a:blipFill>
                <a:blip r:embed="rId2"/>
                <a:stretch>
                  <a:fillRect l="-679" t="-153" b="-2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819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4C06-4C43-8ACA-3E09-0FA546BA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BER Probability in BPSK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7EC3A-9B73-355B-1EA0-C35B74794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806555"/>
            <a:ext cx="6781408" cy="466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9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38CE-EDAD-7622-0D6E-AD468D44C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 in Terms of Modulation Order ‘M’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12DF8CF2-815F-F3D4-4E45-E52D99F3415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2415292"/>
                  </p:ext>
                </p:extLst>
              </p:nvPr>
            </p:nvGraphicFramePr>
            <p:xfrm>
              <a:off x="284164" y="1887409"/>
              <a:ext cx="4659312" cy="46467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53280">
                      <a:extLst>
                        <a:ext uri="{9D8B030D-6E8A-4147-A177-3AD203B41FA5}">
                          <a16:colId xmlns:a16="http://schemas.microsoft.com/office/drawing/2014/main" val="2551227135"/>
                        </a:ext>
                      </a:extLst>
                    </a:gridCol>
                    <a:gridCol w="3406032">
                      <a:extLst>
                        <a:ext uri="{9D8B030D-6E8A-4147-A177-3AD203B41FA5}">
                          <a16:colId xmlns:a16="http://schemas.microsoft.com/office/drawing/2014/main" val="2065206468"/>
                        </a:ext>
                      </a:extLst>
                    </a:gridCol>
                  </a:tblGrid>
                  <a:tr h="53650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Modulation type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solidFill>
                                <a:schemeClr val="bg2"/>
                              </a:solidFill>
                              <a:effectLst/>
                            </a:rPr>
                            <a:t>BER Equation in AWGN</a:t>
                          </a:r>
                          <a:endParaRPr lang="en-US" sz="1400" kern="10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57757927"/>
                      </a:ext>
                    </a:extLst>
                  </a:tr>
                  <a:tr h="140546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M-PSK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BER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PSK</m:t>
                                    </m:r>
                                  </m:sub>
                                </m:sSub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f>
                                  <m:f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b="0" i="0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d>
                                      <m:d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 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82656190"/>
                      </a:ext>
                    </a:extLst>
                  </a:tr>
                  <a:tr h="155828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solidFill>
                                <a:schemeClr val="bg2"/>
                              </a:solidFill>
                              <a:effectLst/>
                            </a:rPr>
                            <a:t>M-QAM</a:t>
                          </a:r>
                          <a:endParaRPr lang="en-US" sz="1400" kern="10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BER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QAM</m:t>
                                    </m:r>
                                  </m:sub>
                                </m:sSub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f>
                                  <m:f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rad>
                                      </m:den>
                                    </m:f>
                                  </m:e>
                                </m:d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den>
                                        </m:f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</m:e>
                                </m:d>
                              </m:oMath>
                            </m:oMathPara>
                          </a14:m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 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49126099"/>
                      </a:ext>
                    </a:extLst>
                  </a:tr>
                  <a:tr h="114648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M-ASK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BER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400" b="0" i="0" kern="100" smtClean="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ASK</m:t>
                                    </m:r>
                                  </m:sub>
                                </m:sSub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f>
                                  <m:f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2(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−1)</m:t>
                                    </m:r>
                                  </m:num>
                                  <m:den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sz="1400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r>
                                      <a:rPr lang="en-US" sz="1400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US" sz="1400" kern="100">
                                    <a:solidFill>
                                      <a:schemeClr val="bg2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lang="en-US" sz="1400" i="1" kern="100">
                                        <a:solidFill>
                                          <a:schemeClr val="bg2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400" i="1" kern="100">
                                            <a:solidFill>
                                              <a:schemeClr val="bg2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log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𝑀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1400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den>
                                        </m:f>
                                        <m:f>
                                          <m:fPr>
                                            <m:ctrlPr>
                                              <a:rPr lang="en-US" sz="1400" i="1" kern="100">
                                                <a:solidFill>
                                                  <a:schemeClr val="bg2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𝑏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US" sz="1400" i="1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400" kern="100">
                                                    <a:solidFill>
                                                      <a:schemeClr val="bg2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rad>
                                  </m:e>
                                </m:d>
                              </m:oMath>
                            </m:oMathPara>
                          </a14:m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637214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12DF8CF2-815F-F3D4-4E45-E52D99F3415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62415292"/>
                  </p:ext>
                </p:extLst>
              </p:nvPr>
            </p:nvGraphicFramePr>
            <p:xfrm>
              <a:off x="284164" y="1887409"/>
              <a:ext cx="4659312" cy="464674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53280">
                      <a:extLst>
                        <a:ext uri="{9D8B030D-6E8A-4147-A177-3AD203B41FA5}">
                          <a16:colId xmlns:a16="http://schemas.microsoft.com/office/drawing/2014/main" val="2551227135"/>
                        </a:ext>
                      </a:extLst>
                    </a:gridCol>
                    <a:gridCol w="3406032">
                      <a:extLst>
                        <a:ext uri="{9D8B030D-6E8A-4147-A177-3AD203B41FA5}">
                          <a16:colId xmlns:a16="http://schemas.microsoft.com/office/drawing/2014/main" val="2065206468"/>
                        </a:ext>
                      </a:extLst>
                    </a:gridCol>
                  </a:tblGrid>
                  <a:tr h="53650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Modulation type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solidFill>
                                <a:schemeClr val="bg2"/>
                              </a:solidFill>
                              <a:effectLst/>
                            </a:rPr>
                            <a:t>BER Equation in AWGN</a:t>
                          </a:r>
                          <a:endParaRPr lang="en-US" sz="1400" kern="10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657757927"/>
                      </a:ext>
                    </a:extLst>
                  </a:tr>
                  <a:tr h="140546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M-PSK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7030" t="-41558" r="-894" b="-193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2656190"/>
                      </a:ext>
                    </a:extLst>
                  </a:tr>
                  <a:tr h="1558286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>
                              <a:solidFill>
                                <a:schemeClr val="bg2"/>
                              </a:solidFill>
                              <a:effectLst/>
                            </a:rPr>
                            <a:t>M-QAM</a:t>
                          </a:r>
                          <a:endParaRPr lang="en-US" sz="1400" kern="10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7030" t="-127734" r="-894" b="-742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9126099"/>
                      </a:ext>
                    </a:extLst>
                  </a:tr>
                  <a:tr h="1146487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US" sz="1400" kern="100" dirty="0">
                              <a:solidFill>
                                <a:schemeClr val="bg2"/>
                              </a:solidFill>
                              <a:effectLst/>
                            </a:rPr>
                            <a:t>M-ASK</a:t>
                          </a:r>
                          <a:endParaRPr lang="en-US" sz="1400" kern="100" dirty="0">
                            <a:solidFill>
                              <a:schemeClr val="bg2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7030" t="-310106" r="-894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372141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D6D09DC-8986-2B21-A84F-F1B37CF31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774" y="2657474"/>
            <a:ext cx="3210373" cy="284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29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to Analog Conversion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Analog-to-analog conversion, or analog modulation, is the representation of analog information by an analog signal. One may ask why we need to modulate an analog signal; it is already analog. Modulation is needed if the medium is bandpass in nature or if only a bandpass channel is available to us. Analog-to-analog conversion can be accomplished in three ways: AM FM and PM.</a:t>
            </a:r>
          </a:p>
        </p:txBody>
      </p:sp>
    </p:spTree>
    <p:extLst>
      <p:ext uri="{BB962C8B-B14F-4D97-AF65-F5344CB8AC3E}">
        <p14:creationId xmlns:p14="http://schemas.microsoft.com/office/powerpoint/2010/main" val="3263862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to Analog Conversion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0E3D4-A30E-4522-A848-808E1763CFA6}"/>
              </a:ext>
            </a:extLst>
          </p:cNvPr>
          <p:cNvSpPr/>
          <p:nvPr/>
        </p:nvSpPr>
        <p:spPr>
          <a:xfrm>
            <a:off x="1575582" y="5366828"/>
            <a:ext cx="59928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5.15:  Types of analog-to-analog modulation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DE25124-9556-4BB5-9AF0-512C5A985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7" y="2772159"/>
            <a:ext cx="8391525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549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Amplitude Modulation (AM)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AM transmission, the carrier signal is modulated so that its amplitude varies with the changing amplitudes of the modulating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frequency and phase of the carrier remain the same; only the amplitude changes to follow variations in the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5.16 shows how this concept works.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modulating signal is the envelope of the carrier.</a:t>
            </a:r>
          </a:p>
        </p:txBody>
      </p:sp>
    </p:spTree>
    <p:extLst>
      <p:ext uri="{BB962C8B-B14F-4D97-AF65-F5344CB8AC3E}">
        <p14:creationId xmlns:p14="http://schemas.microsoft.com/office/powerpoint/2010/main" val="251165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Amplitude Modulation (AM)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As Figure 5.16 shows, AM is normally implemented by using a simple multiplier because the amplitude of the carrier signal needs to be changed according to the amplitude of the modulating signal.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BC00C3-1BCF-4D0C-88C5-84E76238ED11}"/>
              </a:ext>
            </a:extLst>
          </p:cNvPr>
          <p:cNvGrpSpPr/>
          <p:nvPr/>
        </p:nvGrpSpPr>
        <p:grpSpPr>
          <a:xfrm>
            <a:off x="1485303" y="4019361"/>
            <a:ext cx="6247021" cy="2106803"/>
            <a:chOff x="1485303" y="4019361"/>
            <a:chExt cx="6247021" cy="2106803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30CEC39-381C-49A2-9476-C21873F56C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5303" y="4019361"/>
              <a:ext cx="2903631" cy="21068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31375CAD-607D-4210-8FB4-9A4B9498F8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9386" y="4019361"/>
              <a:ext cx="2002938" cy="2106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DB71879-6EF6-42CF-BEC8-898FD04A95FF}"/>
              </a:ext>
            </a:extLst>
          </p:cNvPr>
          <p:cNvSpPr/>
          <p:nvPr/>
        </p:nvSpPr>
        <p:spPr>
          <a:xfrm>
            <a:off x="2937118" y="6389624"/>
            <a:ext cx="3515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Figure 5.16:  Amplitude modulation</a:t>
            </a:r>
          </a:p>
        </p:txBody>
      </p:sp>
    </p:spTree>
    <p:extLst>
      <p:ext uri="{BB962C8B-B14F-4D97-AF65-F5344CB8AC3E}">
        <p14:creationId xmlns:p14="http://schemas.microsoft.com/office/powerpoint/2010/main" val="458469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Amplitude Modulation (AM)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An increase in the amplitude of the modulating signal causes the amplitude of the carrier to increase.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An increase or a decrease in the amplitude of the modulating signal causes a corresponding increase or decrease in both the positive and the negative peaks of the carrier amplitude.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An imaginary line connecting the positive peaks and negative peaks of the carrier waveform (the dashed line in the figure) gives the exact shape of the modulating information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This imaginary line on the carrier waveform is known as the envelope.</a:t>
            </a:r>
          </a:p>
        </p:txBody>
      </p:sp>
    </p:spTree>
    <p:extLst>
      <p:ext uri="{BB962C8B-B14F-4D97-AF65-F5344CB8AC3E}">
        <p14:creationId xmlns:p14="http://schemas.microsoft.com/office/powerpoint/2010/main" val="1291703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 Modulation (FM)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FM transmission, the frequency of the carrier signal is modulated to follow the changing voltage level (amplitude) of the modulating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peak amplitude and phase of the carrier signal remain constant, but as the amplitude of the information signal changes, the frequency of the carrier changes correspondingly.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5.18 shows the relationships of the modulating signal, the carrier signal, and the resultant FM signal.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B71879-6EF6-42CF-BEC8-898FD04A95FF}"/>
              </a:ext>
            </a:extLst>
          </p:cNvPr>
          <p:cNvSpPr/>
          <p:nvPr/>
        </p:nvSpPr>
        <p:spPr>
          <a:xfrm>
            <a:off x="2937118" y="6389624"/>
            <a:ext cx="35153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Figure 5.16:  Amplitude modulation</a:t>
            </a:r>
          </a:p>
        </p:txBody>
      </p:sp>
    </p:spTree>
    <p:extLst>
      <p:ext uri="{BB962C8B-B14F-4D97-AF65-F5344CB8AC3E}">
        <p14:creationId xmlns:p14="http://schemas.microsoft.com/office/powerpoint/2010/main" val="2340551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 Modulation (FM)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DB927C-5828-4388-8EB6-2BD86B230E3B}"/>
              </a:ext>
            </a:extLst>
          </p:cNvPr>
          <p:cNvGrpSpPr/>
          <p:nvPr/>
        </p:nvGrpSpPr>
        <p:grpSpPr>
          <a:xfrm>
            <a:off x="870560" y="2463038"/>
            <a:ext cx="7190489" cy="2444309"/>
            <a:chOff x="476205" y="2789013"/>
            <a:chExt cx="7190489" cy="2444309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1C75732-BB86-480A-89ED-57215865C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205" y="2789013"/>
              <a:ext cx="3515387" cy="2444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7B47D74F-DBF0-40EB-9927-DF109DFD9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8314" y="3100481"/>
              <a:ext cx="2428380" cy="2126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6A2F0135-D373-4A90-8FC1-75FD979DACFC}"/>
              </a:ext>
            </a:extLst>
          </p:cNvPr>
          <p:cNvSpPr/>
          <p:nvPr/>
        </p:nvSpPr>
        <p:spPr>
          <a:xfrm>
            <a:off x="2568040" y="5239000"/>
            <a:ext cx="3515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Figure 5.18:  Frequency modulation</a:t>
            </a:r>
          </a:p>
        </p:txBody>
      </p:sp>
    </p:spTree>
    <p:extLst>
      <p:ext uri="{BB962C8B-B14F-4D97-AF65-F5344CB8AC3E}">
        <p14:creationId xmlns:p14="http://schemas.microsoft.com/office/powerpoint/2010/main" val="3610353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Modulation (PM)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PM transmission, the phase of the carrier signal is modulated to follow the changing voltage level (amplitude) of the modulating signal.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peak amplitude and frequency of the carrier signal remain constant, but as the amplitude of the information signal changes, the phase of the carrier changes correspondingly.</a:t>
            </a:r>
          </a:p>
        </p:txBody>
      </p:sp>
    </p:spTree>
    <p:extLst>
      <p:ext uri="{BB962C8B-B14F-4D97-AF65-F5344CB8AC3E}">
        <p14:creationId xmlns:p14="http://schemas.microsoft.com/office/powerpoint/2010/main" val="3034183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Phase Modulation (PM)</a:t>
            </a:r>
          </a:p>
        </p:txBody>
      </p:sp>
      <p:pic>
        <p:nvPicPr>
          <p:cNvPr id="10" name="Picture 9" descr="A diagram of a waveform&#10;&#10;AI-generated content may be incorrect.">
            <a:extLst>
              <a:ext uri="{FF2B5EF4-FFF2-40B4-BE49-F238E27FC236}">
                <a16:creationId xmlns:a16="http://schemas.microsoft.com/office/drawing/2014/main" id="{F2B06B92-A543-3300-2945-A13188BCE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54" y="2223106"/>
            <a:ext cx="7792537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96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Multiplexing allows the simultaneous transmission of multiple signals across a single data link.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As data and telecommunications use increases, so does traffic. We can accommodate this increase by continuing to add individual links each time a new channel is needed, or we can install higher-bandwidth links and use each to carry multiple signals. </a:t>
            </a:r>
          </a:p>
        </p:txBody>
      </p:sp>
    </p:spTree>
    <p:extLst>
      <p:ext uri="{BB962C8B-B14F-4D97-AF65-F5344CB8AC3E}">
        <p14:creationId xmlns:p14="http://schemas.microsoft.com/office/powerpoint/2010/main" val="1177337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FECA2D-C4D1-4AF0-A181-1A8A58A8BC91}"/>
              </a:ext>
            </a:extLst>
          </p:cNvPr>
          <p:cNvGrpSpPr/>
          <p:nvPr/>
        </p:nvGrpSpPr>
        <p:grpSpPr>
          <a:xfrm>
            <a:off x="511152" y="2939244"/>
            <a:ext cx="8312150" cy="1874838"/>
            <a:chOff x="457200" y="2514600"/>
            <a:chExt cx="8312150" cy="1874838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A26A70B-1E35-4B67-8909-2FD7506969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" y="2514600"/>
              <a:ext cx="8312150" cy="1874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BD03E180-7EC2-41BD-B216-A06FA5609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1813" y="3535363"/>
              <a:ext cx="30829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DEDCEE8-FABE-425E-907B-40177158CEF5}"/>
              </a:ext>
            </a:extLst>
          </p:cNvPr>
          <p:cNvSpPr/>
          <p:nvPr/>
        </p:nvSpPr>
        <p:spPr>
          <a:xfrm>
            <a:off x="2518369" y="5225875"/>
            <a:ext cx="42977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6.1:  Dividing a link into channels</a:t>
            </a:r>
          </a:p>
        </p:txBody>
      </p:sp>
    </p:spTree>
    <p:extLst>
      <p:ext uri="{BB962C8B-B14F-4D97-AF65-F5344CB8AC3E}">
        <p14:creationId xmlns:p14="http://schemas.microsoft.com/office/powerpoint/2010/main" val="2528081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934A92C0-EAB7-40EC-B018-76163271E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2390775"/>
            <a:ext cx="83185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F4ABDC-5D47-4F5C-8268-031D92011F5D}"/>
              </a:ext>
            </a:extLst>
          </p:cNvPr>
          <p:cNvSpPr/>
          <p:nvPr/>
        </p:nvSpPr>
        <p:spPr>
          <a:xfrm>
            <a:off x="2609484" y="5325573"/>
            <a:ext cx="41154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6.2:  Categories of multiplexing</a:t>
            </a:r>
          </a:p>
        </p:txBody>
      </p:sp>
    </p:spTree>
    <p:extLst>
      <p:ext uri="{BB962C8B-B14F-4D97-AF65-F5344CB8AC3E}">
        <p14:creationId xmlns:p14="http://schemas.microsoft.com/office/powerpoint/2010/main" val="3719827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6937821" cy="852257"/>
          </a:xfrm>
        </p:spPr>
        <p:txBody>
          <a:bodyPr>
            <a:normAutofit fontScale="90000"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Frequency-division multiplexing (FDM) is an analog technique that can be applied when the bandwidth of a link (in hertz) is greater than the combined bandwidths of the signals to be transmitted.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In FDM, signals generated by each sending device modulate different carrier frequencies.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These modulated signals are then combined into a single composite signal that can be transported by the link. </a:t>
            </a:r>
          </a:p>
        </p:txBody>
      </p:sp>
    </p:spTree>
    <p:extLst>
      <p:ext uri="{BB962C8B-B14F-4D97-AF65-F5344CB8AC3E}">
        <p14:creationId xmlns:p14="http://schemas.microsoft.com/office/powerpoint/2010/main" val="41765754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1C19D76-3AC3-424A-8218-3F7A8F843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2590800"/>
            <a:ext cx="74422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37581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FDM Process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6.4 is a conceptual illustration of the multiplexing process.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Each source generates a signal of a similar frequency range.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Inside the multiplexer, these similar signals modulate different carrier frequencies ( f1, f2, and f3).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resulting modulated signals are then combined into a single composite signal that is sent out over a media link that has enough bandwidth to accommodate it.</a:t>
            </a:r>
          </a:p>
        </p:txBody>
      </p:sp>
    </p:spTree>
    <p:extLst>
      <p:ext uri="{BB962C8B-B14F-4D97-AF65-F5344CB8AC3E}">
        <p14:creationId xmlns:p14="http://schemas.microsoft.com/office/powerpoint/2010/main" val="1079503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FDM Process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F338EB-179E-4B55-BDF6-DF0F0817D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2274618"/>
            <a:ext cx="6731000" cy="3050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87351BC-C95A-4333-A9FE-DCC2F01B28C6}"/>
              </a:ext>
            </a:extLst>
          </p:cNvPr>
          <p:cNvSpPr/>
          <p:nvPr/>
        </p:nvSpPr>
        <p:spPr>
          <a:xfrm>
            <a:off x="2981475" y="5521922"/>
            <a:ext cx="27435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6.4:  FDM Process</a:t>
            </a:r>
          </a:p>
        </p:txBody>
      </p:sp>
    </p:spTree>
    <p:extLst>
      <p:ext uri="{BB962C8B-B14F-4D97-AF65-F5344CB8AC3E}">
        <p14:creationId xmlns:p14="http://schemas.microsoft.com/office/powerpoint/2010/main" val="38381129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FDM Demultiplexing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demultiplexer uses a series of filters to decompose the multiplexed signal into its constituent component signals.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The individual signals are then passed to a demodulator that separates them from their carriers and passes them to the output lines.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Figure 6.5 is a conceptual illustration of demultiplexing process.</a:t>
            </a:r>
          </a:p>
        </p:txBody>
      </p:sp>
    </p:spTree>
    <p:extLst>
      <p:ext uri="{BB962C8B-B14F-4D97-AF65-F5344CB8AC3E}">
        <p14:creationId xmlns:p14="http://schemas.microsoft.com/office/powerpoint/2010/main" val="1522961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FDM Demultiplexing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E925C13-A167-4CA4-9774-FEF224B0B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33" y="2275986"/>
            <a:ext cx="6540256" cy="2822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B8A89D-450D-43C5-B219-968E0490C89C}"/>
              </a:ext>
            </a:extLst>
          </p:cNvPr>
          <p:cNvSpPr/>
          <p:nvPr/>
        </p:nvSpPr>
        <p:spPr>
          <a:xfrm>
            <a:off x="2105413" y="5519852"/>
            <a:ext cx="44408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6.5:  FDM demultiplexing example</a:t>
            </a:r>
          </a:p>
        </p:txBody>
      </p:sp>
    </p:spTree>
    <p:extLst>
      <p:ext uri="{BB962C8B-B14F-4D97-AF65-F5344CB8AC3E}">
        <p14:creationId xmlns:p14="http://schemas.microsoft.com/office/powerpoint/2010/main" val="1882335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</a:rPr>
              <a:t>Example 6.1:</a:t>
            </a:r>
            <a:r>
              <a:rPr lang="en-US" sz="2400" dirty="0">
                <a:solidFill>
                  <a:schemeClr val="bg2"/>
                </a:solidFill>
              </a:rPr>
              <a:t> Assume that a voice channel occupies a bandwidth of 4 kHz. We need to combine three voice channels into a link with a bandwidth of 12 kHz, from 20 to 32 kHz. Show the configuration, using the frequency domain. Assume there are no guard bands.</a:t>
            </a:r>
          </a:p>
          <a:p>
            <a:endParaRPr lang="en-US" sz="800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Solution: </a:t>
            </a:r>
            <a:r>
              <a:rPr lang="en-US" sz="2400" dirty="0">
                <a:solidFill>
                  <a:schemeClr val="bg2"/>
                </a:solidFill>
              </a:rPr>
              <a:t>We shift (modulate) each of the three voice channels to a different bandwidth, as shown in the figure,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43E33DD-3C06-4E61-9830-2A5792DB2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388" y="4891267"/>
            <a:ext cx="5762474" cy="1234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64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</a:rPr>
              <a:t>Example 6.1:</a:t>
            </a:r>
            <a:r>
              <a:rPr lang="en-US" sz="2400" dirty="0">
                <a:solidFill>
                  <a:schemeClr val="bg2"/>
                </a:solidFill>
              </a:rPr>
              <a:t> Five channels, each with a 100-kHz bandwidth, are to be multiplexed together. What is the minimum bandwidth of the link if there is a need for a guard band of 10 kHz between the channels to prevent interference?</a:t>
            </a:r>
          </a:p>
          <a:p>
            <a:r>
              <a:rPr lang="en-US" sz="2400" b="1" dirty="0">
                <a:solidFill>
                  <a:schemeClr val="bg2"/>
                </a:solidFill>
              </a:rPr>
              <a:t>Solution:</a:t>
            </a:r>
            <a:r>
              <a:rPr lang="en-US" sz="2400" dirty="0">
                <a:solidFill>
                  <a:schemeClr val="bg2"/>
                </a:solidFill>
              </a:rPr>
              <a:t> For five channels, we need at least four guard bands. This means that the required bandwidth is at least 5 × 100 + 4 × 10 = 540 kHz, as shown in the figure.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553FB-51C7-4D28-9218-141C81133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992" y="4737272"/>
            <a:ext cx="4815840" cy="1463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981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bg2"/>
                </a:solidFill>
              </a:rPr>
              <a:t>Example 6.1:</a:t>
            </a:r>
            <a:r>
              <a:rPr lang="en-US" sz="2400" dirty="0">
                <a:solidFill>
                  <a:schemeClr val="bg2"/>
                </a:solidFill>
              </a:rPr>
              <a:t> Four data channels (digital), each transmitting at 1 Mbps, use a satellite channel of 1 </a:t>
            </a:r>
            <a:r>
              <a:rPr lang="en-US" sz="2400" dirty="0" err="1">
                <a:solidFill>
                  <a:schemeClr val="bg2"/>
                </a:solidFill>
              </a:rPr>
              <a:t>MHz.</a:t>
            </a:r>
            <a:r>
              <a:rPr lang="en-US" sz="2400" dirty="0">
                <a:solidFill>
                  <a:schemeClr val="bg2"/>
                </a:solidFill>
              </a:rPr>
              <a:t> Design an appropriate configuration, using FDM.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r>
              <a:rPr lang="en-US" sz="2400" b="1" dirty="0">
                <a:solidFill>
                  <a:schemeClr val="bg2"/>
                </a:solidFill>
              </a:rPr>
              <a:t>Solution: </a:t>
            </a:r>
            <a:r>
              <a:rPr lang="en-US" sz="2400" dirty="0">
                <a:solidFill>
                  <a:schemeClr val="bg2"/>
                </a:solidFill>
              </a:rPr>
              <a:t>The satellite channel is analog. We divide it into four channels, each channel having a 250-kHz bandwidth. Each digital channel of 1 Mbps is modulated so that each 4 bits is modulated to 1 Hz. One solution is 16-QAM modulation. Figure 6.8 shows one possible configuration.</a:t>
            </a:r>
          </a:p>
          <a:p>
            <a:endParaRPr lang="en-US" sz="2400" dirty="0">
              <a:solidFill>
                <a:schemeClr val="bg2"/>
              </a:solidFill>
            </a:endParaRPr>
          </a:p>
          <a:p>
            <a:endParaRPr 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68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Frequency-Division Multiplexing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80572BD-62F4-4989-A9E2-C8CFD50EC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537" y="2416321"/>
            <a:ext cx="6892925" cy="313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346E60-BCFD-43A0-A823-0BF308E2F854}"/>
              </a:ext>
            </a:extLst>
          </p:cNvPr>
          <p:cNvSpPr/>
          <p:nvPr/>
        </p:nvSpPr>
        <p:spPr>
          <a:xfrm>
            <a:off x="2995176" y="5770265"/>
            <a:ext cx="26613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6.8:  Example 6.3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50688C-2F3D-543C-22AF-26D7D698E1C8}"/>
              </a:ext>
            </a:extLst>
          </p:cNvPr>
          <p:cNvGrpSpPr/>
          <p:nvPr/>
        </p:nvGrpSpPr>
        <p:grpSpPr>
          <a:xfrm>
            <a:off x="5989577" y="2166806"/>
            <a:ext cx="1252800" cy="294480"/>
            <a:chOff x="5989577" y="2166806"/>
            <a:chExt cx="125280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11BFC85-4C9D-1695-90BB-E3B364F2F1EF}"/>
                    </a:ext>
                  </a:extLst>
                </p14:cNvPr>
                <p14:cNvContentPartPr/>
                <p14:nvPr/>
              </p14:nvContentPartPr>
              <p14:xfrm>
                <a:off x="5994977" y="2166806"/>
                <a:ext cx="11880" cy="202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11BFC85-4C9D-1695-90BB-E3B364F2F1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86337" y="2157806"/>
                  <a:ext cx="29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4945A2-C0C2-AEF1-7F35-EE1D6A61E030}"/>
                    </a:ext>
                  </a:extLst>
                </p14:cNvPr>
                <p14:cNvContentPartPr/>
                <p14:nvPr/>
              </p14:nvContentPartPr>
              <p14:xfrm>
                <a:off x="5989577" y="2168606"/>
                <a:ext cx="141480" cy="235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4945A2-C0C2-AEF1-7F35-EE1D6A61E03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80577" y="2159966"/>
                  <a:ext cx="1591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62A8A9-E63F-7656-7259-A5EDC876603B}"/>
                    </a:ext>
                  </a:extLst>
                </p14:cNvPr>
                <p14:cNvContentPartPr/>
                <p14:nvPr/>
              </p14:nvContentPartPr>
              <p14:xfrm>
                <a:off x="6192977" y="2189846"/>
                <a:ext cx="150120" cy="203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62A8A9-E63F-7656-7259-A5EDC876603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83977" y="2181206"/>
                  <a:ext cx="1677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D2DBF5-DB0C-DC67-80BD-B02E5B30E637}"/>
                    </a:ext>
                  </a:extLst>
                </p14:cNvPr>
                <p14:cNvContentPartPr/>
                <p14:nvPr/>
              </p14:nvContentPartPr>
              <p14:xfrm>
                <a:off x="6462257" y="2216126"/>
                <a:ext cx="116280" cy="134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D2DBF5-DB0C-DC67-80BD-B02E5B30E63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53617" y="2207486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808DEF-AF56-2969-CD55-34B103330C25}"/>
                    </a:ext>
                  </a:extLst>
                </p14:cNvPr>
                <p14:cNvContentPartPr/>
                <p14:nvPr/>
              </p14:nvContentPartPr>
              <p14:xfrm>
                <a:off x="6453977" y="2223686"/>
                <a:ext cx="99000" cy="162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808DEF-AF56-2969-CD55-34B103330C2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44977" y="2215046"/>
                  <a:ext cx="116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B75307A-33D6-3502-A72B-19FD8E7E610E}"/>
                    </a:ext>
                  </a:extLst>
                </p14:cNvPr>
                <p14:cNvContentPartPr/>
                <p14:nvPr/>
              </p14:nvContentPartPr>
              <p14:xfrm>
                <a:off x="6681137" y="2236646"/>
                <a:ext cx="95760" cy="17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B75307A-33D6-3502-A72B-19FD8E7E610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72137" y="2227646"/>
                  <a:ext cx="113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37A8FE-F57E-0209-1DE1-54242934DFC1}"/>
                    </a:ext>
                  </a:extLst>
                </p14:cNvPr>
                <p14:cNvContentPartPr/>
                <p14:nvPr/>
              </p14:nvContentPartPr>
              <p14:xfrm>
                <a:off x="6809297" y="2225846"/>
                <a:ext cx="92880" cy="170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A37A8FE-F57E-0209-1DE1-54242934DFC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800297" y="2216846"/>
                  <a:ext cx="110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C30556A-9843-D5DA-3D11-88434D19A6A4}"/>
                    </a:ext>
                  </a:extLst>
                </p14:cNvPr>
                <p14:cNvContentPartPr/>
                <p14:nvPr/>
              </p14:nvContentPartPr>
              <p14:xfrm>
                <a:off x="6916217" y="2181206"/>
                <a:ext cx="90000" cy="280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C30556A-9843-D5DA-3D11-88434D19A6A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07577" y="2172206"/>
                  <a:ext cx="107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1AACFAC-017A-6D0F-817D-29A6026A95E3}"/>
                    </a:ext>
                  </a:extLst>
                </p14:cNvPr>
                <p14:cNvContentPartPr/>
                <p14:nvPr/>
              </p14:nvContentPartPr>
              <p14:xfrm>
                <a:off x="7127537" y="2222966"/>
                <a:ext cx="114120" cy="32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1AACFAC-017A-6D0F-817D-29A6026A95E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18537" y="2214326"/>
                  <a:ext cx="131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E927BCD-A844-7D7C-816B-361069FB2E37}"/>
                    </a:ext>
                  </a:extLst>
                </p14:cNvPr>
                <p14:cNvContentPartPr/>
                <p14:nvPr/>
              </p14:nvContentPartPr>
              <p14:xfrm>
                <a:off x="7166777" y="2312966"/>
                <a:ext cx="75600" cy="21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E927BCD-A844-7D7C-816B-361069FB2E3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57777" y="2303966"/>
                  <a:ext cx="9324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F503FE9-6394-F736-80F5-0CD849C628AF}"/>
              </a:ext>
            </a:extLst>
          </p:cNvPr>
          <p:cNvGrpSpPr/>
          <p:nvPr/>
        </p:nvGrpSpPr>
        <p:grpSpPr>
          <a:xfrm>
            <a:off x="7381337" y="2166446"/>
            <a:ext cx="1427040" cy="650520"/>
            <a:chOff x="7381337" y="2166446"/>
            <a:chExt cx="1427040" cy="65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3BD4542-88DA-F675-2C8D-ED8B5903EFA3}"/>
                    </a:ext>
                  </a:extLst>
                </p14:cNvPr>
                <p14:cNvContentPartPr/>
                <p14:nvPr/>
              </p14:nvContentPartPr>
              <p14:xfrm>
                <a:off x="7381337" y="2183726"/>
                <a:ext cx="70920" cy="135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3BD4542-88DA-F675-2C8D-ED8B5903EFA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72697" y="2174726"/>
                  <a:ext cx="88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AAA0F78-B86F-76F6-5E3D-99C84ADD4D6E}"/>
                    </a:ext>
                  </a:extLst>
                </p14:cNvPr>
                <p14:cNvContentPartPr/>
                <p14:nvPr/>
              </p14:nvContentPartPr>
              <p14:xfrm>
                <a:off x="7524257" y="2166446"/>
                <a:ext cx="92880" cy="59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AAA0F78-B86F-76F6-5E3D-99C84ADD4D6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15617" y="2157446"/>
                  <a:ext cx="110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FEF85E5-5E14-66D8-2949-ED2D6B6D103A}"/>
                    </a:ext>
                  </a:extLst>
                </p14:cNvPr>
                <p14:cNvContentPartPr/>
                <p14:nvPr/>
              </p14:nvContentPartPr>
              <p14:xfrm>
                <a:off x="7500497" y="2195246"/>
                <a:ext cx="123120" cy="128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FEF85E5-5E14-66D8-2949-ED2D6B6D103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91497" y="2186606"/>
                  <a:ext cx="14076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44C344B-C813-D818-1BD6-0F52DA9A33E1}"/>
                    </a:ext>
                  </a:extLst>
                </p14:cNvPr>
                <p14:cNvContentPartPr/>
                <p14:nvPr/>
              </p14:nvContentPartPr>
              <p14:xfrm>
                <a:off x="7656377" y="2203886"/>
                <a:ext cx="77760" cy="9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44C344B-C813-D818-1BD6-0F52DA9A33E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47377" y="2194886"/>
                  <a:ext cx="95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E8048A-61EB-0236-6067-75666F1D76DA}"/>
                    </a:ext>
                  </a:extLst>
                </p14:cNvPr>
                <p14:cNvContentPartPr/>
                <p14:nvPr/>
              </p14:nvContentPartPr>
              <p14:xfrm>
                <a:off x="7810457" y="2212166"/>
                <a:ext cx="119880" cy="94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E8048A-61EB-0236-6067-75666F1D76D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801817" y="2203526"/>
                  <a:ext cx="137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5C47567-9EB3-C2E2-9CC5-8D9EB92FF802}"/>
                    </a:ext>
                  </a:extLst>
                </p14:cNvPr>
                <p14:cNvContentPartPr/>
                <p14:nvPr/>
              </p14:nvContentPartPr>
              <p14:xfrm>
                <a:off x="7822337" y="2215766"/>
                <a:ext cx="94320" cy="173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5C47567-9EB3-C2E2-9CC5-8D9EB92FF80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13337" y="2206766"/>
                  <a:ext cx="111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40010F4-A145-3739-086C-7E8706CC2354}"/>
                    </a:ext>
                  </a:extLst>
                </p14:cNvPr>
                <p14:cNvContentPartPr/>
                <p14:nvPr/>
              </p14:nvContentPartPr>
              <p14:xfrm>
                <a:off x="8013497" y="2208206"/>
                <a:ext cx="127080" cy="137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40010F4-A145-3739-086C-7E8706CC235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04857" y="2199206"/>
                  <a:ext cx="1447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0E0077-CB25-8AF9-3281-402C1379766D}"/>
                    </a:ext>
                  </a:extLst>
                </p14:cNvPr>
                <p14:cNvContentPartPr/>
                <p14:nvPr/>
              </p14:nvContentPartPr>
              <p14:xfrm>
                <a:off x="8119697" y="2260046"/>
                <a:ext cx="16200" cy="217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0E0077-CB25-8AF9-3281-402C1379766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10697" y="2251406"/>
                  <a:ext cx="338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36931AB-4088-1A90-1D5E-C8EA78BF18F7}"/>
                    </a:ext>
                  </a:extLst>
                </p14:cNvPr>
                <p14:cNvContentPartPr/>
                <p14:nvPr/>
              </p14:nvContentPartPr>
              <p14:xfrm>
                <a:off x="8248937" y="2234486"/>
                <a:ext cx="97200" cy="45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36931AB-4088-1A90-1D5E-C8EA78BF18F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39937" y="2225846"/>
                  <a:ext cx="114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5BB7591-C5A9-71DE-066A-C258FB06E7CB}"/>
                    </a:ext>
                  </a:extLst>
                </p14:cNvPr>
                <p14:cNvContentPartPr/>
                <p14:nvPr/>
              </p14:nvContentPartPr>
              <p14:xfrm>
                <a:off x="8265137" y="2328446"/>
                <a:ext cx="93960" cy="34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5BB7591-C5A9-71DE-066A-C258FB06E7C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256497" y="2319446"/>
                  <a:ext cx="111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09BBD6-E935-CF2A-299A-00C162BEF32B}"/>
                    </a:ext>
                  </a:extLst>
                </p14:cNvPr>
                <p14:cNvContentPartPr/>
                <p14:nvPr/>
              </p14:nvContentPartPr>
              <p14:xfrm>
                <a:off x="8494817" y="2236646"/>
                <a:ext cx="12960" cy="203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09BBD6-E935-CF2A-299A-00C162BEF32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86177" y="2227646"/>
                  <a:ext cx="30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3FD1A68-405A-2529-BD96-11EEAEEB2ECA}"/>
                    </a:ext>
                  </a:extLst>
                </p14:cNvPr>
                <p14:cNvContentPartPr/>
                <p14:nvPr/>
              </p14:nvContentPartPr>
              <p14:xfrm>
                <a:off x="8539097" y="2273366"/>
                <a:ext cx="75240" cy="107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3FD1A68-405A-2529-BD96-11EEAEEB2EC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30097" y="2264726"/>
                  <a:ext cx="92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A16785D-9D71-6649-3F77-7993FA7EAC91}"/>
                    </a:ext>
                  </a:extLst>
                </p14:cNvPr>
                <p14:cNvContentPartPr/>
                <p14:nvPr/>
              </p14:nvContentPartPr>
              <p14:xfrm>
                <a:off x="8681297" y="2274446"/>
                <a:ext cx="48240" cy="89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A16785D-9D71-6649-3F77-7993FA7EAC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72297" y="2265806"/>
                  <a:ext cx="65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ACFFE2-0FBE-E6FA-D388-2CE4B99A0EE5}"/>
                    </a:ext>
                  </a:extLst>
                </p14:cNvPr>
                <p14:cNvContentPartPr/>
                <p14:nvPr/>
              </p14:nvContentPartPr>
              <p14:xfrm>
                <a:off x="8773817" y="2237366"/>
                <a:ext cx="34560" cy="88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ACFFE2-0FBE-E6FA-D388-2CE4B99A0EE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764817" y="2228366"/>
                  <a:ext cx="52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DA6FC8D-4D0E-CAEF-7D56-FED3BA813030}"/>
                    </a:ext>
                  </a:extLst>
                </p14:cNvPr>
                <p14:cNvContentPartPr/>
                <p14:nvPr/>
              </p14:nvContentPartPr>
              <p14:xfrm>
                <a:off x="8345417" y="2631926"/>
                <a:ext cx="9720" cy="101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DA6FC8D-4D0E-CAEF-7D56-FED3BA81303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36777" y="2622926"/>
                  <a:ext cx="27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97348A5-3DA9-DDD9-41A6-DF191E71EE57}"/>
                    </a:ext>
                  </a:extLst>
                </p14:cNvPr>
                <p14:cNvContentPartPr/>
                <p14:nvPr/>
              </p14:nvContentPartPr>
              <p14:xfrm>
                <a:off x="8376737" y="2597366"/>
                <a:ext cx="57240" cy="101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97348A5-3DA9-DDD9-41A6-DF191E71EE5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67737" y="2588366"/>
                  <a:ext cx="74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BC8A303-637C-5233-564E-DBA71FEB037C}"/>
                    </a:ext>
                  </a:extLst>
                </p14:cNvPr>
                <p14:cNvContentPartPr/>
                <p14:nvPr/>
              </p14:nvContentPartPr>
              <p14:xfrm>
                <a:off x="8359097" y="2713646"/>
                <a:ext cx="90000" cy="10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BC8A303-637C-5233-564E-DBA71FEB037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50097" y="2705006"/>
                  <a:ext cx="107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E7304B6-FF58-21CC-372C-37406253ACB9}"/>
                    </a:ext>
                  </a:extLst>
                </p14:cNvPr>
                <p14:cNvContentPartPr/>
                <p14:nvPr/>
              </p14:nvContentPartPr>
              <p14:xfrm>
                <a:off x="8345417" y="2635886"/>
                <a:ext cx="20160" cy="181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E7304B6-FF58-21CC-372C-37406253ACB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36417" y="2626886"/>
                  <a:ext cx="378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2A1F524-B0C4-3559-1FE4-34EE997C7D08}"/>
                    </a:ext>
                  </a:extLst>
                </p14:cNvPr>
                <p14:cNvContentPartPr/>
                <p14:nvPr/>
              </p14:nvContentPartPr>
              <p14:xfrm>
                <a:off x="8490857" y="2593406"/>
                <a:ext cx="92520" cy="155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2A1F524-B0C4-3559-1FE4-34EE997C7D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482217" y="2584406"/>
                  <a:ext cx="1101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58AB9F4-60CA-B112-C5E8-5BCCE0C6AC72}"/>
                    </a:ext>
                  </a:extLst>
                </p14:cNvPr>
                <p14:cNvContentPartPr/>
                <p14:nvPr/>
              </p14:nvContentPartPr>
              <p14:xfrm>
                <a:off x="8603897" y="2589086"/>
                <a:ext cx="72720" cy="18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58AB9F4-60CA-B112-C5E8-5BCCE0C6AC7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595257" y="2580446"/>
                  <a:ext cx="90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3BF309F-9257-6F26-4704-EDF3AB2BD006}"/>
                    </a:ext>
                  </a:extLst>
                </p14:cNvPr>
                <p14:cNvContentPartPr/>
                <p14:nvPr/>
              </p14:nvContentPartPr>
              <p14:xfrm>
                <a:off x="8739257" y="2514206"/>
                <a:ext cx="62640" cy="220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3BF309F-9257-6F26-4704-EDF3AB2BD00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730257" y="2505566"/>
                  <a:ext cx="8028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5E2ADE4-1A0A-8083-2145-34987135E396}"/>
              </a:ext>
            </a:extLst>
          </p:cNvPr>
          <p:cNvGrpSpPr/>
          <p:nvPr/>
        </p:nvGrpSpPr>
        <p:grpSpPr>
          <a:xfrm>
            <a:off x="8162537" y="2972486"/>
            <a:ext cx="867600" cy="273600"/>
            <a:chOff x="8162537" y="2972486"/>
            <a:chExt cx="86760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E35C01B-85DE-C1B9-EF6E-053029F16C8B}"/>
                    </a:ext>
                  </a:extLst>
                </p14:cNvPr>
                <p14:cNvContentPartPr/>
                <p14:nvPr/>
              </p14:nvContentPartPr>
              <p14:xfrm>
                <a:off x="8162537" y="3092006"/>
                <a:ext cx="116280" cy="154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E35C01B-85DE-C1B9-EF6E-053029F16C8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53897" y="3083366"/>
                  <a:ext cx="133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5F6E73-9F4D-98AE-D602-C32931E539E7}"/>
                    </a:ext>
                  </a:extLst>
                </p14:cNvPr>
                <p14:cNvContentPartPr/>
                <p14:nvPr/>
              </p14:nvContentPartPr>
              <p14:xfrm>
                <a:off x="8396897" y="3044486"/>
                <a:ext cx="31320" cy="194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5F6E73-9F4D-98AE-D602-C32931E539E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88257" y="3035846"/>
                  <a:ext cx="489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CFB7A42-1A69-43C7-A963-22EEE366BB42}"/>
                    </a:ext>
                  </a:extLst>
                </p14:cNvPr>
                <p14:cNvContentPartPr/>
                <p14:nvPr/>
              </p14:nvContentPartPr>
              <p14:xfrm>
                <a:off x="8514257" y="3081926"/>
                <a:ext cx="180000" cy="149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CFB7A42-1A69-43C7-A963-22EEE366BB4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05257" y="3072926"/>
                  <a:ext cx="1976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F4D32F2-207A-696C-F8EB-CFE8B64C31B4}"/>
                    </a:ext>
                  </a:extLst>
                </p14:cNvPr>
                <p14:cNvContentPartPr/>
                <p14:nvPr/>
              </p14:nvContentPartPr>
              <p14:xfrm>
                <a:off x="8735297" y="3031886"/>
                <a:ext cx="78480" cy="159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F4D32F2-207A-696C-F8EB-CFE8B64C31B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26657" y="3022886"/>
                  <a:ext cx="961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827F439-4E9D-1644-9F84-0AFA6FEFA87B}"/>
                    </a:ext>
                  </a:extLst>
                </p14:cNvPr>
                <p14:cNvContentPartPr/>
                <p14:nvPr/>
              </p14:nvContentPartPr>
              <p14:xfrm>
                <a:off x="8868497" y="2988686"/>
                <a:ext cx="56880" cy="168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827F439-4E9D-1644-9F84-0AFA6FEFA87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59857" y="2979686"/>
                  <a:ext cx="74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1E72EEB-6E75-F6B8-7495-566690BE1207}"/>
                    </a:ext>
                  </a:extLst>
                </p14:cNvPr>
                <p14:cNvContentPartPr/>
                <p14:nvPr/>
              </p14:nvContentPartPr>
              <p14:xfrm>
                <a:off x="8951657" y="2972486"/>
                <a:ext cx="78480" cy="193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1E72EEB-6E75-F6B8-7495-566690BE120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942657" y="2963486"/>
                  <a:ext cx="9612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3FDAB8C-88D8-0F52-9285-06EA5129C685}"/>
              </a:ext>
            </a:extLst>
          </p:cNvPr>
          <p:cNvGrpSpPr/>
          <p:nvPr/>
        </p:nvGrpSpPr>
        <p:grpSpPr>
          <a:xfrm>
            <a:off x="6732977" y="2577926"/>
            <a:ext cx="2376720" cy="3314880"/>
            <a:chOff x="6732977" y="2577926"/>
            <a:chExt cx="2376720" cy="331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94F2B3-3E52-80BE-EFA6-7F0972ECDDB8}"/>
                    </a:ext>
                  </a:extLst>
                </p14:cNvPr>
                <p14:cNvContentPartPr/>
                <p14:nvPr/>
              </p14:nvContentPartPr>
              <p14:xfrm>
                <a:off x="6848537" y="2577926"/>
                <a:ext cx="51480" cy="345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94F2B3-3E52-80BE-EFA6-7F0972ECDDB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39897" y="2568926"/>
                  <a:ext cx="691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86AF6C4-62DB-789C-1EDE-91B4F9531BA1}"/>
                    </a:ext>
                  </a:extLst>
                </p14:cNvPr>
                <p14:cNvContentPartPr/>
                <p14:nvPr/>
              </p14:nvContentPartPr>
              <p14:xfrm>
                <a:off x="6839537" y="2814086"/>
                <a:ext cx="142920" cy="136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86AF6C4-62DB-789C-1EDE-91B4F9531BA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830897" y="2805446"/>
                  <a:ext cx="160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AD4AF98-CC55-3A5A-AF13-DB64CF519C5A}"/>
                    </a:ext>
                  </a:extLst>
                </p14:cNvPr>
                <p14:cNvContentPartPr/>
                <p14:nvPr/>
              </p14:nvContentPartPr>
              <p14:xfrm>
                <a:off x="6732977" y="3188486"/>
                <a:ext cx="125640" cy="145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AD4AF98-CC55-3A5A-AF13-DB64CF519C5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724337" y="3179846"/>
                  <a:ext cx="143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D248BF5-93C8-E429-DED6-9B6BFE96F68B}"/>
                    </a:ext>
                  </a:extLst>
                </p14:cNvPr>
                <p14:cNvContentPartPr/>
                <p14:nvPr/>
              </p14:nvContentPartPr>
              <p14:xfrm>
                <a:off x="6916217" y="3245366"/>
                <a:ext cx="43200" cy="59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D248BF5-93C8-E429-DED6-9B6BFE96F68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07577" y="3236726"/>
                  <a:ext cx="60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00D8A0F-30F6-9119-DA9F-68522A6EE36F}"/>
                    </a:ext>
                  </a:extLst>
                </p14:cNvPr>
                <p14:cNvContentPartPr/>
                <p14:nvPr/>
              </p14:nvContentPartPr>
              <p14:xfrm>
                <a:off x="7123937" y="3149246"/>
                <a:ext cx="37800" cy="90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00D8A0F-30F6-9119-DA9F-68522A6EE36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15297" y="3140606"/>
                  <a:ext cx="55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D13B857-26A2-ADD2-9BF4-0AAEAA15E80A}"/>
                    </a:ext>
                  </a:extLst>
                </p14:cNvPr>
                <p14:cNvContentPartPr/>
                <p14:nvPr/>
              </p14:nvContentPartPr>
              <p14:xfrm>
                <a:off x="7247777" y="2927486"/>
                <a:ext cx="36720" cy="395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D13B857-26A2-ADD2-9BF4-0AAEAA15E80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238777" y="2918486"/>
                  <a:ext cx="543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83E7A70-C908-9705-5AF5-D59D15062E1F}"/>
                    </a:ext>
                  </a:extLst>
                </p14:cNvPr>
                <p14:cNvContentPartPr/>
                <p14:nvPr/>
              </p14:nvContentPartPr>
              <p14:xfrm>
                <a:off x="7233017" y="3146006"/>
                <a:ext cx="68760" cy="57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83E7A70-C908-9705-5AF5-D59D15062E1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24017" y="3137006"/>
                  <a:ext cx="86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524597-8CBE-5A3D-A49C-F536A559F91D}"/>
                    </a:ext>
                  </a:extLst>
                </p14:cNvPr>
                <p14:cNvContentPartPr/>
                <p14:nvPr/>
              </p14:nvContentPartPr>
              <p14:xfrm>
                <a:off x="7431737" y="2968166"/>
                <a:ext cx="92160" cy="225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524597-8CBE-5A3D-A49C-F536A559F91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422737" y="2959526"/>
                  <a:ext cx="1098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7FA30A1-16C0-8B14-2E63-F5D6F84F088C}"/>
                    </a:ext>
                  </a:extLst>
                </p14:cNvPr>
                <p14:cNvContentPartPr/>
                <p14:nvPr/>
              </p14:nvContentPartPr>
              <p14:xfrm>
                <a:off x="7575017" y="3035846"/>
                <a:ext cx="26640" cy="128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7FA30A1-16C0-8B14-2E63-F5D6F84F088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566377" y="3026846"/>
                  <a:ext cx="44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0C3BDDF-6BB6-9DCC-9716-161B5E524564}"/>
                    </a:ext>
                  </a:extLst>
                </p14:cNvPr>
                <p14:cNvContentPartPr/>
                <p14:nvPr/>
              </p14:nvContentPartPr>
              <p14:xfrm>
                <a:off x="7543337" y="2899406"/>
                <a:ext cx="153360" cy="212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0C3BDDF-6BB6-9DCC-9716-161B5E5245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34337" y="2890406"/>
                  <a:ext cx="171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7B5AAC3-EBBD-A83A-B8B1-4C19576F2969}"/>
                    </a:ext>
                  </a:extLst>
                </p14:cNvPr>
                <p14:cNvContentPartPr/>
                <p14:nvPr/>
              </p14:nvContentPartPr>
              <p14:xfrm>
                <a:off x="7677257" y="2951246"/>
                <a:ext cx="122760" cy="123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7B5AAC3-EBBD-A83A-B8B1-4C19576F296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668617" y="2942606"/>
                  <a:ext cx="140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F8154F5-ECB7-1599-0E1E-9F35F06A84B6}"/>
                    </a:ext>
                  </a:extLst>
                </p14:cNvPr>
                <p14:cNvContentPartPr/>
                <p14:nvPr/>
              </p14:nvContentPartPr>
              <p14:xfrm>
                <a:off x="7782017" y="2877446"/>
                <a:ext cx="77040" cy="338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F8154F5-ECB7-1599-0E1E-9F35F06A84B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773377" y="2868806"/>
                  <a:ext cx="946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652F477-9082-D1ED-BDD8-F92D488B5E67}"/>
                    </a:ext>
                  </a:extLst>
                </p14:cNvPr>
                <p14:cNvContentPartPr/>
                <p14:nvPr/>
              </p14:nvContentPartPr>
              <p14:xfrm>
                <a:off x="7129337" y="3421766"/>
                <a:ext cx="146880" cy="182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652F477-9082-D1ED-BDD8-F92D488B5E6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120697" y="3412766"/>
                  <a:ext cx="1645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5F321A0-7585-9653-763B-88DF61023D71}"/>
                    </a:ext>
                  </a:extLst>
                </p14:cNvPr>
                <p14:cNvContentPartPr/>
                <p14:nvPr/>
              </p14:nvContentPartPr>
              <p14:xfrm>
                <a:off x="7309337" y="3468926"/>
                <a:ext cx="91080" cy="198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5F321A0-7585-9653-763B-88DF61023D7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300337" y="3460286"/>
                  <a:ext cx="108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CD7AB0-CA99-D5F1-18B7-008E1EAF1AFA}"/>
                    </a:ext>
                  </a:extLst>
                </p14:cNvPr>
                <p14:cNvContentPartPr/>
                <p14:nvPr/>
              </p14:nvContentPartPr>
              <p14:xfrm>
                <a:off x="7464137" y="3472166"/>
                <a:ext cx="147960" cy="92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CD7AB0-CA99-D5F1-18B7-008E1EAF1AF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55497" y="3463526"/>
                  <a:ext cx="165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E02B265-1958-B670-247F-6933F0ED6381}"/>
                    </a:ext>
                  </a:extLst>
                </p14:cNvPr>
                <p14:cNvContentPartPr/>
                <p14:nvPr/>
              </p14:nvContentPartPr>
              <p14:xfrm>
                <a:off x="7634057" y="3354806"/>
                <a:ext cx="89640" cy="152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E02B265-1958-B670-247F-6933F0ED638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625057" y="3346166"/>
                  <a:ext cx="107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612F485-F992-343E-4819-BD21903440BC}"/>
                    </a:ext>
                  </a:extLst>
                </p14:cNvPr>
                <p14:cNvContentPartPr/>
                <p14:nvPr/>
              </p14:nvContentPartPr>
              <p14:xfrm>
                <a:off x="7748537" y="3354086"/>
                <a:ext cx="74160" cy="114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612F485-F992-343E-4819-BD21903440B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739537" y="3345086"/>
                  <a:ext cx="91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F7A73A1-72A8-FFEA-F55D-A5726040852E}"/>
                    </a:ext>
                  </a:extLst>
                </p14:cNvPr>
                <p14:cNvContentPartPr/>
                <p14:nvPr/>
              </p14:nvContentPartPr>
              <p14:xfrm>
                <a:off x="7851137" y="3272726"/>
                <a:ext cx="74880" cy="166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F7A73A1-72A8-FFEA-F55D-A5726040852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842497" y="3263726"/>
                  <a:ext cx="92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D46EE34-E5AD-F675-F9CE-C0C54A3A7487}"/>
                    </a:ext>
                  </a:extLst>
                </p14:cNvPr>
                <p14:cNvContentPartPr/>
                <p14:nvPr/>
              </p14:nvContentPartPr>
              <p14:xfrm>
                <a:off x="7801817" y="3614006"/>
                <a:ext cx="311040" cy="974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D46EE34-E5AD-F675-F9CE-C0C54A3A748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792817" y="3605366"/>
                  <a:ext cx="328680" cy="9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8C92549-89CA-A5B3-BD0B-8CE542908F6D}"/>
                    </a:ext>
                  </a:extLst>
                </p14:cNvPr>
                <p14:cNvContentPartPr/>
                <p14:nvPr/>
              </p14:nvContentPartPr>
              <p14:xfrm>
                <a:off x="7958057" y="4469006"/>
                <a:ext cx="227520" cy="198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8C92549-89CA-A5B3-BD0B-8CE542908F6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949417" y="4460006"/>
                  <a:ext cx="245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FCC7D84-87C8-6AB0-FF37-F575C2B48D18}"/>
                    </a:ext>
                  </a:extLst>
                </p14:cNvPr>
                <p14:cNvContentPartPr/>
                <p14:nvPr/>
              </p14:nvContentPartPr>
              <p14:xfrm>
                <a:off x="7990457" y="4884446"/>
                <a:ext cx="79560" cy="194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FCC7D84-87C8-6AB0-FF37-F575C2B48D1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981457" y="4875446"/>
                  <a:ext cx="972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E9A128A-84A1-CB72-9879-8CB949D3CEB1}"/>
                    </a:ext>
                  </a:extLst>
                </p14:cNvPr>
                <p14:cNvContentPartPr/>
                <p14:nvPr/>
              </p14:nvContentPartPr>
              <p14:xfrm>
                <a:off x="8108537" y="4855286"/>
                <a:ext cx="70560" cy="84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E9A128A-84A1-CB72-9879-8CB949D3CEB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099897" y="4846646"/>
                  <a:ext cx="88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5469AA-8102-1FAE-7184-746C34B9B20F}"/>
                    </a:ext>
                  </a:extLst>
                </p14:cNvPr>
                <p14:cNvContentPartPr/>
                <p14:nvPr/>
              </p14:nvContentPartPr>
              <p14:xfrm>
                <a:off x="8222657" y="4729646"/>
                <a:ext cx="152640" cy="348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5469AA-8102-1FAE-7184-746C34B9B20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13657" y="4720646"/>
                  <a:ext cx="1702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78A3603-278B-EA09-7DD2-FE86887518EE}"/>
                    </a:ext>
                  </a:extLst>
                </p14:cNvPr>
                <p14:cNvContentPartPr/>
                <p14:nvPr/>
              </p14:nvContentPartPr>
              <p14:xfrm>
                <a:off x="8443697" y="4820006"/>
                <a:ext cx="79560" cy="157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78A3603-278B-EA09-7DD2-FE86887518E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434697" y="4811366"/>
                  <a:ext cx="97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A3025E3-FC79-ED74-3269-A133F710B863}"/>
                    </a:ext>
                  </a:extLst>
                </p14:cNvPr>
                <p14:cNvContentPartPr/>
                <p14:nvPr/>
              </p14:nvContentPartPr>
              <p14:xfrm>
                <a:off x="8511737" y="4494206"/>
                <a:ext cx="203040" cy="244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A3025E3-FC79-ED74-3269-A133F710B86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503097" y="4485206"/>
                  <a:ext cx="220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EBF50AE-953D-B374-A75B-CED25E2DE781}"/>
                    </a:ext>
                  </a:extLst>
                </p14:cNvPr>
                <p14:cNvContentPartPr/>
                <p14:nvPr/>
              </p14:nvContentPartPr>
              <p14:xfrm>
                <a:off x="8667617" y="4094246"/>
                <a:ext cx="41400" cy="316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EBF50AE-953D-B374-A75B-CED25E2DE78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658617" y="4085246"/>
                  <a:ext cx="590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45FDB5E-7EAF-4B8F-4281-3DB489E1BD39}"/>
                    </a:ext>
                  </a:extLst>
                </p14:cNvPr>
                <p14:cNvContentPartPr/>
                <p14:nvPr/>
              </p14:nvContentPartPr>
              <p14:xfrm>
                <a:off x="8613617" y="4081286"/>
                <a:ext cx="145080" cy="73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45FDB5E-7EAF-4B8F-4281-3DB489E1BD3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604977" y="4072646"/>
                  <a:ext cx="1627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78F5A0-E8F7-71C9-4002-E3F66B95A530}"/>
                    </a:ext>
                  </a:extLst>
                </p14:cNvPr>
                <p14:cNvContentPartPr/>
                <p14:nvPr/>
              </p14:nvContentPartPr>
              <p14:xfrm>
                <a:off x="8769497" y="4509326"/>
                <a:ext cx="74160" cy="7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78F5A0-E8F7-71C9-4002-E3F66B95A53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760857" y="4500686"/>
                  <a:ext cx="91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D318DB-EFE5-7AD9-ADD8-0DD9FE5C5353}"/>
                    </a:ext>
                  </a:extLst>
                </p14:cNvPr>
                <p14:cNvContentPartPr/>
                <p14:nvPr/>
              </p14:nvContentPartPr>
              <p14:xfrm>
                <a:off x="8793977" y="4589606"/>
                <a:ext cx="63360" cy="69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D318DB-EFE5-7AD9-ADD8-0DD9FE5C53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784977" y="4580966"/>
                  <a:ext cx="81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2216A99-B874-2330-B33B-F80A74D39B00}"/>
                    </a:ext>
                  </a:extLst>
                </p14:cNvPr>
                <p14:cNvContentPartPr/>
                <p14:nvPr/>
              </p14:nvContentPartPr>
              <p14:xfrm>
                <a:off x="8910257" y="4393766"/>
                <a:ext cx="44280" cy="185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2216A99-B874-2330-B33B-F80A74D39B0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901617" y="4385126"/>
                  <a:ext cx="61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0A50F98-4A03-5DC4-F063-2925BCF7A5DC}"/>
                    </a:ext>
                  </a:extLst>
                </p14:cNvPr>
                <p14:cNvContentPartPr/>
                <p14:nvPr/>
              </p14:nvContentPartPr>
              <p14:xfrm>
                <a:off x="8971817" y="4360646"/>
                <a:ext cx="128160" cy="234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0A50F98-4A03-5DC4-F063-2925BCF7A5D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963177" y="4352006"/>
                  <a:ext cx="145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5B18727-F5E8-ACC2-8D03-0763CEC097E7}"/>
                    </a:ext>
                  </a:extLst>
                </p14:cNvPr>
                <p14:cNvContentPartPr/>
                <p14:nvPr/>
              </p14:nvContentPartPr>
              <p14:xfrm>
                <a:off x="8187377" y="5459366"/>
                <a:ext cx="51120" cy="151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B18727-F5E8-ACC2-8D03-0763CEC097E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78377" y="5450366"/>
                  <a:ext cx="68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DB84EFD-86E6-A5FC-CF31-5351EC71364C}"/>
                    </a:ext>
                  </a:extLst>
                </p14:cNvPr>
                <p14:cNvContentPartPr/>
                <p14:nvPr/>
              </p14:nvContentPartPr>
              <p14:xfrm>
                <a:off x="8251457" y="5408606"/>
                <a:ext cx="95040" cy="131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DB84EFD-86E6-A5FC-CF31-5351EC71364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242817" y="5399966"/>
                  <a:ext cx="1126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5E89CCE-1024-22EC-FACF-5D2FD708ABB6}"/>
                    </a:ext>
                  </a:extLst>
                </p14:cNvPr>
                <p14:cNvContentPartPr/>
                <p14:nvPr/>
              </p14:nvContentPartPr>
              <p14:xfrm>
                <a:off x="8387177" y="5381246"/>
                <a:ext cx="125640" cy="511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5E89CCE-1024-22EC-FACF-5D2FD708ABB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378537" y="5372606"/>
                  <a:ext cx="1432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DECC5F0-7A30-915E-6E65-D8EB709DB8EC}"/>
                    </a:ext>
                  </a:extLst>
                </p14:cNvPr>
                <p14:cNvContentPartPr/>
                <p14:nvPr/>
              </p14:nvContentPartPr>
              <p14:xfrm>
                <a:off x="8522177" y="5536046"/>
                <a:ext cx="153360" cy="155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DECC5F0-7A30-915E-6E65-D8EB709DB8E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513177" y="5527046"/>
                  <a:ext cx="1710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09F7B6F-740E-1988-B03F-F4AA9B7070E0}"/>
                    </a:ext>
                  </a:extLst>
                </p14:cNvPr>
                <p14:cNvContentPartPr/>
                <p14:nvPr/>
              </p14:nvContentPartPr>
              <p14:xfrm>
                <a:off x="8587697" y="5249126"/>
                <a:ext cx="42120" cy="177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09F7B6F-740E-1988-B03F-F4AA9B7070E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578697" y="5240486"/>
                  <a:ext cx="597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A72F140-C905-ED30-DA38-6F6918BBD42F}"/>
                    </a:ext>
                  </a:extLst>
                </p14:cNvPr>
                <p14:cNvContentPartPr/>
                <p14:nvPr/>
              </p14:nvContentPartPr>
              <p14:xfrm>
                <a:off x="8659337" y="5201966"/>
                <a:ext cx="141480" cy="207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A72F140-C905-ED30-DA38-6F6918BBD42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50337" y="5192966"/>
                  <a:ext cx="159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6AC3507-A86B-BE17-EE5F-4566371FED2A}"/>
                    </a:ext>
                  </a:extLst>
                </p14:cNvPr>
                <p14:cNvContentPartPr/>
                <p14:nvPr/>
              </p14:nvContentPartPr>
              <p14:xfrm>
                <a:off x="8801537" y="5185046"/>
                <a:ext cx="114840" cy="126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6AC3507-A86B-BE17-EE5F-4566371FED2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792537" y="5176046"/>
                  <a:ext cx="132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7E157AD-69C4-28B5-65D3-0EE9FBC8100F}"/>
                    </a:ext>
                  </a:extLst>
                </p14:cNvPr>
                <p14:cNvContentPartPr/>
                <p14:nvPr/>
              </p14:nvContentPartPr>
              <p14:xfrm>
                <a:off x="8979017" y="4968686"/>
                <a:ext cx="123120" cy="169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7E157AD-69C4-28B5-65D3-0EE9FBC8100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970017" y="4960046"/>
                  <a:ext cx="140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F143628-E5EA-4241-D948-609D1A7FCDB3}"/>
                    </a:ext>
                  </a:extLst>
                </p14:cNvPr>
                <p14:cNvContentPartPr/>
                <p14:nvPr/>
              </p14:nvContentPartPr>
              <p14:xfrm>
                <a:off x="9072977" y="5018726"/>
                <a:ext cx="36720" cy="243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F143628-E5EA-4241-D948-609D1A7FCDB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063977" y="5010086"/>
                  <a:ext cx="543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588C5CE-F211-DC08-61E0-C867C7F647C6}"/>
                    </a:ext>
                  </a:extLst>
                </p14:cNvPr>
                <p14:cNvContentPartPr/>
                <p14:nvPr/>
              </p14:nvContentPartPr>
              <p14:xfrm>
                <a:off x="8880377" y="5526326"/>
                <a:ext cx="190080" cy="211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588C5CE-F211-DC08-61E0-C867C7F647C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871737" y="5517326"/>
                  <a:ext cx="207720" cy="22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8A7595C-968D-8C3C-717B-71F6E29226C5}"/>
                  </a:ext>
                </a:extLst>
              </p14:cNvPr>
              <p14:cNvContentPartPr/>
              <p14:nvPr/>
            </p14:nvContentPartPr>
            <p14:xfrm>
              <a:off x="5999297" y="2490446"/>
              <a:ext cx="381600" cy="69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8A7595C-968D-8C3C-717B-71F6E29226C5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990297" y="2481806"/>
                <a:ext cx="3992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FD7FD75-2551-9ED6-38CB-E99495AA1B8D}"/>
                  </a:ext>
                </a:extLst>
              </p14:cNvPr>
              <p14:cNvContentPartPr/>
              <p14:nvPr/>
            </p14:nvContentPartPr>
            <p14:xfrm>
              <a:off x="8505617" y="3337886"/>
              <a:ext cx="324000" cy="108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FD7FD75-2551-9ED6-38CB-E99495AA1B8D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8496617" y="3329246"/>
                <a:ext cx="341640" cy="12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7495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676F-5EFE-B3E6-35B3-3676F956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Frequency ranges: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19E35-4F91-3D3E-2191-A67D7422C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56" y="1880235"/>
            <a:ext cx="6000750" cy="434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71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Hierarchy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To maximize the efficiency of their infrastructure, telephone companies have traditionally multiplexed signals from lower-bandwidth lines onto higher-bandwidth lines.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this way, many switched or leased lines can be combined into fewer but bigger channels. For analog lines, FDM is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One of these hierarchical systems used by telephone companies is made up of groups, supergroups, master groups, and jumbo groups (see Figure 6.9).</a:t>
            </a:r>
          </a:p>
        </p:txBody>
      </p:sp>
    </p:spTree>
    <p:extLst>
      <p:ext uri="{BB962C8B-B14F-4D97-AF65-F5344CB8AC3E}">
        <p14:creationId xmlns:p14="http://schemas.microsoft.com/office/powerpoint/2010/main" val="4056357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Hierarchy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938B8FB5-7384-40EC-8625-4D04146C8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30" y="2164084"/>
            <a:ext cx="8185170" cy="3787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346E60-BCFD-43A0-A823-0BF308E2F854}"/>
              </a:ext>
            </a:extLst>
          </p:cNvPr>
          <p:cNvSpPr/>
          <p:nvPr/>
        </p:nvSpPr>
        <p:spPr>
          <a:xfrm>
            <a:off x="2995176" y="5770265"/>
            <a:ext cx="31474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Figure 6.9:  Analog hierarchy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9BD6CA4-9CE4-D05B-59F1-83E9F97BBD07}"/>
              </a:ext>
            </a:extLst>
          </p:cNvPr>
          <p:cNvGrpSpPr/>
          <p:nvPr/>
        </p:nvGrpSpPr>
        <p:grpSpPr>
          <a:xfrm>
            <a:off x="3696017" y="2156006"/>
            <a:ext cx="702720" cy="263520"/>
            <a:chOff x="3696017" y="2156006"/>
            <a:chExt cx="70272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1FFEE1-703C-4A68-AB96-8622B43021D0}"/>
                    </a:ext>
                  </a:extLst>
                </p14:cNvPr>
                <p14:cNvContentPartPr/>
                <p14:nvPr/>
              </p14:nvContentPartPr>
              <p14:xfrm>
                <a:off x="3696017" y="2215766"/>
                <a:ext cx="113400" cy="26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1FFEE1-703C-4A68-AB96-8622B43021D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87377" y="2206766"/>
                  <a:ext cx="131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0109557-2F0F-AF37-46A7-1031B472227E}"/>
                    </a:ext>
                  </a:extLst>
                </p14:cNvPr>
                <p14:cNvContentPartPr/>
                <p14:nvPr/>
              </p14:nvContentPartPr>
              <p14:xfrm>
                <a:off x="3756497" y="2257526"/>
                <a:ext cx="78840" cy="45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0109557-2F0F-AF37-46A7-1031B472227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47857" y="2248886"/>
                  <a:ext cx="96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DCD91C5-8E9D-E69B-1A9E-DC7637BC6F94}"/>
                    </a:ext>
                  </a:extLst>
                </p14:cNvPr>
                <p14:cNvContentPartPr/>
                <p14:nvPr/>
              </p14:nvContentPartPr>
              <p14:xfrm>
                <a:off x="3923897" y="2178326"/>
                <a:ext cx="11160" cy="158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DCD91C5-8E9D-E69B-1A9E-DC7637BC6F9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15257" y="2169686"/>
                  <a:ext cx="28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3725C3-1353-90FD-89B3-2E57B8ABE929}"/>
                    </a:ext>
                  </a:extLst>
                </p14:cNvPr>
                <p14:cNvContentPartPr/>
                <p14:nvPr/>
              </p14:nvContentPartPr>
              <p14:xfrm>
                <a:off x="3979337" y="2179046"/>
                <a:ext cx="138960" cy="188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3725C3-1353-90FD-89B3-2E57B8ABE92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70337" y="2170406"/>
                  <a:ext cx="156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FE479B-8834-317B-16EB-DD860F0C711E}"/>
                    </a:ext>
                  </a:extLst>
                </p14:cNvPr>
                <p14:cNvContentPartPr/>
                <p14:nvPr/>
              </p14:nvContentPartPr>
              <p14:xfrm>
                <a:off x="4115777" y="2246726"/>
                <a:ext cx="112320" cy="34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FE479B-8834-317B-16EB-DD860F0C711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07137" y="2237726"/>
                  <a:ext cx="129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79860FF-5413-1A37-894F-48F4D45D74C2}"/>
                    </a:ext>
                  </a:extLst>
                </p14:cNvPr>
                <p14:cNvContentPartPr/>
                <p14:nvPr/>
              </p14:nvContentPartPr>
              <p14:xfrm>
                <a:off x="4121177" y="2194886"/>
                <a:ext cx="88560" cy="180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79860FF-5413-1A37-894F-48F4D45D74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12177" y="2185886"/>
                  <a:ext cx="106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5E9BA09-3525-D2E2-20C0-5520216B97B0}"/>
                    </a:ext>
                  </a:extLst>
                </p14:cNvPr>
                <p14:cNvContentPartPr/>
                <p14:nvPr/>
              </p14:nvContentPartPr>
              <p14:xfrm>
                <a:off x="4272017" y="2156006"/>
                <a:ext cx="112320" cy="163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5E9BA09-3525-D2E2-20C0-5520216B97B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63377" y="2147366"/>
                  <a:ext cx="129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1DD0CB-2966-5B2A-2A26-DF8FB0E7923F}"/>
                    </a:ext>
                  </a:extLst>
                </p14:cNvPr>
                <p14:cNvContentPartPr/>
                <p14:nvPr/>
              </p14:nvContentPartPr>
              <p14:xfrm>
                <a:off x="4365257" y="2208206"/>
                <a:ext cx="33480" cy="211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1DD0CB-2966-5B2A-2A26-DF8FB0E792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56257" y="2199206"/>
                  <a:ext cx="5112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90DD3CE-F20A-B40C-EEC8-22CCF491E935}"/>
              </a:ext>
            </a:extLst>
          </p:cNvPr>
          <p:cNvGrpSpPr/>
          <p:nvPr/>
        </p:nvGrpSpPr>
        <p:grpSpPr>
          <a:xfrm>
            <a:off x="5332937" y="2529686"/>
            <a:ext cx="818280" cy="410400"/>
            <a:chOff x="5332937" y="2529686"/>
            <a:chExt cx="81828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7A1350-AE92-E353-9B8D-59B8581A5576}"/>
                    </a:ext>
                  </a:extLst>
                </p14:cNvPr>
                <p14:cNvContentPartPr/>
                <p14:nvPr/>
              </p14:nvContentPartPr>
              <p14:xfrm>
                <a:off x="5332937" y="2764766"/>
                <a:ext cx="55080" cy="7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7A1350-AE92-E353-9B8D-59B8581A557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24297" y="2756126"/>
                  <a:ext cx="727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E117F5-E133-7229-5E58-8996B48E3F2E}"/>
                    </a:ext>
                  </a:extLst>
                </p14:cNvPr>
                <p14:cNvContentPartPr/>
                <p14:nvPr/>
              </p14:nvContentPartPr>
              <p14:xfrm>
                <a:off x="5345897" y="2800046"/>
                <a:ext cx="89640" cy="43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E117F5-E133-7229-5E58-8996B48E3F2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336897" y="2791046"/>
                  <a:ext cx="1072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F4D3E6-DDC9-8AF0-9127-D062EA434789}"/>
                    </a:ext>
                  </a:extLst>
                </p14:cNvPr>
                <p14:cNvContentPartPr/>
                <p14:nvPr/>
              </p14:nvContentPartPr>
              <p14:xfrm>
                <a:off x="5500337" y="2706806"/>
                <a:ext cx="146520" cy="233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F4D3E6-DDC9-8AF0-9127-D062EA4347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91697" y="2697806"/>
                  <a:ext cx="1641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5F416FC-8123-F016-44DA-0EEBA90F5D94}"/>
                    </a:ext>
                  </a:extLst>
                </p14:cNvPr>
                <p14:cNvContentPartPr/>
                <p14:nvPr/>
              </p14:nvContentPartPr>
              <p14:xfrm>
                <a:off x="5669177" y="2698886"/>
                <a:ext cx="92520" cy="187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5F416FC-8123-F016-44DA-0EEBA90F5D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60177" y="2690246"/>
                  <a:ext cx="1101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5345A07-002F-37FF-9ADD-D2F64062F301}"/>
                    </a:ext>
                  </a:extLst>
                </p14:cNvPr>
                <p14:cNvContentPartPr/>
                <p14:nvPr/>
              </p14:nvContentPartPr>
              <p14:xfrm>
                <a:off x="5808497" y="2702846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5345A07-002F-37FF-9ADD-D2F64062F30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799497" y="26938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9267947-28CF-E7A0-9677-DE593CD0C44C}"/>
                    </a:ext>
                  </a:extLst>
                </p14:cNvPr>
                <p14:cNvContentPartPr/>
                <p14:nvPr/>
              </p14:nvContentPartPr>
              <p14:xfrm>
                <a:off x="5813177" y="2702846"/>
                <a:ext cx="151560" cy="6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9267947-28CF-E7A0-9677-DE593CD0C44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804177" y="2693846"/>
                  <a:ext cx="169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12BB75-8553-2C64-CCEC-ED5757F72565}"/>
                    </a:ext>
                  </a:extLst>
                </p14:cNvPr>
                <p14:cNvContentPartPr/>
                <p14:nvPr/>
              </p14:nvContentPartPr>
              <p14:xfrm>
                <a:off x="5837657" y="2647406"/>
                <a:ext cx="86760" cy="18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12BB75-8553-2C64-CCEC-ED5757F7256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829017" y="2638406"/>
                  <a:ext cx="1044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C10250-68B0-A4DA-7678-480C123E817B}"/>
                    </a:ext>
                  </a:extLst>
                </p14:cNvPr>
                <p14:cNvContentPartPr/>
                <p14:nvPr/>
              </p14:nvContentPartPr>
              <p14:xfrm>
                <a:off x="6038897" y="2529686"/>
                <a:ext cx="103680" cy="80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C10250-68B0-A4DA-7678-480C123E817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30257" y="2521046"/>
                  <a:ext cx="121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9D8BC8C-5473-B056-8EF3-C60809474441}"/>
                    </a:ext>
                  </a:extLst>
                </p14:cNvPr>
                <p14:cNvContentPartPr/>
                <p14:nvPr/>
              </p14:nvContentPartPr>
              <p14:xfrm>
                <a:off x="6033497" y="2597366"/>
                <a:ext cx="117720" cy="184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9D8BC8C-5473-B056-8EF3-C608094744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024497" y="2588366"/>
                  <a:ext cx="1353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4A6714D-B730-7E2F-1028-FC2E7F6E2F27}"/>
              </a:ext>
            </a:extLst>
          </p:cNvPr>
          <p:cNvGrpSpPr/>
          <p:nvPr/>
        </p:nvGrpSpPr>
        <p:grpSpPr>
          <a:xfrm>
            <a:off x="6559457" y="2302526"/>
            <a:ext cx="2589120" cy="1559880"/>
            <a:chOff x="6559457" y="2302526"/>
            <a:chExt cx="2589120" cy="155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CB6A7E3-35FF-A4E3-ED40-F0B45A74E169}"/>
                    </a:ext>
                  </a:extLst>
                </p14:cNvPr>
                <p14:cNvContentPartPr/>
                <p14:nvPr/>
              </p14:nvContentPartPr>
              <p14:xfrm>
                <a:off x="6559457" y="2962766"/>
                <a:ext cx="151920" cy="205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CB6A7E3-35FF-A4E3-ED40-F0B45A74E16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550457" y="2953766"/>
                  <a:ext cx="1695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FC5450-26B1-DBF2-1569-1D376FC01765}"/>
                    </a:ext>
                  </a:extLst>
                </p14:cNvPr>
                <p14:cNvContentPartPr/>
                <p14:nvPr/>
              </p14:nvContentPartPr>
              <p14:xfrm>
                <a:off x="6698777" y="2951606"/>
                <a:ext cx="105120" cy="20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FC5450-26B1-DBF2-1569-1D376FC0176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690137" y="2942966"/>
                  <a:ext cx="1227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3D8D922-7ABC-C53B-ADD8-2C9EC6273495}"/>
                    </a:ext>
                  </a:extLst>
                </p14:cNvPr>
                <p14:cNvContentPartPr/>
                <p14:nvPr/>
              </p14:nvContentPartPr>
              <p14:xfrm>
                <a:off x="6829457" y="2957366"/>
                <a:ext cx="79560" cy="132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3D8D922-7ABC-C53B-ADD8-2C9EC627349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20817" y="2948366"/>
                  <a:ext cx="97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330C62F-5F5E-99F3-BFE7-580FEC95BD02}"/>
                    </a:ext>
                  </a:extLst>
                </p14:cNvPr>
                <p14:cNvContentPartPr/>
                <p14:nvPr/>
              </p14:nvContentPartPr>
              <p14:xfrm>
                <a:off x="6950777" y="2960966"/>
                <a:ext cx="160200" cy="7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330C62F-5F5E-99F3-BFE7-580FEC95BD0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42137" y="2951966"/>
                  <a:ext cx="177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40EEA3-3262-25B8-5D28-21777CD61E6B}"/>
                    </a:ext>
                  </a:extLst>
                </p14:cNvPr>
                <p14:cNvContentPartPr/>
                <p14:nvPr/>
              </p14:nvContentPartPr>
              <p14:xfrm>
                <a:off x="7013057" y="2910206"/>
                <a:ext cx="43200" cy="209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40EEA3-3262-25B8-5D28-21777CD61E6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004057" y="2901206"/>
                  <a:ext cx="608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1E63B96-D454-E16C-39AD-B675B5BAC231}"/>
                    </a:ext>
                  </a:extLst>
                </p14:cNvPr>
                <p14:cNvContentPartPr/>
                <p14:nvPr/>
              </p14:nvContentPartPr>
              <p14:xfrm>
                <a:off x="7161737" y="2856206"/>
                <a:ext cx="82800" cy="170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1E63B96-D454-E16C-39AD-B675B5BAC23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53097" y="2847206"/>
                  <a:ext cx="100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B9D33F-E5E4-268D-B4C0-5AF3DC972C03}"/>
                    </a:ext>
                  </a:extLst>
                </p14:cNvPr>
                <p14:cNvContentPartPr/>
                <p14:nvPr/>
              </p14:nvContentPartPr>
              <p14:xfrm>
                <a:off x="7270817" y="2826326"/>
                <a:ext cx="95400" cy="165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2B9D33F-E5E4-268D-B4C0-5AF3DC972C0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262177" y="2817326"/>
                  <a:ext cx="113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859DC0-CD97-72CC-ED23-546E4FE20B69}"/>
                    </a:ext>
                  </a:extLst>
                </p14:cNvPr>
                <p14:cNvContentPartPr/>
                <p14:nvPr/>
              </p14:nvContentPartPr>
              <p14:xfrm>
                <a:off x="7443257" y="2807606"/>
                <a:ext cx="92520" cy="62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859DC0-CD97-72CC-ED23-546E4FE20B6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34257" y="2798606"/>
                  <a:ext cx="1101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CF8E6E-DE64-83B0-7183-E855AFF4A19A}"/>
                    </a:ext>
                  </a:extLst>
                </p14:cNvPr>
                <p14:cNvContentPartPr/>
                <p14:nvPr/>
              </p14:nvContentPartPr>
              <p14:xfrm>
                <a:off x="7472417" y="2891846"/>
                <a:ext cx="117720" cy="51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CF8E6E-DE64-83B0-7183-E855AFF4A19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463417" y="2883206"/>
                  <a:ext cx="135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2B360D7-AF06-CC7D-CCF9-3105B24995CE}"/>
                    </a:ext>
                  </a:extLst>
                </p14:cNvPr>
                <p14:cNvContentPartPr/>
                <p14:nvPr/>
              </p14:nvContentPartPr>
              <p14:xfrm>
                <a:off x="7663577" y="2674766"/>
                <a:ext cx="127440" cy="221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2B360D7-AF06-CC7D-CCF9-3105B24995C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654577" y="2666126"/>
                  <a:ext cx="145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93875C6-9333-DF90-B8BB-47B5C830309F}"/>
                    </a:ext>
                  </a:extLst>
                </p14:cNvPr>
                <p14:cNvContentPartPr/>
                <p14:nvPr/>
              </p14:nvContentPartPr>
              <p14:xfrm>
                <a:off x="7842857" y="2593406"/>
                <a:ext cx="91800" cy="213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93875C6-9333-DF90-B8BB-47B5C830309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833857" y="2584406"/>
                  <a:ext cx="109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ED80F61-4A3A-FC79-68C1-0D92FF0EDAC4}"/>
                    </a:ext>
                  </a:extLst>
                </p14:cNvPr>
                <p14:cNvContentPartPr/>
                <p14:nvPr/>
              </p14:nvContentPartPr>
              <p14:xfrm>
                <a:off x="7961657" y="2627606"/>
                <a:ext cx="59040" cy="123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ED80F61-4A3A-FC79-68C1-0D92FF0EDAC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953017" y="2618606"/>
                  <a:ext cx="766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A0009A5-F95C-9CFB-433F-5B058C07E625}"/>
                    </a:ext>
                  </a:extLst>
                </p14:cNvPr>
                <p14:cNvContentPartPr/>
                <p14:nvPr/>
              </p14:nvContentPartPr>
              <p14:xfrm>
                <a:off x="8114657" y="2515286"/>
                <a:ext cx="93960" cy="199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A0009A5-F95C-9CFB-433F-5B058C07E62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105657" y="2506646"/>
                  <a:ext cx="111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C205B98-7F67-4AD5-50E6-53561D3DF246}"/>
                    </a:ext>
                  </a:extLst>
                </p14:cNvPr>
                <p14:cNvContentPartPr/>
                <p14:nvPr/>
              </p14:nvContentPartPr>
              <p14:xfrm>
                <a:off x="8252897" y="2415566"/>
                <a:ext cx="104400" cy="202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C205B98-7F67-4AD5-50E6-53561D3DF24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244257" y="2406926"/>
                  <a:ext cx="1220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B08C247-C100-E95C-94EF-F2761496055E}"/>
                    </a:ext>
                  </a:extLst>
                </p14:cNvPr>
                <p14:cNvContentPartPr/>
                <p14:nvPr/>
              </p14:nvContentPartPr>
              <p14:xfrm>
                <a:off x="8353697" y="2445806"/>
                <a:ext cx="79920" cy="81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B08C247-C100-E95C-94EF-F2761496055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344697" y="2437166"/>
                  <a:ext cx="975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88F849-5777-C574-F6E9-F167A0AE7283}"/>
                    </a:ext>
                  </a:extLst>
                </p14:cNvPr>
                <p14:cNvContentPartPr/>
                <p14:nvPr/>
              </p14:nvContentPartPr>
              <p14:xfrm>
                <a:off x="8421377" y="2375246"/>
                <a:ext cx="72360" cy="117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88F849-5777-C574-F6E9-F167A0AE728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12377" y="2366246"/>
                  <a:ext cx="90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CCDA76C-8ECE-A747-43A8-9D2F87B48EFC}"/>
                    </a:ext>
                  </a:extLst>
                </p14:cNvPr>
                <p14:cNvContentPartPr/>
                <p14:nvPr/>
              </p14:nvContentPartPr>
              <p14:xfrm>
                <a:off x="8406257" y="2419166"/>
                <a:ext cx="54360" cy="61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CCDA76C-8ECE-A747-43A8-9D2F87B48EF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397617" y="2410166"/>
                  <a:ext cx="720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27CBA87-765B-D9E0-1DF1-8A95581FDCB0}"/>
                    </a:ext>
                  </a:extLst>
                </p14:cNvPr>
                <p14:cNvContentPartPr/>
                <p14:nvPr/>
              </p14:nvContentPartPr>
              <p14:xfrm>
                <a:off x="8494817" y="2307206"/>
                <a:ext cx="173880" cy="165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27CBA87-765B-D9E0-1DF1-8A95581FDCB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86177" y="2298206"/>
                  <a:ext cx="191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0A80A31-3699-CB62-8590-21AC44F3E165}"/>
                    </a:ext>
                  </a:extLst>
                </p14:cNvPr>
                <p14:cNvContentPartPr/>
                <p14:nvPr/>
              </p14:nvContentPartPr>
              <p14:xfrm>
                <a:off x="8542337" y="2302526"/>
                <a:ext cx="95040" cy="139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0A80A31-3699-CB62-8590-21AC44F3E16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533337" y="2293886"/>
                  <a:ext cx="1126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D309B8F-917A-ED2F-4833-82B25913ED3F}"/>
                    </a:ext>
                  </a:extLst>
                </p14:cNvPr>
                <p14:cNvContentPartPr/>
                <p14:nvPr/>
              </p14:nvContentPartPr>
              <p14:xfrm>
                <a:off x="7797497" y="3530486"/>
                <a:ext cx="17280" cy="3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D309B8F-917A-ED2F-4833-82B25913ED3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788857" y="3521486"/>
                  <a:ext cx="34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FF37FB4-1A0D-2AC8-51AB-4A194997FAE5}"/>
                    </a:ext>
                  </a:extLst>
                </p14:cNvPr>
                <p14:cNvContentPartPr/>
                <p14:nvPr/>
              </p14:nvContentPartPr>
              <p14:xfrm>
                <a:off x="7845377" y="3526166"/>
                <a:ext cx="124920" cy="135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FF37FB4-1A0D-2AC8-51AB-4A194997FAE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836377" y="3517526"/>
                  <a:ext cx="142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37D895-6EAD-AF21-D06D-8F16A2E0463C}"/>
                    </a:ext>
                  </a:extLst>
                </p14:cNvPr>
                <p14:cNvContentPartPr/>
                <p14:nvPr/>
              </p14:nvContentPartPr>
              <p14:xfrm>
                <a:off x="7794257" y="3459926"/>
                <a:ext cx="73440" cy="105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37D895-6EAD-AF21-D06D-8F16A2E0463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85617" y="3451286"/>
                  <a:ext cx="91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E94EDDD-BEEA-AB0D-9892-85FBCC478B26}"/>
                    </a:ext>
                  </a:extLst>
                </p14:cNvPr>
                <p14:cNvContentPartPr/>
                <p14:nvPr/>
              </p14:nvContentPartPr>
              <p14:xfrm>
                <a:off x="7976057" y="3516806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E94EDDD-BEEA-AB0D-9892-85FBCC478B2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67417" y="35081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43E8C26-F0AD-823B-F8E3-2CFF23458B86}"/>
                    </a:ext>
                  </a:extLst>
                </p14:cNvPr>
                <p14:cNvContentPartPr/>
                <p14:nvPr/>
              </p14:nvContentPartPr>
              <p14:xfrm>
                <a:off x="8080457" y="3320966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43E8C26-F0AD-823B-F8E3-2CFF23458B8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071457" y="33119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0139795-858A-2AD8-CB63-B1500678B2DC}"/>
                    </a:ext>
                  </a:extLst>
                </p14:cNvPr>
                <p14:cNvContentPartPr/>
                <p14:nvPr/>
              </p14:nvContentPartPr>
              <p14:xfrm>
                <a:off x="7998017" y="3288566"/>
                <a:ext cx="145080" cy="196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0139795-858A-2AD8-CB63-B1500678B2D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89377" y="3279566"/>
                  <a:ext cx="162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3742A4-A9BE-3E2F-D15C-E00F3D663663}"/>
                    </a:ext>
                  </a:extLst>
                </p14:cNvPr>
                <p14:cNvContentPartPr/>
                <p14:nvPr/>
              </p14:nvContentPartPr>
              <p14:xfrm>
                <a:off x="8017817" y="3410246"/>
                <a:ext cx="131400" cy="166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3742A4-A9BE-3E2F-D15C-E00F3D66366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008817" y="3401246"/>
                  <a:ext cx="1490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6397441-205F-3279-98C0-B388B946D46E}"/>
                    </a:ext>
                  </a:extLst>
                </p14:cNvPr>
                <p14:cNvContentPartPr/>
                <p14:nvPr/>
              </p14:nvContentPartPr>
              <p14:xfrm>
                <a:off x="8183777" y="3269486"/>
                <a:ext cx="138240" cy="223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6397441-205F-3279-98C0-B388B946D46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175137" y="3260486"/>
                  <a:ext cx="155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BF1A8EC-326B-217A-0B9F-744BAEC1DB32}"/>
                    </a:ext>
                  </a:extLst>
                </p14:cNvPr>
                <p14:cNvContentPartPr/>
                <p14:nvPr/>
              </p14:nvContentPartPr>
              <p14:xfrm>
                <a:off x="8523977" y="3283886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BF1A8EC-326B-217A-0B9F-744BAEC1DB3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515337" y="32748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2F01BE4-1B1B-E849-C04B-D5E4549090E4}"/>
                    </a:ext>
                  </a:extLst>
                </p14:cNvPr>
                <p14:cNvContentPartPr/>
                <p14:nvPr/>
              </p14:nvContentPartPr>
              <p14:xfrm>
                <a:off x="8395097" y="3115406"/>
                <a:ext cx="52920" cy="274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2F01BE4-1B1B-E849-C04B-D5E4549090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86457" y="3106766"/>
                  <a:ext cx="705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B1DA842-0A33-A158-CC85-B53AD5A5C347}"/>
                    </a:ext>
                  </a:extLst>
                </p14:cNvPr>
                <p14:cNvContentPartPr/>
                <p14:nvPr/>
              </p14:nvContentPartPr>
              <p14:xfrm>
                <a:off x="8278817" y="3179846"/>
                <a:ext cx="259920" cy="123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B1DA842-0A33-A158-CC85-B53AD5A5C34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269817" y="3171206"/>
                  <a:ext cx="277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6A63F90-22DA-C0A5-84FC-C0A47E33BEE1}"/>
                    </a:ext>
                  </a:extLst>
                </p14:cNvPr>
                <p14:cNvContentPartPr/>
                <p14:nvPr/>
              </p14:nvContentPartPr>
              <p14:xfrm>
                <a:off x="8553137" y="2962046"/>
                <a:ext cx="187560" cy="249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6A63F90-22DA-C0A5-84FC-C0A47E33BE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44497" y="2953406"/>
                  <a:ext cx="2052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7CC24F6-8495-7D03-DCF8-EE4FD3699D2D}"/>
                    </a:ext>
                  </a:extLst>
                </p14:cNvPr>
                <p14:cNvContentPartPr/>
                <p14:nvPr/>
              </p14:nvContentPartPr>
              <p14:xfrm>
                <a:off x="8415257" y="3483686"/>
                <a:ext cx="103680" cy="115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7CC24F6-8495-7D03-DCF8-EE4FD3699D2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06257" y="3474686"/>
                  <a:ext cx="121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53F3CFE-1977-B579-B25F-AEF1F311F331}"/>
                    </a:ext>
                  </a:extLst>
                </p14:cNvPr>
                <p14:cNvContentPartPr/>
                <p14:nvPr/>
              </p14:nvContentPartPr>
              <p14:xfrm>
                <a:off x="8474657" y="3563246"/>
                <a:ext cx="116640" cy="88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53F3CFE-1977-B579-B25F-AEF1F311F33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65657" y="3554246"/>
                  <a:ext cx="134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99BBD47-D237-BDD0-5564-41FBFC23E686}"/>
                    </a:ext>
                  </a:extLst>
                </p14:cNvPr>
                <p14:cNvContentPartPr/>
                <p14:nvPr/>
              </p14:nvContentPartPr>
              <p14:xfrm>
                <a:off x="8649977" y="3388646"/>
                <a:ext cx="112320" cy="196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99BBD47-D237-BDD0-5564-41FBFC23E68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40977" y="3379646"/>
                  <a:ext cx="129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B6FE743-55B2-D538-A361-3C8D00DCDFA4}"/>
                    </a:ext>
                  </a:extLst>
                </p14:cNvPr>
                <p14:cNvContentPartPr/>
                <p14:nvPr/>
              </p14:nvContentPartPr>
              <p14:xfrm>
                <a:off x="8714417" y="3296486"/>
                <a:ext cx="114120" cy="228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B6FE743-55B2-D538-A361-3C8D00DCDFA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05777" y="3287846"/>
                  <a:ext cx="131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F4CF51-E751-D473-52CB-431CB9ECDE79}"/>
                    </a:ext>
                  </a:extLst>
                </p14:cNvPr>
                <p14:cNvContentPartPr/>
                <p14:nvPr/>
              </p14:nvContentPartPr>
              <p14:xfrm>
                <a:off x="8860577" y="3334286"/>
                <a:ext cx="4680" cy="25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F4CF51-E751-D473-52CB-431CB9ECDE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51937" y="3325286"/>
                  <a:ext cx="223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6D6E4F8-9A5E-ED9A-7B95-F6D23F4665BE}"/>
                    </a:ext>
                  </a:extLst>
                </p14:cNvPr>
                <p14:cNvContentPartPr/>
                <p14:nvPr/>
              </p14:nvContentPartPr>
              <p14:xfrm>
                <a:off x="8881097" y="3229886"/>
                <a:ext cx="85680" cy="1274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6D6E4F8-9A5E-ED9A-7B95-F6D23F4665B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72457" y="3220886"/>
                  <a:ext cx="103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9517F5-1DA6-A0E8-5C55-32306279199C}"/>
                    </a:ext>
                  </a:extLst>
                </p14:cNvPr>
                <p14:cNvContentPartPr/>
                <p14:nvPr/>
              </p14:nvContentPartPr>
              <p14:xfrm>
                <a:off x="8955617" y="3133766"/>
                <a:ext cx="192960" cy="185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9517F5-1DA6-A0E8-5C55-32306279199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946977" y="3124766"/>
                  <a:ext cx="210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C237278-79F4-CDEC-0E26-A4ED314E42DD}"/>
                    </a:ext>
                  </a:extLst>
                </p14:cNvPr>
                <p14:cNvContentPartPr/>
                <p14:nvPr/>
              </p14:nvContentPartPr>
              <p14:xfrm>
                <a:off x="8719457" y="3670166"/>
                <a:ext cx="178560" cy="192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C237278-79F4-CDEC-0E26-A4ED314E42D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10457" y="3661526"/>
                  <a:ext cx="1962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5910B9A-C3CD-B5E4-FE06-81A033E9589F}"/>
                    </a:ext>
                  </a:extLst>
                </p14:cNvPr>
                <p14:cNvContentPartPr/>
                <p14:nvPr/>
              </p14:nvContentPartPr>
              <p14:xfrm>
                <a:off x="8887577" y="3605726"/>
                <a:ext cx="77040" cy="165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5910B9A-C3CD-B5E4-FE06-81A033E9589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78937" y="3596726"/>
                  <a:ext cx="94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FDDE107-3D77-30A7-40A6-9A321E4DA7E2}"/>
                    </a:ext>
                  </a:extLst>
                </p14:cNvPr>
                <p14:cNvContentPartPr/>
                <p14:nvPr/>
              </p14:nvContentPartPr>
              <p14:xfrm>
                <a:off x="8932577" y="3583406"/>
                <a:ext cx="84240" cy="161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FDDE107-3D77-30A7-40A6-9A321E4DA7E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23577" y="3574406"/>
                  <a:ext cx="101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627B5E8-6843-A999-78CF-C640811DF81A}"/>
                    </a:ext>
                  </a:extLst>
                </p14:cNvPr>
                <p14:cNvContentPartPr/>
                <p14:nvPr/>
              </p14:nvContentPartPr>
              <p14:xfrm>
                <a:off x="8934017" y="3617606"/>
                <a:ext cx="47880" cy="86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627B5E8-6843-A999-78CF-C640811DF81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25017" y="3608606"/>
                  <a:ext cx="65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8300820-4C83-15A5-8B01-A97B949239FB}"/>
                    </a:ext>
                  </a:extLst>
                </p14:cNvPr>
                <p14:cNvContentPartPr/>
                <p14:nvPr/>
              </p14:nvContentPartPr>
              <p14:xfrm>
                <a:off x="8998457" y="3514286"/>
                <a:ext cx="140040" cy="147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8300820-4C83-15A5-8B01-A97B949239F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89817" y="3505286"/>
                  <a:ext cx="157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F661B90-CF6A-DB2C-99F8-9499A1285EC3}"/>
                    </a:ext>
                  </a:extLst>
                </p14:cNvPr>
                <p14:cNvContentPartPr/>
                <p14:nvPr/>
              </p14:nvContentPartPr>
              <p14:xfrm>
                <a:off x="9051737" y="3504206"/>
                <a:ext cx="84960" cy="110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F661B90-CF6A-DB2C-99F8-9499A1285EC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42737" y="3495206"/>
                  <a:ext cx="102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83B735-9708-14DF-D9FB-154677270C61}"/>
                    </a:ext>
                  </a:extLst>
                </p14:cNvPr>
                <p14:cNvContentPartPr/>
                <p14:nvPr/>
              </p14:nvContentPartPr>
              <p14:xfrm>
                <a:off x="7692017" y="3021086"/>
                <a:ext cx="102240" cy="96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83B735-9708-14DF-D9FB-154677270C6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83377" y="3012086"/>
                  <a:ext cx="119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A5C2965-18CD-8B5F-AAB1-FF169CCC5BAE}"/>
                    </a:ext>
                  </a:extLst>
                </p14:cNvPr>
                <p14:cNvContentPartPr/>
                <p14:nvPr/>
              </p14:nvContentPartPr>
              <p14:xfrm>
                <a:off x="7739537" y="3100286"/>
                <a:ext cx="86040" cy="95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A5C2965-18CD-8B5F-AAB1-FF169CCC5BA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30537" y="3091646"/>
                  <a:ext cx="103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61169C-8B16-5804-C2C3-6099ABCF6A2A}"/>
                    </a:ext>
                  </a:extLst>
                </p14:cNvPr>
                <p14:cNvContentPartPr/>
                <p14:nvPr/>
              </p14:nvContentPartPr>
              <p14:xfrm>
                <a:off x="7867697" y="2933606"/>
                <a:ext cx="127080" cy="195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61169C-8B16-5804-C2C3-6099ABCF6A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858697" y="2924966"/>
                  <a:ext cx="144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0FC560E-0A5A-EF62-7D7A-62F88FF407C5}"/>
                    </a:ext>
                  </a:extLst>
                </p14:cNvPr>
                <p14:cNvContentPartPr/>
                <p14:nvPr/>
              </p14:nvContentPartPr>
              <p14:xfrm>
                <a:off x="8012057" y="2975726"/>
                <a:ext cx="15840" cy="32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0FC560E-0A5A-EF62-7D7A-62F88FF407C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003057" y="2966726"/>
                  <a:ext cx="33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7E3956B-BE6C-8BD0-23B1-14751F0A9DAA}"/>
                    </a:ext>
                  </a:extLst>
                </p14:cNvPr>
                <p14:cNvContentPartPr/>
                <p14:nvPr/>
              </p14:nvContentPartPr>
              <p14:xfrm>
                <a:off x="8090537" y="2811566"/>
                <a:ext cx="148680" cy="209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7E3956B-BE6C-8BD0-23B1-14751F0A9DA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81897" y="2802566"/>
                  <a:ext cx="1663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785144A-5D66-C6B3-176A-325F80CB0120}"/>
                    </a:ext>
                  </a:extLst>
                </p14:cNvPr>
                <p14:cNvContentPartPr/>
                <p14:nvPr/>
              </p14:nvContentPartPr>
              <p14:xfrm>
                <a:off x="8268017" y="2756846"/>
                <a:ext cx="172080" cy="211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785144A-5D66-C6B3-176A-325F80CB012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259017" y="2748206"/>
                  <a:ext cx="189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682877C-898D-054A-0CFA-6821B59F564F}"/>
                    </a:ext>
                  </a:extLst>
                </p14:cNvPr>
                <p14:cNvContentPartPr/>
                <p14:nvPr/>
              </p14:nvContentPartPr>
              <p14:xfrm>
                <a:off x="8469257" y="2668286"/>
                <a:ext cx="83160" cy="153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682877C-898D-054A-0CFA-6821B59F564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60617" y="2659646"/>
                  <a:ext cx="100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DA02E82-EF7B-6F47-E375-51B39D895FFF}"/>
                    </a:ext>
                  </a:extLst>
                </p14:cNvPr>
                <p14:cNvContentPartPr/>
                <p14:nvPr/>
              </p14:nvContentPartPr>
              <p14:xfrm>
                <a:off x="8534777" y="2643446"/>
                <a:ext cx="76680" cy="129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DA02E82-EF7B-6F47-E375-51B39D895FF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26137" y="2634446"/>
                  <a:ext cx="94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4BED3AA-34C1-786F-A9F1-1919456A291A}"/>
                    </a:ext>
                  </a:extLst>
                </p14:cNvPr>
                <p14:cNvContentPartPr/>
                <p14:nvPr/>
              </p14:nvContentPartPr>
              <p14:xfrm>
                <a:off x="8528297" y="2722286"/>
                <a:ext cx="36720" cy="49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4BED3AA-34C1-786F-A9F1-1919456A291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19297" y="2713646"/>
                  <a:ext cx="54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361BD13-1C8B-62C7-F0AD-894064BB552C}"/>
                    </a:ext>
                  </a:extLst>
                </p14:cNvPr>
                <p14:cNvContentPartPr/>
                <p14:nvPr/>
              </p14:nvContentPartPr>
              <p14:xfrm>
                <a:off x="8624057" y="2539406"/>
                <a:ext cx="190440" cy="194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361BD13-1C8B-62C7-F0AD-894064BB552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15417" y="2530406"/>
                  <a:ext cx="208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A97D92A-62FA-B817-FAEE-FB34A012EBE3}"/>
                    </a:ext>
                  </a:extLst>
                </p14:cNvPr>
                <p14:cNvContentPartPr/>
                <p14:nvPr/>
              </p14:nvContentPartPr>
              <p14:xfrm>
                <a:off x="8683097" y="2505206"/>
                <a:ext cx="138240" cy="163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A97D92A-62FA-B817-FAEE-FB34A012EBE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74097" y="2496206"/>
                  <a:ext cx="155880" cy="181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332948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Hierarchy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In this analog hierarchy, 12 voice channels are multiplexed onto a higher-bandwidth line to create a group. A group has 48 kHz of bandwidth and supports 12 voice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At the next level, up to five groups can be multiplexed to create a composite signal called a supergroup. A supergroup has a bandwidth of 240 kHz and supports up to 60 voice channels. Supergroups can be made up of either five groups or 60 independent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voice channels.</a:t>
            </a:r>
          </a:p>
        </p:txBody>
      </p:sp>
    </p:spTree>
    <p:extLst>
      <p:ext uri="{BB962C8B-B14F-4D97-AF65-F5344CB8AC3E}">
        <p14:creationId xmlns:p14="http://schemas.microsoft.com/office/powerpoint/2010/main" val="18708933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Analog Hierarchy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BAFA2D6-4AE0-4CD1-8286-7AE253C2C0E4}"/>
              </a:ext>
            </a:extLst>
          </p:cNvPr>
          <p:cNvSpPr txBox="1">
            <a:spLocks/>
          </p:cNvSpPr>
          <p:nvPr/>
        </p:nvSpPr>
        <p:spPr>
          <a:xfrm>
            <a:off x="476205" y="2133600"/>
            <a:ext cx="8382045" cy="3992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At the next level, 10 supergroups are multiplexed to create a master group. A master group must have 2.40 MHz of bandwidth, but the need for guard bands between the supergroups increases the necessary bandwidth to 2.52 </a:t>
            </a:r>
            <a:r>
              <a:rPr lang="en-US" sz="2800" dirty="0" err="1">
                <a:solidFill>
                  <a:schemeClr val="bg2"/>
                </a:solidFill>
              </a:rPr>
              <a:t>MHz.</a:t>
            </a:r>
            <a:r>
              <a:rPr lang="en-US" sz="2800" dirty="0">
                <a:solidFill>
                  <a:schemeClr val="bg2"/>
                </a:solidFill>
              </a:rPr>
              <a:t> Master groups support up to 600 voice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Finally, six master groups can be combined into a jumbo group. A jumbo group must have 15.12 MHz (6 × 2.52 MHz) but is augmented to 16.984 MHz to allow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/>
                </a:solidFill>
              </a:rPr>
              <a:t>guard bands between the master groups.</a:t>
            </a:r>
          </a:p>
        </p:txBody>
      </p:sp>
    </p:spTree>
    <p:extLst>
      <p:ext uri="{BB962C8B-B14F-4D97-AF65-F5344CB8AC3E}">
        <p14:creationId xmlns:p14="http://schemas.microsoft.com/office/powerpoint/2010/main" val="1212181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7688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schemeClr val="bg2"/>
                </a:solidFill>
              </a:rPr>
              <a:t>1. Prakash C. Gupta, “Data communications”, Prentice Hall India Pvt.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2. William Stallings, "Data and Computer Communications”, Pearson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3. </a:t>
            </a: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, B. A. "Data Communication and Networking. Tata McGraw." (2005).</a:t>
            </a:r>
          </a:p>
        </p:txBody>
      </p:sp>
    </p:spTree>
    <p:extLst>
      <p:ext uri="{BB962C8B-B14F-4D97-AF65-F5344CB8AC3E}">
        <p14:creationId xmlns:p14="http://schemas.microsoft.com/office/powerpoint/2010/main" val="168555159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EE">
  <a:themeElements>
    <a:clrScheme name="Custom 11">
      <a:dk1>
        <a:srgbClr val="FF6600"/>
      </a:dk1>
      <a:lt1>
        <a:srgbClr val="FEF2E6"/>
      </a:lt1>
      <a:dk2>
        <a:srgbClr val="FFA347"/>
      </a:dk2>
      <a:lt2>
        <a:srgbClr val="000000"/>
      </a:lt2>
      <a:accent1>
        <a:srgbClr val="FFFF00"/>
      </a:accent1>
      <a:accent2>
        <a:srgbClr val="FFA347"/>
      </a:accent2>
      <a:accent3>
        <a:srgbClr val="FF6600"/>
      </a:accent3>
      <a:accent4>
        <a:srgbClr val="FF6600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EEE" id="{7085EFE6-1651-4882-93F2-4A2A6E95977E}" vid="{54A24EE4-6E88-485C-AF6E-3EB622AD36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C1B08CE58D0E4DB7DCF78F42E3FEBF" ma:contentTypeVersion="3" ma:contentTypeDescription="Create a new document." ma:contentTypeScope="" ma:versionID="c8fce4145ce696f1b237d4f00c23ba6f">
  <xsd:schema xmlns:xsd="http://www.w3.org/2001/XMLSchema" xmlns:xs="http://www.w3.org/2001/XMLSchema" xmlns:p="http://schemas.microsoft.com/office/2006/metadata/properties" xmlns:ns2="76186025-a0d9-4e7f-b068-4d7f27a934af" targetNamespace="http://schemas.microsoft.com/office/2006/metadata/properties" ma:root="true" ma:fieldsID="be43f50328ae5697a56d67cc3ae5c506" ns2:_="">
    <xsd:import namespace="76186025-a0d9-4e7f-b068-4d7f27a934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86025-a0d9-4e7f-b068-4d7f27a934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A715CA-6324-40B9-9FCF-3EE8741666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EAB147-E78C-4822-8667-33A0A08C65DA}"/>
</file>

<file path=customXml/itemProps3.xml><?xml version="1.0" encoding="utf-8"?>
<ds:datastoreItem xmlns:ds="http://schemas.openxmlformats.org/officeDocument/2006/customXml" ds:itemID="{F2D2EEFE-0C15-4BD9-AED6-194266F24A8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ThemeEEE</Template>
  <TotalTime>890</TotalTime>
  <Words>1845</Words>
  <Application>Microsoft Office PowerPoint</Application>
  <PresentationFormat>On-screen Show (4:3)</PresentationFormat>
  <Paragraphs>152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ThemeEEE</vt:lpstr>
      <vt:lpstr>Analog Transmission and Bandwidth Utilization</vt:lpstr>
      <vt:lpstr>Lecture Outline</vt:lpstr>
      <vt:lpstr>QAM</vt:lpstr>
      <vt:lpstr>Constellation diagrams for some QAMs</vt:lpstr>
      <vt:lpstr>Constellation diagrams for some QAMs</vt:lpstr>
      <vt:lpstr>Constellation diagrams for some QAMs</vt:lpstr>
      <vt:lpstr>SNR and E_b/N_0    Relation with BER</vt:lpstr>
      <vt:lpstr>Probability of bit error versus E_b/N_0  </vt:lpstr>
      <vt:lpstr>BER in AWGN for BPSK</vt:lpstr>
      <vt:lpstr>BER in AWGN for BPSK</vt:lpstr>
      <vt:lpstr>BER Probability in BPSK</vt:lpstr>
      <vt:lpstr>BER in Terms of Modulation Order ‘M’</vt:lpstr>
      <vt:lpstr>Analog to Analog Conversion</vt:lpstr>
      <vt:lpstr>Analog to Analog Conversion</vt:lpstr>
      <vt:lpstr>Amplitude Modulation (AM)</vt:lpstr>
      <vt:lpstr>Amplitude Modulation (AM)</vt:lpstr>
      <vt:lpstr>Amplitude Modulation (AM)</vt:lpstr>
      <vt:lpstr>Frequency Modulation (FM)</vt:lpstr>
      <vt:lpstr>Frequency Modulation (FM)</vt:lpstr>
      <vt:lpstr>Phase Modulation (PM)</vt:lpstr>
      <vt:lpstr>Phase Modulation (PM)</vt:lpstr>
      <vt:lpstr>Multiplexing</vt:lpstr>
      <vt:lpstr>Multiplexing</vt:lpstr>
      <vt:lpstr>Multiplexing</vt:lpstr>
      <vt:lpstr>Frequency-Division Multiplexing</vt:lpstr>
      <vt:lpstr>Frequency-Division Multiplexing</vt:lpstr>
      <vt:lpstr>FDM Process</vt:lpstr>
      <vt:lpstr>FDM Process</vt:lpstr>
      <vt:lpstr>FDM Demultiplexing</vt:lpstr>
      <vt:lpstr>FDM Demultiplexing</vt:lpstr>
      <vt:lpstr>Frequency-Division Multiplexing</vt:lpstr>
      <vt:lpstr>Frequency-Division Multiplexing</vt:lpstr>
      <vt:lpstr>Frequency-Division Multiplexing</vt:lpstr>
      <vt:lpstr>Frequency-Division Multiplexing</vt:lpstr>
      <vt:lpstr>Frequency ranges:</vt:lpstr>
      <vt:lpstr>Analog Hierarchy</vt:lpstr>
      <vt:lpstr>Analog Hierarchy</vt:lpstr>
      <vt:lpstr>Analog Hierarchy</vt:lpstr>
      <vt:lpstr>Analog Hierarchy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MOHAMMAD ASADUZZAMAN KHAN</cp:lastModifiedBy>
  <cp:revision>89</cp:revision>
  <dcterms:created xsi:type="dcterms:W3CDTF">2018-12-10T17:20:29Z</dcterms:created>
  <dcterms:modified xsi:type="dcterms:W3CDTF">2026-05-02T07:39:39Z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0x010100D7C1B08CE58D0E4DB7DCF78F42E3FEBF</vt:lpwstr>
  </property>
</Properties>
</file>