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theme/theme1.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6" r:id="rId4"/>
    <p:sldId id="258"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 id="282" r:id="rId21"/>
    <p:sldId id="264" r:id="rId22"/>
    <p:sldId id="26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27.325"/>
    </inkml:context>
    <inkml:brush xml:id="br0">
      <inkml:brushProperty name="width" value="0.05" units="cm"/>
      <inkml:brushProperty name="height" value="0.05" units="cm"/>
    </inkml:brush>
  </inkml:definitions>
  <inkml:trace contextRef="#ctx0" brushRef="#br0">17 1 14080,'0'0'8703,"0"5"-8596,-8 36-32,3 0-1,1 0 1,4 81 0,7-25 34,4 25-5,4-16-74,25 201 122,-22 2-57,-7-11-95,-10-284 0,-1 0 0,-1 0 0,-4 26 0,3-25 0,0 0 0,1 0 0,1 16 0,1-11 22,-2-18 63,0-2-145,0 1 0,1-1 0,-1 1 0,0-1 0,1 1 0,-1 0 0,1-1 0,-1 1 0,1 0 0,-1-1 0,1 1 0,-1 0 0,1-1-1,0 1 1,-1 0 0,1 0 0,0 0 0,0-1 0,0 1 0,0 0 0,-1 0 0,1 0 0,0 1 0,1-2-607,-1 1 445,0-1-1,0 0 1,0 0 0,0 1-1,0-1 1,0 0 0,0 0-1,0 1 1,0-1 0,0 0-1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27.776"/>
    </inkml:context>
    <inkml:brush xml:id="br0">
      <inkml:brushProperty name="width" value="0.05" units="cm"/>
      <inkml:brushProperty name="height" value="0.05" units="cm"/>
    </inkml:brush>
  </inkml:definitions>
  <inkml:trace contextRef="#ctx0" brushRef="#br0">14 149 16384,'0'0'405,"-14"8"4288,17-8-4672,0 1 0,1 0-1,-1 0 1,0 0 0,-1 0 0,1 0 0,0 1-1,0-1 1,0 1 0,-1 0 0,1 0-1,-1 0 1,1 0 0,-1 0 0,0 1 0,3 3-1,30 44 52,-34-49-70,9 17 49,-1 1 0,13 39 0,-14-36 54,18 38-1,-26-59-94,1 0 0,-1 0 0,1 0 0,0 0-1,-1 0 1,1 0 0,0 0 0,-1 0 0,1 0-1,0 0 1,0 0 0,0 0 0,0-1 0,0 1 0,0 0-1,0-1 1,0 1 0,0 0 0,0-1 0,1 1-1,-1-1 1,0 0 0,0 1 0,0-1 0,1 0 0,-1 0-1,0 0 1,0 0 0,1 0 0,-1 0 0,0 0-1,0 0 1,0-1 0,1 1 0,-1 0 0,1-1 0,3-2 22,0 1-1,-1-1 1,0 0 0,0-1 0,0 1 0,0-1 0,5-5 0,90-114 283,-18 21-97,-50 64-134,37-41 109,-60 72-211,0-1-1,0 1 1,0 1 0,1-1 0,0 1 0,19-9 0,-27 15-78,0-1 1,-1 1 0,1 0 0,0-1-1,0 1 1,-1 0 0,1 0-1,0 0 1,0 0 0,-1-1 0,1 1-1,0 0 1,0 0 0,0 0-1,-1 1 1,1-1 0,0 0 0,0 0-1,0 0 1,-1 0 0,1 1-1,1-1 1,6 11-8209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3.771"/>
    </inkml:context>
    <inkml:brush xml:id="br0">
      <inkml:brushProperty name="width" value="0.05" units="cm"/>
      <inkml:brushProperty name="height" value="0.05" units="cm"/>
    </inkml:brush>
  </inkml:definitions>
  <inkml:trace contextRef="#ctx0" brushRef="#br0">51 22 21887,'27'80'7,"-3"1"1,15 94-1,-48-220 116,-2 1 1,-2 0 0,-1 0 0,-28-55-1,34 81-59,4 10-36,1 0-1,-1 0 1,0 0-1,-1 1 0,0-1 1,-7-7-1,12 15-27,0 0 0,0 0 0,0 0 0,0 0 0,0 0 0,0 0 0,0-1 0,0 1 0,0 0 0,0 0 0,-1 0 0,1 0 0,0 0 0,0 0 0,0 0 0,0 0 0,0 0 0,0 0 0,-1 0 0,1 0 0,0-1 0,0 1 0,0 0 0,0 0 0,0 0 0,-1 0 0,1 0 0,0 0 0,0 0 0,0 0 0,0 0 0,0 0 0,0 1 0,-1-1 0,1 0 0,0 0 0,0 0 0,0 0 0,0 0 0,0 0 0,0 0 0,-1 0 0,1 0 0,0 1 0,-2 7 0,4 15 0,5 10 0,2 1 0,1-2 0,19 41 0,-16-42 0,-1 1 0,-2 0 0,9 45 0,-17-66 3,-1-7 0,-2-7-7,-4-9-19,-28-62 295,9 20-4897,9 18-7747,9 18 10047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4.573"/>
    </inkml:context>
    <inkml:brush xml:id="br0">
      <inkml:brushProperty name="width" value="0.05" units="cm"/>
      <inkml:brushProperty name="height" value="0.05" units="cm"/>
    </inkml:brush>
  </inkml:definitions>
  <inkml:trace contextRef="#ctx0" brushRef="#br0">5 0 17791,'0'0'2560,"-1"7"-2218,-1 21-225,0 1-1,3-1 1,0 0 0,1 1 0,8 29 0,40 143 142,-47-192-219,-3-7-26,1 1 1,-1-1-1,1 1 0,0-1 1,0 1-1,0-1 1,0 0-1,1 0 1,-1 1-1,1-1 1,2 3-1,-4-5-13,0 0 0,0 0-1,1-1 1,-1 1 0,0 0 0,1 0-1,-1 0 1,0 0 0,0 0 0,1 0-1,-1-1 1,0 1 0,0 0 0,1 0-1,-1 0 1,0-1 0,0 1 0,0 0-1,1 0 1,-1 0 0,0-1 0,0 1 0,0 0-1,0 0 1,0-1 0,0 1 0,1 0-1,-1-1 1,0 1 0,0 0 0,0-1-1,0 1 1,0 0 0,0-1 0,3-13-7,3-20 56,-1-1 0,-1-52 0,-4 84-43,0 0 0,1 0 0,-1 0 0,0 0 0,1 0 0,0 0 0,0 0 0,0 0 0,0 0 0,0 1 0,0-1 0,1 0 0,0 1 0,-1-1 0,4-3 0,-4 5-6,0 0-1,1 0 1,-1 0-1,1 0 1,-1 1-1,0-1 1,1 0-1,-1 0 1,1 1-1,0-1 1,-1 1-1,1 0 1,-1-1-1,1 1 1,0 0-1,-1 0 1,1 0-1,0 0 1,-1 0-1,1 0 1,0 1-1,-1-1 1,1 0 0,-1 1-1,1-1 1,-1 1-1,1 0 1,-1-1-1,3 3 1,0-1 6,0 1 1,0 0 0,0 0-1,0 1 1,0-1 0,-1 1 0,0-1-1,0 1 1,0 0 0,0 1-1,-1-1 1,1 0 0,2 7 0,-2-3-9,-1 0 1,1 1-1,-1-1 1,0 1 0,-1 0-1,0-1 1,-1 15-1,0-14 2,-1 0-1,0 0 1,-1 0-1,1 0 0,-2 0 1,1-1-1,-6 12 1,6-15 8,-1-1 1,1 1 0,-1-1 0,0 1-1,0-1 1,0 0 0,-1 0 0,1-1-1,-1 1 1,0-1 0,0 0 0,-8 5-1,10-7-129,0 0-1,0 0 1,1 0-1,-1-1 0,0 1 1,0-1-1,0 1 1,0-1-1,0 0 1,0 0-1,0 0 0,-3 0 1,4 0-409,0 0 1,0-1-1,-1 1 1,1 0-1,0-1 1,0 1-1,0-1 0,0 1 1,0-1-1,0 0 1,0 0-1,0 1 1,0-1-1,0 0 1,0 0-1,0 0 1,0 0-1,1 0 1,-2-2-1,-4-8-5380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5.054"/>
    </inkml:context>
    <inkml:brush xml:id="br0">
      <inkml:brushProperty name="width" value="0.05" units="cm"/>
      <inkml:brushProperty name="height" value="0.05" units="cm"/>
    </inkml:brush>
  </inkml:definitions>
  <inkml:trace contextRef="#ctx0" brushRef="#br0">0 150 19455,'0'0'128,"16"0"363,-2 0-372,-1-1 0,1-1 0,-1 0-1,1-1 1,-1 0 0,0-1 0,23-10 0,-31 12-113,1-1-1,0 0 1,-1 0 0,0-1 0,0 1 0,0-1-1,0 0 1,0 0 0,-1-1 0,0 0 0,0 1-1,0-1 1,0-1 0,-1 1 0,0 0 0,0-1-1,0 0 1,-1 1 0,2-8 0,-4 12 26,1-1 0,-1 1 0,0 0 0,0-1 0,0 1 0,0-1 0,0 1 0,0-1 0,0 1 0,0-1 0,-1 1 0,1-1 0,0 1 0,-1 0 0,-1-3 0,2 4-27,-1 0 0,0 1 0,1-1 0,-1 1 0,1-1 0,-1 1 0,1-1 0,-1 1 0,1-1 0,-1 1 1,1-1-1,-1 1 0,1 0 0,0-1 0,-1 1 0,1 0 0,0-1 0,0 1 0,-1 0 0,1 0 0,0 9 11,0-1-1,0 0 0,1 1 0,0-1 0,1 0 1,0 1-1,4 9 0,-3-7-9,-2-8-6,33 141 66,-31-122-54,0 1 1,-1 0-1,-1-1 1,-4 32-1,2-45-270,-1-1 0,-1 1 0,0 0 0,0-1 0,-1 0 0,0 0 0,-7 12 0,-1 2-2243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5.404"/>
    </inkml:context>
    <inkml:brush xml:id="br0">
      <inkml:brushProperty name="width" value="0.05" units="cm"/>
      <inkml:brushProperty name="height" value="0.05" units="cm"/>
    </inkml:brush>
  </inkml:definitions>
  <inkml:trace contextRef="#ctx0" brushRef="#br0">13 0 17791,'-1'2'406,"-2"11"-161,0 0 0,1-1 1,0 1-1,1 0 0,0 0 1,1 0-1,1 0 0,0 0 1,1 0-1,0 0 0,8 24 1,51 118 233,-39-105-468,-2 1 0,20 79 0,-29-84-2148,2-2-7886,-7-23 4754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5.755"/>
    </inkml:context>
    <inkml:brush xml:id="br0">
      <inkml:brushProperty name="width" value="0.05" units="cm"/>
      <inkml:brushProperty name="height" value="0.05" units="cm"/>
    </inkml:brush>
  </inkml:definitions>
  <inkml:trace contextRef="#ctx0" brushRef="#br0">0 192 17023,'0'0'0,"6"-9"0,-1-2 0,7-12 0,1-7 0,2 4 0,2 2-256,2 3 0,-4 4-6143,2 2 127,1 0 5376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6.105"/>
    </inkml:context>
    <inkml:brush xml:id="br0">
      <inkml:brushProperty name="width" value="0.05" units="cm"/>
      <inkml:brushProperty name="height" value="0.05" units="cm"/>
    </inkml:brush>
  </inkml:definitions>
  <inkml:trace contextRef="#ctx0" brushRef="#br0">40 310 15232,'1'1'384,"8"3"-22,18 8 429,-26-12-749,0 0 0,0 0 0,0 0 0,-1 0 0,1 1 0,0-1 0,0 0 0,0-1-1,0 1 1,-1 0 0,1 0 0,0 0 0,0 0 0,0-1 0,0 1 0,-1 0 0,1-1 0,0 1 0,0-1 0,-1 1 0,1-1-1,0 1 1,-1-1 0,1 1 0,-1-1 0,1 1 0,0-1 0,-1 0 0,1 0 0,-1 0 0,7-13 198,-1 0 1,-1-1-1,-1 1 0,0-1 1,-1 0-1,2-24 1,0-97 1020,-5 131-1192,0 0 0,0 0 0,-1 0 1,1 0-1,-4-10 0,4 14-62,0 1 1,-1-1-1,1 0 0,0 0 0,-1 0 1,1 1-1,-1-1 0,1 0 0,-1 0 0,0 1 1,1-1-1,-1 1 0,1-1 0,-1 0 0,0 1 1,0-1-1,1 1 0,-1 0 0,0-1 0,0 1 1,0-1-1,0 1 0,1 0 0,-1 0 0,0 0 1,0-1-1,0 1 0,0 0 0,0 0 0,0 0 1,1 0-1,-1 1 0,0-1 0,0 0 0,0 0 1,0 0-1,0 1 0,0-1 0,1 0 0,-1 1 1,0-1-1,-1 1 0,-3 3 4,-1-1 0,1 1 0,-1 0 0,1 0 0,0 0 0,1 1 0,-1-1 0,1 1 0,0 1 0,0-1 1,0 0-1,1 1 0,-4 8 0,0 0 13,1 1 1,1 0-1,0 0 1,-3 21-1,7-27-17,-1 0-1,2 0 0,-1-1 1,2 1-1,-1 0 0,1 0 1,0 0-1,1-1 0,0 1 1,0 0-1,1-1 0,0 0 1,0 0-1,1 0 0,0 0 1,1 0-1,0-1 0,0 0 1,0 0-1,1 0 0,0 0 1,0-1-1,1 0 1,0-1-1,0 1 0,0-1 1,0-1-1,1 1 0,0-1 1,0-1-1,0 1 0,1-1 1,-1-1-1,1 0 0,-1 0 1,11 1-1,-13-3 10,0 0 0,0-1 0,0 0 0,0 0 0,-1 0 0,1-1 0,0 0 0,-1 0 0,1 0 0,-1 0 0,0-1 0,0 0 0,0 0 0,0-1 0,0 0 0,0 1 0,-1-1 0,0-1 0,0 1 0,6-9 0,5-9-1289,0 0 0,-2 0-1,14-33 1,-9 18-10588</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9.132"/>
    </inkml:context>
    <inkml:brush xml:id="br0">
      <inkml:brushProperty name="width" value="0.05" units="cm"/>
      <inkml:brushProperty name="height" value="0.05" units="cm"/>
    </inkml:brush>
  </inkml:definitions>
  <inkml:trace contextRef="#ctx0" brushRef="#br0">0 0 22271,'0'0'-128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9.473"/>
    </inkml:context>
    <inkml:brush xml:id="br0">
      <inkml:brushProperty name="width" value="0.05" units="cm"/>
      <inkml:brushProperty name="height" value="0.05" units="cm"/>
    </inkml:brush>
  </inkml:definitions>
  <inkml:trace contextRef="#ctx0" brushRef="#br0">0 224 20863,'0'0'512,"38"-28"-512,-16 7 128,-1 1-128,5-9 128,4-2-128,-5 4 128,-5 5-128,-5 1 0,-3 6-384,-3 6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39.834"/>
    </inkml:context>
    <inkml:brush xml:id="br0">
      <inkml:brushProperty name="width" value="0.05" units="cm"/>
      <inkml:brushProperty name="height" value="0.05" units="cm"/>
    </inkml:brush>
  </inkml:definitions>
  <inkml:trace contextRef="#ctx0" brushRef="#br0">1 224 19455,'0'0'1664,"4"-7"-1536,6-9-98,50-77 259,-48 75-241,1 2 1,0 0-1,25-22 0,-36 36-320,0 0 0,0 0 0,0 1 0,0-1 0,1 1 0,-1-1 0,1 1 0,-1 0 0,1 0 0,0 0 0,-1 0 0,1 0 0,0 1 0,-1-1 0,5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40.454"/>
    </inkml:context>
    <inkml:brush xml:id="br0">
      <inkml:brushProperty name="width" value="0.05" units="cm"/>
      <inkml:brushProperty name="height" value="0.05" units="cm"/>
    </inkml:brush>
  </inkml:definitions>
  <inkml:trace contextRef="#ctx0" brushRef="#br0">185 233 19071,'-1'-5'256,"-34"-167"619,34 168-826,-1-1-1,1 1 1,-1 0 0,0-1 0,0 1-1,-1 0 1,-5-7 0,7 10-33,1 0 1,-1-1 0,0 2-1,0-1 1,0 0 0,0 0-1,0 0 1,0 0-1,0 1 1,0-1 0,-1 0-1,1 1 1,0-1 0,0 1-1,0-1 1,-1 1 0,1 0-1,0-1 1,-1 1-1,1 0 1,0 0 0,-1 0-1,1 0 1,0 0 0,0 0-1,-1 0 1,1 1 0,0-1-1,-1 0 1,1 1-1,0-1 1,-2 2 0,-4 2 3,1 1 0,-1 0 0,1 1 0,0 0 0,0 0 0,1 0 1,-1 1-1,1-1 0,1 1 0,-1 0 0,1 1 0,1-1 0,-4 9 0,5-11-6,0 0-1,1-1 0,-1 1 0,1 0 0,0 0 0,0-1 0,1 1 1,0 0-1,-1 0 0,2 0 0,-1 0 0,0 0 0,1 0 0,0-1 1,0 1-1,1 0 0,-1 0 0,1-1 0,0 1 0,0-1 1,0 0-1,1 1 0,5 6 0,-6-10-7,-1 0 1,1 0-1,-1 1 1,1-1-1,0 0 1,-1-1-1,1 1 1,0 0-1,0 0 1,0-1-1,0 1 1,0-1-1,0 0 1,-1 1-1,1-1 1,0 0-1,0 0 1,0 0-1,0-1 0,0 1 1,0 0-1,3-2 1,6-1 34,-1 0-1,21-11 1,-18 8-13,3-2 15,1 1-1,0 1 1,0 1 0,32-7 0,-45 12-42,0-1-1,0 1 1,0-1 0,0 1 0,1 0-1,-1 1 1,0-1 0,0 1 0,0 0-1,0 0 1,0 0 0,0 1 0,0-1-1,0 1 1,0 0 0,-1 0 0,1 0 0,0 0-1,-1 1 1,0 0 0,0-1 0,0 1-1,0 0 1,0 1 0,-1-1 0,5 7-1,-4-3 0,0 0 0,-1-1 0,0 1 0,0 0 0,-1 1 0,1-1 0,-2 0 0,1 0 0,-1 0 0,0 1 0,0-1 0,-1 0 0,0 0 0,-1 0 0,1 0 0,-5 10 0,4-9 0,-1 0 0,0 0 0,0-1 0,-1 1 0,0-1 0,-1 0 0,0 0 0,0-1 0,0 1 0,0-1 0,-1 0 0,0 0 0,-1-1 0,-6 5 0,11-8 4,-1-1 0,1 1 0,0-1 0,-1 0 0,1 0-1,-1 0 1,0 0 0,1-1 0,-1 1 0,1 0 0,-1-1 0,0 0-1,0 0 1,1 0 0,-1 0 0,0 0 0,1 0 0,-1-1 0,0 1-1,1-1 1,-5-1 0,4 0 6,0-1 0,0 1 0,0 0 0,0-1 0,1 0 0,-1 1 0,1-1 0,-1 0 0,1 0 0,0-1 0,0 1 0,1 0 0,-1-1 0,-2-6 0,-2-10-44,0 0 0,2 0-1,0-1 1,1 0 0,1 0 0,0 1 0,3-23 0,7-39-4578,-3 44-7249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41.024"/>
    </inkml:context>
    <inkml:brush xml:id="br0">
      <inkml:brushProperty name="width" value="0.05" units="cm"/>
      <inkml:brushProperty name="height" value="0.05" units="cm"/>
    </inkml:brush>
  </inkml:definitions>
  <inkml:trace contextRef="#ctx0" brushRef="#br0">0 13 20863,'0'0'150,"1"-13"746,4 17-796,-1-1 0,1 1 1,-1 1-1,7 7 1,-5-5-6,23 26 40,-1 2-1,23 40 1,-24-34-6,40 46-1,-67-86-127,0-1 0,0 0 0,1 0-1,-1 1 1,0-1 0,0 0 0,0 0 0,0 0-1,1 1 1,-1-1 0,0 0 0,0 0-1,1 0 1,-1 0 0,0 1 0,0-1 0,1 0-1,-1 0 1,0 0 0,0 0 0,1 0-1,-1 0 1,0 0 0,0 0 0,1 0 0,-1 0-1,0 0 1,1 0 0,-1 0 0,0 0 0,0 0-1,1 0 1,-1 0 0,0 0 0,5-10 65,-3-21 85,-2 24-118,1-7-23,1 1-1,0-1 1,1 1 0,0-1 0,1 1 0,8-19 0,-10 29-9,0-1 0,-1 1 1,1 0-1,0 0 0,1 1 0,-1-1 0,0 0 1,1 1-1,-1-1 0,1 1 0,0 0 0,0 0 1,0 0-1,0 0 0,0 0 0,1 1 0,-1-1 1,0 1-1,1 0 0,-1 0 0,1 0 0,-1 1 1,1-1-1,-1 1 0,1 0 0,0 0 0,-1 0 1,1 0-1,-1 1 0,5 0 0,-6 0-1,0 0 0,0 0 0,1 0 0,-1 0 0,0 1 0,0-1 0,0 1 0,0 0 0,0-1 0,0 1 0,-1 0 0,1 0 0,-1 0 0,1 0 0,-1 0 0,0 0 0,0 1 0,0-1 0,0 0 0,0 1 0,0-1 0,0 4 0,1 0 0,0 1 0,-1-1 0,0 1 0,0-1 0,-1 1 0,0 0 0,-1 10 0,0-10-22,-1-1-1,0 1 0,0-1 1,-1 0-1,0 1 0,0-1 1,0-1-1,-1 1 0,0 0 1,0-1-1,-9 9 0,5-6-75,0-1 0,-1 0-1,0 0 1,0-1 0,0 0 0,-15 7-1,24-13 30,-1 0-1,1 0 0,-1 0 1,1 1-1,0-1 0,-1 0 1,1 0-1,-1 0 1,1 0-1,-1 0 0,1 0 1,-1 0-1,1 0 0,-1 0 1,1 0-1,-1 0 0,1 0 1,-1-1-1,1 1 1,0 0-1,-1 0 0,1 0 1,-1 0-1,1-1 0,0 1 1,-1 0-1,1-1 0,-1 1 1,1 0-1,0-1 1,0 1-1,-1 0 0,1-1 1,-8-20-2993,5-26-2792,3 44 5383,0-38-6014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41.375"/>
    </inkml:context>
    <inkml:brush xml:id="br0">
      <inkml:brushProperty name="width" value="0.05" units="cm"/>
      <inkml:brushProperty name="height" value="0.05" units="cm"/>
    </inkml:brush>
  </inkml:definitions>
  <inkml:trace contextRef="#ctx0" brushRef="#br0">0 1 17023,'0'0'1942,"8"0"-556,-1 2-1222,0 0 0,-1 0 0,0 0 0,1 1 0,-1 0 0,0 0-1,0 1 1,-1 0 0,9 6 0,2 6-22,24 26-1,-13-12 7,-14-17-165,17 27 0,-15-16-2595,-14-19-278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41.715"/>
    </inkml:context>
    <inkml:brush xml:id="br0">
      <inkml:brushProperty name="width" value="0.05" units="cm"/>
      <inkml:brushProperty name="height" value="0.05" units="cm"/>
    </inkml:brush>
  </inkml:definitions>
  <inkml:trace contextRef="#ctx0" brushRef="#br0">1 105 16511,'0'0'0,"0"-5"0,5-5 0,1 1-2815,13-4-1,-2-2-4224</inkml:trace>
  <inkml:trace contextRef="#ctx0" brushRef="#br0" timeOffset="1">245 0 15872,'0'0'639,"9"11"129,3 6 128,-3-3 0,-3-7-384,1 2 0,-5 3-128,11 3 0,0 2-128,16 22 128,8 10-256,1-4 128,-1-2-128,-1-7 0,0-10-512,-8-5 0,-2-1-15103</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1:42.085"/>
    </inkml:context>
    <inkml:brush xml:id="br0">
      <inkml:brushProperty name="width" value="0.05" units="cm"/>
      <inkml:brushProperty name="height" value="0.05" units="cm"/>
    </inkml:brush>
  </inkml:definitions>
  <inkml:trace contextRef="#ctx0" brushRef="#br0">53 419 14848,'0'0'1152,"-11"2"-1,-8 1-511,8-6 128,0-5-128,11-26 0,5-18-256,12-5 0,11-10-256,-1 9 0,-1 1-640,-2 14 128,1-2-14079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14.943"/>
    </inkml:context>
    <inkml:brush xml:id="br0">
      <inkml:brushProperty name="width" value="0.05" units="cm"/>
      <inkml:brushProperty name="height" value="0.05" units="cm"/>
    </inkml:brush>
  </inkml:definitions>
  <inkml:trace contextRef="#ctx0" brushRef="#br0">36 1 13568,'6'5'174,"-5"-5"-108,0 1-1,-1-1 1,1 0-1,0 1 1,0-1-1,-1 1 1,1-1-1,0 1 1,-1 0 0,1-1-1,-1 1 1,1-1-1,0 1 1,-1 0-1,1 0 1,-1-1-1,0 1 1,1 0 0,-1 0-1,0 0 1,1-1-1,-1 1 1,0 0-1,0 1 1,-1-1 86,0-1 1,1 1-1,-1-1 0,0 0 1,0 1-1,0-1 0,0 0 1,0 0-1,0 1 0,0-1 1,0 0-1,0 0 0,0 0 1,0 0-1,0 0 1,0-1-1,0 1 0,0 0 1,0 0-1,0-1 0,0 1 1,0 0-1,0-1 0,1 1 1,-2-1-1,-16-3 765,18 4-905,-1 0 1,0 1-1,1-1 0,-1 0 1,1 1-1,-1-1 1,0 0-1,1 1 1,-1-1-1,1 1 1,-1-1-1,1 1 1,-1 0-1,1-1 0,0 1 1,-1-1-1,1 1 1,0 0-1,-1-1 1,1 1-1,0 0 1,0-1-1,0 1 1,-1 0-1,1-1 0,0 1 1,0 1-1,-1 10 34,1 0 0,0 0 0,1 0 0,1 0 0,4 19 0,0 12 62,5 48 82,10 128 345,-20-185-505,-1 0 0,-2 0 0,-2 0 0,-10 47 0,9-55 54,3-17-1984,2-24-4625,0 4-2136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15.394"/>
    </inkml:context>
    <inkml:brush xml:id="br0">
      <inkml:brushProperty name="width" value="0.05" units="cm"/>
      <inkml:brushProperty name="height" value="0.05" units="cm"/>
    </inkml:brush>
  </inkml:definitions>
  <inkml:trace contextRef="#ctx0" brushRef="#br0">14 1 13696,'0'2'177,"0"0"1,0 0 0,0 1 0,0-1-1,0 0 1,-1 0 0,1 0 0,-1 1 0,0-1-1,1 0 1,-1 0 0,0 0 0,0 0-1,0 0 1,-1 0 0,1-1 0,-3 4-1,32 1 1765,45-5-367,-54-2-1364,1 1 0,-1 0 0,33 6 0,-46-5-205,-1 1 1,0-1 0,1 1-1,-1 0 1,0 1 0,0-1-1,0 1 1,-1 0 0,1 0-1,-1 0 1,1 1 0,-1 0-1,0-1 1,0 2-1,-1-1 1,1 0 0,3 7-1,0 0-7,-1 1 0,0 0 1,-1 0-1,-1 0 0,1 1 0,-2 0 0,0-1 0,-1 1 0,0 0 0,0 0 0,-2 1 0,0-1 0,0 0 0,-1 0 0,-1 0 1,0 0-1,-1 0 0,0 0 0,-1-1 0,0 1 0,-1-1 0,-7 13 0,-4 1-37,0 0 0,-32 37 0,42-55 50,-1-1 0,0 0 0,-1 0 0,1-1 0,-1 0 0,0 0 0,-1 0 0,0-1 1,1-1-1,-1 0 0,-1 0 0,-9 3 0,5-6 79,14-1-176,0 0-1,0 0 1,0 0 0,0 0-1,0 0 1,1 0-1,-1 0 1,0 0 0,1-2-1709,-1 2 1708,0 0 1,0-1-1,0 1 1,0 0 0,0 0-1,0 0 1,0 0-1,0 0 1,0 0-1,0 0 1,0-1 0,0 1-1,0 0 1,0 0-1,0 0 1,-2-1-1538,2 1 1538,-1 0-1,1 0 1,0 0-1,0 0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0.556"/>
    </inkml:context>
    <inkml:brush xml:id="br0">
      <inkml:brushProperty name="width" value="0.05" units="cm"/>
      <inkml:brushProperty name="height" value="0.05" units="cm"/>
    </inkml:brush>
  </inkml:definitions>
  <inkml:trace contextRef="#ctx0" brushRef="#br0">250 398 6144,'0'0'10112,"-5"-1"-9451,-13-5-109,5 1 3,0 2 0,-1-1-1,-16-1 1,26 4-475,0 1-1,1 0 1,-1 0-1,1 0 1,-1 1-1,0-1 1,1 1-1,-1 0 1,1-1-1,-1 2 1,1-1-1,-1 0 1,1 1-1,0 0 1,0-1-1,-1 1 1,-4 5-1,2-1-4,0 1 0,1 0-1,0 1 1,0-1-1,1 1 1,0 0 0,0 0-1,-4 14 1,-15 67 277,21-83-332,-12 75 130,13-72-123,0 0 1,1 0 0,0 0-1,0 0 1,1-1-1,3 17 1,-3-24-25,-1-1 1,0 1-1,1 0 1,-1 0-1,1-1 1,-1 1-1,1 0 1,-1-1-1,1 1 1,0 0-1,-1-1 1,1 1-1,0-1 1,-1 1-1,1-1 1,0 1-1,0-1 1,-1 0-1,1 1 1,0-1-1,0 0 1,0 0-1,-1 1 1,1-1-1,0 0 1,0 0-1,0 0 1,0 0-1,0 0 1,-1 0-1,1 0 0,0 0 1,0-1-1,0 1 1,0 0-1,-1 0 1,1-1-1,0 1 1,0-1-1,-1 1 1,1-1-1,1 0 1,4-2 22,1-1 1,-1 0-1,11-9 1,-2 0-4,-1 0-1,0-1 1,16-22 0,-24 28-17,0 0 1,-1-1-1,0 0 1,0 0-1,-1-1 1,0 1-1,-1-1 1,4-13-1,-7 20 2,1 0-1,-1 0 1,0 0-1,1 0 1,-2 0-1,1 0 1,0 0 0,0-1-1,-1 1 1,0 0-1,0 1 1,0-1-1,0 0 1,0 0-1,0 0 1,-3-3-1,-3-2-7,3 12 0,1 11 0,3-8 0,1 1 0,0-1 0,0 0 0,1 1 0,0-1 0,0 0 0,1 0 0,0 0 0,4 6 0,-5-9 0,0 1 0,1-2 0,-1 1 0,1 0 0,0-1 0,0 1 0,0-1 0,1 0 0,-1 0 0,1 0 0,0 0 0,0-1 0,-1 1 0,2-1 0,-1 0 0,5 1 0,-6-2 3,0-1-1,0 1 0,0-1 1,0 0-1,0 0 1,0-1-1,0 1 0,1 0 1,-1-1-1,0 0 0,0 0 1,0 0-1,-1 0 0,1 0 1,0-1-1,0 1 1,-1-1-1,1 0 0,0 0 1,-1 1-1,0-2 0,1 1 1,-1 0-1,0 0 1,0-1-1,2-3 0,3-5 11,0 0 0,-1 0 0,0-1-1,8-22 1,-7 16-11,-1-1 0,-1 0 0,0 0 0,-2-1 0,0 1 0,-1-1 0,-1 0 0,-1 1 0,0-1 0,-4-19 0,-1 13 27,-1 1 0,-1 0 0,-11-26 0,-40-71-47,39 84 26,25 53-8,-1 0 0,7 27 0,0 3 0,21 63 0,92 198 0,-123-302-9,0 0-1,0 0 1,0 0-1,1 0 1,0-1-1,-1 1 1,1-1-1,0 0 1,1 0-1,5 5 1,-7-7-70,0-1 0,0 1-1,0 0 1,0-1 0,0 1 0,0-1 0,0 0-1,0 1 1,0-1 0,1 0 0,-1 0-1,0-1 1,0 1 0,0 0 0,0-1 0,0 1-1,0-1 1,0 0 0,0 1 0,0-1 0,0 0-1,0 0 1,2-2 0,18-17-7430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1.157"/>
    </inkml:context>
    <inkml:brush xml:id="br0">
      <inkml:brushProperty name="width" value="0.05" units="cm"/>
      <inkml:brushProperty name="height" value="0.05" units="cm"/>
    </inkml:brush>
  </inkml:definitions>
  <inkml:trace contextRef="#ctx0" brushRef="#br0">1 371 15616,'0'0'256,"-1"-11"511,3-2-636,1 0-1,0 0 1,1 0-1,0 0 1,1 1-1,0 0 0,1 0 1,0 0-1,1 1 1,9-12-1,9-8 25,2 0-1,31-27 1,-47 46-104,1 1-1,0 1 1,1 0 0,0 1-1,0 0 1,1 0 0,27-11-1,-40 20-24,-1 0 0,1-1 0,-1 1 0,1 0-1,-1 0 1,1-1 0,-1 1 0,1 0-1,-1 0 1,1 0 0,0 0 0,-1-1 0,1 1-1,-1 0 1,1 0 0,0 0 0,-1 0 0,1 0-1,-1 1 1,1-1 0,0 0 0,-1 0-1,1 0 1,-1 0 0,1 1 0,-1-1 0,1 0-1,-1 0 1,1 1 0,-1-1 0,1 1-1,-1-1 1,1 0 0,-1 1 0,0-1 0,1 1-1,-1-1 1,0 1 0,1-1 0,-1 1-1,1 2 120,-1 0-1,0 0 0,0-1 0,0 1 0,-1 0 0,1-1 0,-2 5 0,1-1-178,-18 176 1230,15-130-1090,4-49-101,-2 64 187,2-63-178,0 0 0,0 1 1,1-1-1,0 0 1,0 1-1,0-1 0,0 0 1,1 0-1,-1 0 0,1 0 1,0 0-1,3 4 1,-4-7-11,-1-1-1,1 1 1,-1 0 0,1-1 0,0 1 0,-1-1 0,1 1 0,0-1 0,-1 0 0,1 1 0,0-1 0,0 1-1,0-1 1,-1 0 0,1 0 0,0 0 0,0 1 0,0-1 0,0 0 0,-1 0 0,1 0 0,0 0-1,0 0 1,1-1 0,0 1-2,0-1 0,0 0-1,0 0 1,0 0-1,0 0 1,0 0 0,-1 0-1,1-1 1,2-2-1,3-3 1,0-1 0,-1 0 0,7-10 0,-12 16 5,18-30 29,0-1 1,-2-1-1,-2-1 1,-1 0-1,-2 0 1,11-50 0,-23 67 40,0 11-29,-2 7 83,1 4-105,1 0 0,0 0 0,0 1 0,0-1 0,1 0-1,-1 0 1,1 1 0,0-1 0,0 0 0,1 0 0,1 4 0,0 1 4,6 20 26,2 0 1,1-1-1,17 30 1,-22-45-56,1 0 0,1-1 0,0 0 0,0 0 0,1-1 0,1-1 0,0 1 0,18 12 0,-27-22-147,1 1 1,-1-1 0,1 1 0,-1-1 0,1 0 0,0 0 0,0 0 0,-1 0 0,1 0-1,5 0 1,-7-1-429,1 0-1,0 0 0,-1-1 1,1 1-1,-1 0 1,1-1-1,0 1 0,-1-1 1,1 1-1,-1-1 0,1 0 1,2-1-1,9-8-9003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1.908"/>
    </inkml:context>
    <inkml:brush xml:id="br0">
      <inkml:brushProperty name="width" value="0.05" units="cm"/>
      <inkml:brushProperty name="height" value="0.05" units="cm"/>
    </inkml:brush>
  </inkml:definitions>
  <inkml:trace contextRef="#ctx0" brushRef="#br0">0 156 20351,'0'0'278,"3"5"-65,32 55 40,-4 1 0,31 82 0,-47-105-201,19 64 80,-2-6 205,-39-116-270,2-1 1,0 1-1,-4-42 1,1-70 188,8 127-249,-3-50 131,8-82 0,-3 122-107,0 1 0,0-1 1,2 0-1,-1 1 0,2 0 0,0-1 0,1 2 0,0-1 1,1 1-1,14-20 0,-19 30-27,0 1 0,0-1 0,1 0-1,-1 1 1,1 0 0,0-1 0,0 1 0,0 0 0,0 0 0,0 1-1,0-1 1,0 1 0,0-1 0,1 1 0,-1 0 0,5 0 0,-6 1-4,0 0-1,0 0 1,-1 0 0,1 0 0,0 1 0,0-1 0,0 1 0,0-1 0,-1 1 0,1 0 0,0 0 0,0 0 0,-1 0 0,1 0 0,-1 0 0,1 0 0,-1 1 0,1-1 0,-1 0 0,0 1-1,0-1 1,0 1 0,0 0 0,0-1 0,0 1 0,0 0 0,0-1 0,-1 1 0,1 0 0,0 3 0,2 4-315,-1-1 0,-1 0 0,1 1 1,-1 9-1,0 19-6324,-1-18-3238</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2.701"/>
    </inkml:context>
    <inkml:brush xml:id="br0">
      <inkml:brushProperty name="width" value="0.05" units="cm"/>
      <inkml:brushProperty name="height" value="0.05" units="cm"/>
    </inkml:brush>
  </inkml:definitions>
  <inkml:trace contextRef="#ctx0" brushRef="#br0">107 494 18047,'0'0'534,"-12"6"1428,7-1-1823,0-1-1,-1 1 1,1 0 0,1 0-1,-1 0 1,1 1-1,0-1 1,0 1-1,0 0 1,1 0-1,0 1 1,-4 10 0,-1 9 65,-10 48 0,17-68-174,-2 12 24,0 0-1,0 20 0,3-31-42,0 0 0,1 0-1,-1 0 1,1 0 0,1 0-1,-1 0 1,1-1 0,3 9-1,-5-14-10,1-1 0,-1 1 0,0 0 0,0-1 0,1 1 0,-1-1 0,0 1 0,1 0 0,-1-1 0,1 1 0,-1-1 0,1 1 0,-1-1 0,1 1 0,-1-1 0,1 0 0,-1 1 0,1-1 0,-1 1 0,1-1 0,0 0 0,-1 0 0,1 1 0,0-1 0,-1 0 0,1 0 0,0 0 0,-1 0 0,1 0 0,0 0 0,0 0 0,-1 0 0,1 0 0,0 0 0,-1 0 0,1 0 0,0 0 0,-1-1 0,1 1 0,0 0 0,-1-1 0,1 1 0,-1 0 0,1-1 0,-1 1 0,1-1 0,0 1 0,-1 0 0,1-2 0,4-2 0,-1 0 0,0-1 0,0 0 0,4-7 0,-7 11 0,20-35 5,-1-2-1,-2 0 0,-2-1 0,21-78 1,-31 100 147,-2 26-55,3 14-112,4 6 15,25 67 0,-30-81 0,1-1 0,1 0 0,0-1 0,13 18 0,-19-30 0,-1 1 0,0 0 0,0-1 0,1 1 0,-1-1 0,1 0 0,-1 1 0,1-1 0,0 0 0,-1 0 0,1 0 0,0 0 0,0 0 0,0 0 0,0-1 0,0 1 0,3 0 0,-3-1 0,-1-1 0,1 1 0,-1-1 0,0 1 0,1-1 0,-1 0 0,0 0 0,1 1 0,-1-1 0,0 0 0,0 0 0,0 0 0,0 0 0,0 0 0,0 0 0,0-1 0,0 1 0,-1 0 0,1 0 0,0-1 0,-1 1 0,1-1 0,-1 1 0,1-2 0,5-13 0,-1-1 0,-1 1 0,0-1 0,2-28 0,-2-69 0,-7 72 0,-2 0 0,-1 1 0,-2 0 0,-15-42 0,3 6 0,-29-122 0,48 188 0,4 11 0,4 9 0,2 13 25,0 1 1,-2 0-1,0 0 0,-2 1 0,5 40 0,3 14 59,13 61 22,-12-58-95,36 120 0,-44-184-128,14 29-1,-20-45 76,0-1 0,0 0 0,0 0 0,0 1 0,0-1 0,0 0 0,0 1 0,1-1 0,-1 0 0,0 0 1,0 1-1,0-1 0,0 0 0,1 0 0,-1 1 0,0-1 0,0 0 0,1 0 0,-1 0 0,0 1 0,0-1 0,1 0 0,-1 0 0,0 0 0,0 0 0,1 0 0,-1 0 0,0 1 0,1-1 0,-1 0 0,0 0 0,0 0 0,1 0 0,2-11-2402,-3-29-3300,0 28 3861,0-27-5306</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3.273"/>
    </inkml:context>
    <inkml:brush xml:id="br0">
      <inkml:brushProperty name="width" value="0.05" units="cm"/>
      <inkml:brushProperty name="height" value="0.05" units="cm"/>
    </inkml:brush>
  </inkml:definitions>
  <inkml:trace contextRef="#ctx0" brushRef="#br0">13 379 14208,'-13'-1'2325,"31"-22"-235,-6 10-1867,1 2-1,18-13 0,13-10-78,-32 23-242,1 0 0,-1 2 0,2 0 0,-1 0-1,1 1 1,1 1 0,-1 0 0,1 1 0,29-8 0,-40 13 37,0 0 1,0 0-1,0 1 0,0-1 1,1 1-1,-1-1 1,0 1-1,0 1 1,0-1-1,0 1 0,0-1 1,7 3-1,-9-2 62,1 1 0,-1-1 0,0 1 0,1 0 0,-1 0 0,0 0 1,0 0-1,0 0 0,-1 0 0,1 1 0,0-1 0,-1 1 0,0-1 0,1 1 0,-1-1 0,0 1 0,0 0 0,0 4 0,3 10 170,-3-15-27,-1 0-1,1 1 0,-1-1 1,1 0-1,0 0 1,0 1-1,0-1 0,0 0 1,0 0-1,2 3 1,-2-5-106,0 0 0,0 1 1,0-1-1,0 0 1,0 1-1,0-1 0,0 0 1,0 0-1,0 0 1,0 0-1,0 0 1,0 0-1,0 0 0,0 0 1,0 0-1,0-1 1,0 1-1,0 0 0,0-1 1,0 1-1,0-1 1,-1 1-1,1-1 1,0 1-1,0-1 0,0 1 1,0-1-1,-1 0 1,2 0-1,3-4 46,0 1-1,0-1 1,0 0 0,0 0-1,-1-1 1,0 1-1,5-10 1,-1 1 115,12-30 0,-15 31-55,-1-1 0,0 1 0,3-22 1,-7 30-117,1 1 1,-1-1-1,0 1 0,0-1 1,0 0-1,0 1 0,-1-1 1,0 1-1,0-1 0,0 1 1,-1 0-1,1-1 1,-1 1-1,-4-7 0,6 11-19,-1-1 1,0 0-1,1 0 0,-1 1 0,0-1 0,0 0 1,0 1-1,0-1 0,0 1 0,1-1 0,-1 1 0,0-1 1,0 1-1,0 0 0,0 0 0,0-1 0,0 1 0,-1 0 1,1 0-1,0 0 0,-1 0 0,-1 0 10,0 1-1,-1-1 1,1 1-1,0 0 1,0 0-1,-6 3 1,1-1 13,0 2 0,1-1-1,0 1 1,-12 10 0,13-8-22,0 0 0,0 0 1,1 0-1,0 1 0,1 0 1,0 0-1,0 0 0,1 0 0,0 1 1,0 0-1,1-1 0,0 1 0,0 0 1,1 0-1,0 17 0,1-6 9,1 0 1,0 0-1,2 0 0,1-1 0,0 1 0,8 22 1,-6-25 12,1 1 1,1-1 0,0 0-1,1 0 1,1-1 0,1 0-1,24 28 1,-30-39-24,0-1 0,0 1-1,0-1 1,0 0 0,1 0 0,-1 0 0,1-1 0,0 0-1,0 0 1,0 0 0,1-1 0,-1 0 0,1 0-1,-1-1 1,1 0 0,-1 0 0,1 0 0,0-1 0,0 0-1,-1 0 1,1-1 0,0 1 0,-1-2 0,1 1-1,7-3 1,-11 3-43,47-19-6639,-47 18 5936,1 0 0,-1 1 0,0-1 0,0-1 0,0 1 0,0 0 0,0-1 0,-1 1 0,1-1 0,-1 0 0,4-6 0,-3 3-3423</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3.654"/>
    </inkml:context>
    <inkml:brush xml:id="br0">
      <inkml:brushProperty name="width" value="0.05" units="cm"/>
      <inkml:brushProperty name="height" value="0.05" units="cm"/>
    </inkml:brush>
  </inkml:definitions>
  <inkml:trace contextRef="#ctx0" brushRef="#br0">1 72 16767,'0'0'5632,"8"-2"-5504,98-26 604,-10 2-2211,-31 14-6157,-41 8-1388</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4.025"/>
    </inkml:context>
    <inkml:brush xml:id="br0">
      <inkml:brushProperty name="width" value="0.05" units="cm"/>
      <inkml:brushProperty name="height" value="0.05" units="cm"/>
    </inkml:brush>
  </inkml:definitions>
  <inkml:trace contextRef="#ctx0" brushRef="#br0">0 134 19071,'0'0'128,"6"0"128,0 2 384,5-2 0,8-2 128,5-8 0,8-1-128,2-4 0,4-4-384,1 2 128,0-3-256,-3 5 0,0 4-384,-12 1 0,-12 5-7168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5.501"/>
    </inkml:context>
    <inkml:brush xml:id="br0">
      <inkml:brushProperty name="width" value="0.05" units="cm"/>
      <inkml:brushProperty name="height" value="0.05" units="cm"/>
    </inkml:brush>
  </inkml:definitions>
  <inkml:trace contextRef="#ctx0" brushRef="#br0">1 1 18431,'0'0'534,"1"6"-193,20 73 312,-10-43-444,-2-1 0,4 40 0,-1 72 119,16 116 261,-27-255-774,0-1 1,1 1-1,0-1 0,0 0 0,0 0 0,1 0 0,1 0 0,5 10 0,-9-17 98,1 0 0,-1 0-1,0 1 1,0-1 0,0 0-1,0 0 1,0 0 0,0 0-1,0 1 1,0-1-1,0 0 1,0 0 0,0 0-1,1 0 1,-1 1 0,0-1-1,0 0 1,0 0 0,0 0-1,0 0 1,1 0 0,-1 0-1,0 0 1,0 0-1,0 1 1,0-1 0,1 0-1,-1 0 1,0 0 0,0 0-1,0 0 1,1 0 0,-1 0-1,0 0 1,0 0 0,0 0-1,1 0 1,-1 0-1,0 0 1,0 0 0,0 0-1,0-1 1,1 1 0,-1 0-1,0 0 1,0 0 0,0 0-1,0 0 1,1 0 0,2-11-2815,-2 7 1617,5-17-5520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5.862"/>
    </inkml:context>
    <inkml:brush xml:id="br0">
      <inkml:brushProperty name="width" value="0.05" units="cm"/>
      <inkml:brushProperty name="height" value="0.05" units="cm"/>
    </inkml:brush>
  </inkml:definitions>
  <inkml:trace contextRef="#ctx0" brushRef="#br0">24 320 13568,'0'0'661,"-10"-15"2069,8 12-2646,0-1-1,1 1 1,-1-1-1,1 1 1,0-1-1,0 1 1,0-1-1,0 0 1,1 0-1,-1 1 1,1-1-1,0 0 1,0 0-1,0 1 1,1-1-1,-1 0 1,1 0-1,0 1 1,0-1-1,1 1 1,-1-1-1,0 1 1,5-7-1,3-5-65,1 0 0,1 0 0,22-22 0,-22 24 125,2-1-481,1 0 0,-1 1 0,2 1 0,29-19 0,-19 17-4069,0 3-3661,-6 4 6127</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6.223"/>
    </inkml:context>
    <inkml:brush xml:id="br0">
      <inkml:brushProperty name="width" value="0.05" units="cm"/>
      <inkml:brushProperty name="height" value="0.05" units="cm"/>
    </inkml:brush>
  </inkml:definitions>
  <inkml:trace contextRef="#ctx0" brushRef="#br0">2 254 16128,'0'0'511,"-2"6"257,14-8-512,3-9 128,5-4-256,8-6 128,2-3-256,1-3 0,0-3-1664,3 4 129,-2 0-9089</inkml:trace>
  <inkml:trace contextRef="#ctx0" brushRef="#br0" timeOffset="1">335 1 15616,'0'0'384,"0"20"0,3 14 639,-1-6 129,-2 8-768,6-4 128,1 4-384,-1-4 128,0-2-128,-3-6 0,-1-3-128,2-10 0,-2-2-512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6.554"/>
    </inkml:context>
    <inkml:brush xml:id="br0">
      <inkml:brushProperty name="width" value="0.05" units="cm"/>
      <inkml:brushProperty name="height" value="0.05" units="cm"/>
    </inkml:brush>
  </inkml:definitions>
  <inkml:trace contextRef="#ctx0" brushRef="#br0">10 202 13056,'0'0'640,"-9"-17"896,9 14-1457,0 1 1,0 0 0,0-1 0,1 1-1,-1 0 1,0-1 0,1 1 0,0 0-1,0 0 1,0 0 0,0 0 0,0 0 0,0 0-1,2-3 1,22-27 515,-10 15-227,2 1 0,27-23 0,-37 34-258,1-1-1,0 1 0,0 0 1,0 1-1,0 0 0,1 0 1,-1 1-1,1 0 0,12-2 1,-19 5-77,0 0 0,0 0 0,0 0 1,0 0-1,0 0 0,0 1 0,0-1 1,0 1-1,0 0 0,0-1 0,0 1 0,0 0 1,0 0-1,0 0 0,0 1 0,-1-1 1,1 0-1,-1 1 0,1-1 0,-1 1 0,1-1 1,-1 1-1,0 0 0,1 0 0,-1-1 1,0 1-1,-1 0 0,1 0 0,0 0 0,1 4 1,1 4 41,0 1 1,0-1-1,-1 1 1,1 17 0,-3-6 99,-1 0 0,-1 1-1,-1-1 1,-11 39 0,7-30 7,-4 42-1,11-70-163,0-1 0,0 1 0,0 0 0,1 0 0,-1-1 1,1 1-1,0 0 0,-1-1 0,1 1 0,1-1 0,0 4 0,-1-5-50,-1-1 0,1 1 0,-1 0 0,1-1 0,-1 1 0,1 0 0,-1-1-1,1 1 1,0-1 0,-1 1 0,1-1 0,0 1 0,-1-1 0,1 1 0,0-1 0,0 0 0,-1 1 0,1-1-1,0 0 1,0 0 0,0 0 0,0 1 0,-1-1 0,1 0 0,0 0 0,0 0 0,0 0 0,0-1 0,-1 1-1,1 0 1,0 0 0,0 0 0,0-1 0,-1 1 0,1 0 0,0-1 0,0 1 0,-1 0 0,1-1 0,0 1-1,0-2 1,14-11-3338,0 0-8363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7.516"/>
    </inkml:context>
    <inkml:brush xml:id="br0">
      <inkml:brushProperty name="width" value="0.05" units="cm"/>
      <inkml:brushProperty name="height" value="0.05" units="cm"/>
    </inkml:brush>
  </inkml:definitions>
  <inkml:trace contextRef="#ctx0" brushRef="#br0">1 166 18687,'1'-8'593,"2"3"94,0 14-500,0 0 0,-1 0 0,-1 0-1,1 0 1,-2 1 0,1 14-1,2 23 150,-1-21-185,-2-18-104,0 0-1,1 0 1,0-1-1,4 12 1,-5-19-46,0 1-1,0-1 1,0 0-1,0 0 1,0 0-1,0 1 1,0-1-1,0 0 1,1 0-1,-1 0 1,0 0 0,0 1-1,0-1 1,0 0-1,1 0 1,-1 0-1,0 0 1,0 0-1,0 1 1,1-1-1,-1 0 1,0 0 0,0 0-1,0 0 1,1 0-1,-1 0 1,0 0-1,0 0 1,1 0-1,-1 0 1,0 0-1,0 0 1,0 0 0,1 0-1,-1 0 1,0 0-1,0 0 1,1 0-1,10-8 6,6-13-12,-12 15 21,-1-1 0,0 0-1,0-1 1,-1 1 0,0-1-1,-1 1 1,1-1 0,-1 0-1,-1 0 1,1 0 0,-2 0-1,1 0 1,-1 0 0,0 0-1,-2-11 1,46 61 284,-34-31-253,1-1 0,1-1 1,18 13-1,2 0 3,-31-21-53,0 0 0,0 0 0,0 0 0,0-1-1,0 1 1,0 0 0,0-1 0,0 1 0,0-1 0,0 1-1,0-1 1,0 1 0,0-1 0,0 0 0,1 0 0,-1 1-1,0-1 1,0 0 0,0 0 0,1 0 0,-1 0 0,0 0-1,0-1 1,0 1 0,0 0 0,1-1 0,-1 1 0,0 0-1,0-1 1,0 1 0,0-1 0,0 0 0,0 1 0,0-1-1,0 0 1,0 0 0,0 1 0,-1-1 0,1 0 0,0 0-1,0 0 1,-1 0 0,1 0 0,0 0 0,-1 0 0,1 0 0,-1-2-1,4-6-33,-1 0-1,0 0 0,0-1 0,1-15 0,-3 18 49,4-54 417,-5 45-270,1 1-1,3-16 0,-4 31-152,0 0-1,0 0 1,0-1-1,0 1 1,0 0-1,0 0 1,0 0-1,0-1 1,0 1-1,0 0 1,0 0-1,0 0 1,0-1-1,0 1 1,0 0-1,1 0 1,-1 0-1,0 0 1,0-1-1,0 1 1,0 0-1,0 0 1,1 0-1,-1 0 1,0 0-1,0 0 1,0 0-1,0-1 1,1 1-1,-1 0 1,0 0-1,0 0 1,0 0-1,1 0 1,-1 0-1,0 0 1,0 0-1,0 0 1,1 0-1,-1 0 1,0 0-1,0 0 1,0 0-1,1 0 1,-1 0-1,0 1 1,0-1-1,0 0 0,1 0 1,-1 0-1,0 0 1,0 0-1,0 0 1,0 0-1,1 1 1,-1-1-1,0 0 1,0 0-1,0 0 1,0 0-1,0 1 1,0-1-1,0 0 1,1 0-1,9 14 43,-9-13-41,21 35 84,28 61-1,-14-24-31,-30-62-57,-6-10 0,0-1 0,0 0 0,1 0 0,-1 0 0,0 0 0,0 0 0,0 1 0,0-1 0,0 0 0,0 0 0,1 0 0,-1 0 0,0 0 0,0 0 0,0 1 0,0-1 0,1 0 0,-1 0 0,0 0 0,0 0 0,0 0 0,0 0 0,1 0 0,-1 0 0,0 0 0,0 0 0,0 0 0,1 0 0,-1 0 0,0 0 0,0 0 0,0 0 0,1 0 0,-1 0 0,0 0 0,0 0 0,0 0 0,0-1 0,1 1 0,-1 0 0,0 0 0,0 0 0,0 0 0,0 0 0,1 0 0,-1-1 0,0 1 0,0 0 0,0 0 0,0 0 0,0 0 0,0-1 0,0 1 0,3-6 0,-1-4 15,0 1 0,0 0 0,-1-1 0,-1 0 0,0 1 0,-2-19 0,1-3 8,1 30-23,0 0 0,0 0 0,0 0 0,-1 0 0,1 0 0,1-1 0,-1 1 0,0 0 0,0 0 0,0 0 0,0 0 0,1 0 0,-1 0 0,1 0 0,-1 0 0,1 0 0,-1 0 0,1 0 0,-1 0 0,1 1 0,0-1 0,-1 0 0,1 0 0,0 0 0,0 1 0,0-1 0,0 0 0,-1 1 0,1-1 0,0 1 0,0-1 0,0 1 0,0-1 0,0 1 0,0 0 0,0 0 0,1-1 0,-1 1 0,0 0 0,0 0 0,0 0 0,0 0 0,0 0 0,0 0 0,0 1 0,0-1 0,0 0 0,2 1 0,1 0 0,0 1 0,1 0 0,-1-1 0,0 2 0,0-1 0,0 0 0,0 1 0,0 0 0,-1 0 0,6 5 0,10 25 0,0-1 0,-18-30 0,0-1 0,0 1 0,1 0 0,-1-1 0,1 0 0,-1 1 0,1-1 0,-1 0 0,1 0 0,0 0 0,0 0 0,-1 0 0,5 1 0,-5-2 1,-1 1 0,1-2 0,-1 1-1,1 0 1,0 0 0,-1 0-1,1 0 1,-1 0 0,1 0 0,-1 0-1,1-1 1,0 1 0,-1 0 0,1-1-1,-1 1 1,1 0 0,-1-1 0,0 1-1,1 0 1,-1-1 0,1 1 0,-1-1-1,0 1 1,1-1 0,-1 1 0,0-1-1,1 1 1,-1-1 0,0 1 0,0-1-1,0 1 1,1-1 0,-1 0 0,0 1-1,0-1 1,0 1 0,0-1 0,0 1-1,0-2 1,1-28 60,-1 24-45,0-17 16,0 0 0,2 0 0,1 1 0,0-1 0,2 1 0,1-1 0,11-27 0,-16 46-19,1 1 0,0-1 0,0 1-1,0 0 1,0 0 0,0 0 0,1 0 0,-1 1 0,1-1 0,0 0 0,4-2 0,-5 4-10,-1 0 1,0 1 0,1-1-1,-1 1 1,0 0 0,1-1 0,-1 1-1,1 0 1,-1 0 0,1 0-1,-1 0 1,0 0 0,1 0 0,-1 0-1,1 1 1,-1-1 0,1 1-1,-1-1 1,0 1 0,1-1 0,-1 1-1,0-1 1,0 1 0,1 0 0,-1 0-1,0 0 1,0 0 0,0 0-1,0 0 1,0 0 0,0 0 0,1 2-1,2 2-163,0 0-1,0 0 1,-1 1-1,1-1 1,-1 1-1,0 0 1,-1 0-1,1 0 1,-1 0 0,2 11-1,-2 1-1671,0 0 0,-1 27 1,-1-41 1497,0 13-10887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7.957"/>
    </inkml:context>
    <inkml:brush xml:id="br0">
      <inkml:brushProperty name="width" value="0.05" units="cm"/>
      <inkml:brushProperty name="height" value="0.05" units="cm"/>
    </inkml:brush>
  </inkml:definitions>
  <inkml:trace contextRef="#ctx0" brushRef="#br0">1 431 19327,'1'-1'150,"11"-8"178,0 1-1,-1-1 1,0-1 0,-1 0 0,0-1 0,-1 0 0,0 0 0,0-1 0,-1 0-1,8-18 1,-3 4-255,-2 1-1,-1-2 0,-1 1 0,7-41 1,-13 57-45,-1 0 1,-1 0-1,1-1 0,-2 1 1,0 0-1,0-1 1,0 1-1,-4-17 1,3 26-28,1 1 1,0-1 0,-1 0-1,1 0 1,0 0 0,-1 0-1,1 0 1,-1 1-1,0-1 1,1 0 0,-1 0-1,1 1 1,-1-1 0,0 0-1,0 1 1,1-1 0,-1 1-1,0-1 1,0 1 0,0 0-1,0-1 1,0 1 0,1 0-1,-1-1 1,0 1 0,0 0-1,0 0 1,0 0-1,0 0 1,0 0 0,0 0-1,0 0 1,0 0 0,0 0-1,0 0 1,0 0 0,0 1-1,1-1 1,-1 0 0,0 1-1,-2 0 1,-1 1 3,0 1-1,1-1 1,-1 0 0,0 1-1,1 0 1,-1 0 0,-4 6-1,2 0-4,0 0 0,1 0 0,0 0 0,0 1 0,1 0 0,0 0 0,-4 20 0,2-2 0,-4 50 0,8-59 0,2 0 0,0-1 0,5 32 0,-4-44 0,0-1 0,0 1 0,0-1 0,1 1 0,0-1 0,0 0 0,0 1 0,1-1 0,0 0 0,0-1 0,0 1 0,0 0 0,1-1 0,0 0 0,0 0 0,7 6 0,-8-9 0,-1 0 0,1 0 0,-1-1 0,1 1 0,0 0 0,-1-1 0,1 0 0,0 0 0,-1 0 0,1 0 0,0 0 0,-1 0 0,1-1 0,0 1 0,-1-1 0,1 0 0,-1 0 0,1 0 0,-1 0 0,1 0 0,-1-1 0,4-2 0,8-5 0,0 0 0,16-16 0,-24 20 0,21-18-1888,40-22-8661,-57 39 3915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39.453"/>
    </inkml:context>
    <inkml:brush xml:id="br0">
      <inkml:brushProperty name="width" value="0.05" units="cm"/>
      <inkml:brushProperty name="height" value="0.05" units="cm"/>
    </inkml:brush>
  </inkml:definitions>
  <inkml:trace contextRef="#ctx0" brushRef="#br0">1 175 16128,'0'0'5503,"6"10"-5375,36 56 36,3-2-1,67 74 1,-79-101-115,-20-21 34,1 0 0,30 25 1,-44-41-80,0 0 0,0 0 1,0 0-1,0-1 0,0 1 1,0 0-1,0 0 0,0 0 0,0 0 1,0 0-1,0 0 0,0 0 1,0 0-1,0 0 0,0 0 1,0-1-1,0 1 0,0 0 1,0 0-1,0 0 0,0 0 1,0 0-1,0 0 0,0 0 1,0 0-1,1 0 0,-1 0 1,0 0-1,0 0 0,0 0 0,0-1 1,0 1-1,0 0 0,0 0 1,0 0-1,0 0 0,0 0 1,0 0-1,0 0 0,1 0 1,-1 0-1,0 0 0,0 0 1,0 0-1,0 0 0,0 0 1,0 0-1,0 0 0,0 0 0,0 0 1,1 0-1,-1 0 0,0 0 1,0 0-1,0 0 0,0 0 1,0 0-1,0 0 0,0 1 1,0-1-1,0 0 0,0 0 1,0 0-1,0 0 0,1 0 1,-1 0-1,-4-13 75,-7-17-63,2 7 20,1-2 0,2 1 1,0-1-1,2 0 1,0 0-1,2-1 0,1 1 1,1 0-1,1-1 1,1 1-1,2 0 0,0 0 1,2 0-1,0 0 0,2 1 1,13-30-1,-17 46-36,-1 1 0,2 1 0,-1-1 0,0 0 0,1 1 0,8-8 0,-12 13 0,0 0 0,1 0 0,-1 0 0,0 0 0,0 0 0,0 1 0,1-1 0,-1 0 0,0 1 0,1-1 0,-1 1 0,1-1 0,-1 1 0,0 0 0,1 0 0,-1 0 0,1-1 0,-1 1 0,1 1 0,-1-1 0,1 0 0,-1 0 0,0 0 0,1 1 0,-1-1 0,1 1 0,-1-1 0,0 1 0,1 0 0,-1-1 0,0 1 0,0 0 0,0 0 0,1 0 0,-1 0 0,0 0 0,0 0 0,0 0 0,0 0 0,1 3 0,3 3-908,0-1 0,-1 2-1,7 12 1,-6-9-1011,0 1 0,-1 0 0,-1 0 0,0 0-1,0 1 1,-1-1 0,0 18 0,-2-15 426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0.204"/>
    </inkml:context>
    <inkml:brush xml:id="br0">
      <inkml:brushProperty name="width" value="0.05" units="cm"/>
      <inkml:brushProperty name="height" value="0.05" units="cm"/>
    </inkml:brush>
  </inkml:definitions>
  <inkml:trace contextRef="#ctx0" brushRef="#br0">8 751 17023,'17'9'3584,"-24"11"-2367,2-7-834,1 6-221,0 0 0,2 1 0,0-1-1,1 31 1,2-36-124,0-1-1,1 1 1,0-1-1,1 0 1,0 0-1,1 0 1,7 16 0,-11-28-34,1 0 1,-1 0 0,1 1 0,0-1 0,-1 0 0,1 0 0,0 0 0,0 0-1,0 0 1,0 0 0,0 0 0,0 0 0,0 0 0,0-1 0,0 1 0,0 0-1,1 0 1,-1-1 0,2 1 0,-1-1-5,-1 0 1,0 0-1,0 0 0,0 0 1,0 0-1,1 0 0,-1-1 1,0 1-1,0 0 0,0-1 1,0 1-1,0-1 0,0 1 1,0-1-1,0 0 0,0 1 1,2-3-1,2-2-15,-1 0 0,0 0 1,1 0-1,-2-1 0,1 0 0,3-6 1,4-11 9,-1 1 0,-1-1 1,-1-1-1,8-38 0,-13 50 6,-1 0-1,-1 0 0,0 0 0,-1-1 0,-1 1 0,1 0 1,-2 0-1,0 0 0,0 0 0,-1 0 0,-6-14 0,7 16 0,9 18 0,9 17 0,-13-20 0,0 0 0,0 0 0,0 0 0,0-1 0,1 1 0,0-1 0,0 0 0,0 0 0,1 0 0,0-1 0,4 4 0,-7-6 0,1 0 0,-1 0 0,0 0 0,1 0 0,-1 0 0,0-1 0,1 1 0,-1-1 0,1 0 0,-1 0 0,1 0 0,-1 0 0,1 0 0,-1 0 0,1 0 0,-1-1 0,1 0 0,-1 1 0,0-1 0,1 0 0,-1 0 0,0 0 0,0 0 0,0-1 0,1 1 0,-1 0 0,0-1 0,2-3 0,3-1 0,-1-1 0,0 0 0,-1 0 0,1 0 0,-1-1 0,-1 0 0,0 0 0,0 0 0,0-1 0,-1 1 0,0-1 0,-1 0 0,0 0 0,0 0 0,-1 0 0,0-13 0,-1-13 0,-2 1 0,-1-1 0,-8-34 0,3 18 0,-6-51 75,-41-144 0,53 239-54,1 3-5,0 0-1,0 1 0,0-1 0,-1 0 0,0 1 0,-3-7 1,5 10-15,0 0 0,0 0 0,0 0 1,-1 0-1,1 0 0,0 0 0,0-1 1,0 1-1,0 0 0,-1 0 0,1 0 0,0 0 1,0 0-1,0 0 0,0 0 0,-1 0 1,1 0-1,0 0 0,0 0 0,0 0 1,0 0-1,-1 0 0,1 0 0,0 0 1,0 0-1,0 0 0,-1 0 0,1 0 1,0 0-1,0 0 0,0 0 0,0 0 0,-1 0 1,1 1-1,0-1 0,0 0 0,0 0 1,0 0-1,0 0 0,0 0 0,-1 0 1,1 1-1,0-1 0,0 0 0,0 0 1,0 0-1,0 0 0,0 1 0,0-1 1,0 0-1,0 0 0,0 0 0,0 0 0,0 1 1,0-1-1,-4 12 36,3 3-23,1-1-1,0 1 0,1 0 0,1-1 1,0 0-1,7 25 0,33 84 121,-37-110-126,21 47-29,3-1-1,2-1 1,45 63 0,-75-119-25,5 7 43,0-1 0,0 0 1,10 9-1,-15-16-104,0 0 0,1 0 0,-1 1 0,1-1 0,-1 0 0,1 0 0,-1-1 1,1 1-1,-1 0 0,1 0 0,0-1 0,-1 1 0,1-1 0,0 1 0,-1-1 0,1 0 0,0 0 0,0 0 0,-1 0 0,1 0 0,0 0 0,0 0 0,0 0 0,-1-1 0,3 0 0,-4 1-213,1-1 0,0 1 1,-1-1-1,1 1 0,0-1 0,-1 0 0,1 1 0,-1-1 0,1 1 0,-1-1 0,0 0 0,1 0 0,-1 1 0,1-1 0,-1 0 0,0 0 0,0 1 0,1-1 0,-1 0 0,0 0 0,0 0 0,0 1 0,0-1 0,0 0 0,0 0 1,0 0-1,0 0 0,-1 1 0,1-1 0,0 0 0,0 0 0,-1-1 0,0-1-407,-2-12-5011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0.696"/>
    </inkml:context>
    <inkml:brush xml:id="br0">
      <inkml:brushProperty name="width" value="0.05" units="cm"/>
      <inkml:brushProperty name="height" value="0.05" units="cm"/>
    </inkml:brush>
  </inkml:definitions>
  <inkml:trace contextRef="#ctx0" brushRef="#br0">88 463 4352,'0'1'4084,"-8"2"-2216,-2 0-601,0 0 0,0-1 0,-1 0 0,-19 1 0,29-3-1242,1 0-1,0 0 1,-1 0-1,1 0 1,-1 0-1,1-1 0,-1 1 1,1 0-1,0 0 1,-1-1-1,1 1 0,0 0 1,-1 0-1,1-1 1,0 1-1,-1-1 0,1 1 1,0 0-1,0-1 1,-1 1-1,1 0 0,0-1 1,0 1-1,0-1 1,0 1-1,-1-1 0,1 1 1,0-1-1,0 1 1,0 0-1,0-1 0,0 1 1,0-1-1,0 1 1,0-1-1,1 1 0,-1-1 1,0 1-1,0-1 1,0 0-1,8-18 362,-4 12-283,1 1 0,0 0 0,0 0-1,1 1 1,0 0 0,-1 0 0,9-6 0,52-29 494,-30 20-460,149-89 653,-152 97-172,-32 12-362,-1 0-243,0 0 1,0 0-1,1 0 0,-1 0 0,0 0 0,1 0 0,-1 0 0,0 0 0,0 0 0,1 0 0,-1 0 0,0 0 1,0 0-1,1 0 0,-1 0 0,0 0 0,1 0 0,-1 0 0,0 0 0,0 0 0,1 0 0,-1-1 0,0 1 1,0 0-1,0 0 0,1 0 0,-1 0 0,0-1 0,0 1 0,0 0 0,1 0 0,-1 0 0,0-1 0,0 1 1,0-1-1,8-9 75,-6 8-29,96-152 730,-97 152-758,0 0 0,0-1 0,0 1 0,0-1 0,0 1 0,-1-1 0,1 1 0,-1-1 0,1-5 0,-1 8-23,0-1-1,0 0 0,-1 1 1,1-1-1,0 1 0,0-1 1,0 0-1,-1 1 0,1-1 1,0 1-1,-1-1 0,1 1 1,-1-1-1,1 1 0,0-1 1,-1 1-1,1-1 0,-1 1 1,0-1-1,1 1 0,-1 0 1,1-1-1,-1 1 0,1 0 1,-1 0-1,0-1 0,1 1 1,-1 0-1,0 0 0,1 0 1,-1 0-1,1 0 0,-1 0 1,0 0-1,1 0 0,-1 0 1,0 0-1,1 0 0,-1 0 1,0 1-1,1-1 0,-1 0 1,1 0-1,-2 1 0,-2 0 9,1 0-1,-1 0 1,0 1 0,1-1-1,-1 1 1,1 0-1,0 0 1,0 0-1,-1 0 1,1 1-1,0-1 1,1 1 0,-1-1-1,-2 5 1,1-2-4,0 1 0,1-1 0,0 1 1,0 0-1,1 0 0,0 0 1,-3 11-1,1 6 29,1 1 1,1-1-1,2 38 1,0-56-28,1 12 30,0 0 0,1 0-1,1 0 1,0 0 0,2-1 0,0 1-1,13 28 1,-15-39-38,-1-2 0,1 1 0,1 0 1,-1 0-1,1-1 0,-1 0 0,1 0 0,0 0 0,1 0 0,-1 0 0,10 5 0,-10-7-16,0-1 0,0 0 1,0 1-1,0-1 0,0 0 0,1-1 0,-1 1 0,0-1 0,0 0 0,0 0 0,1 0 0,-1-1 0,0 1 1,0-1-1,0 0 0,0 0 0,0-1 0,4-1 0,5-2-678,0-1-1,-1-1 1,0 0 0,17-12 0,-10 3-5954,29-31 0,-18 15 3293</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1.036"/>
    </inkml:context>
    <inkml:brush xml:id="br0">
      <inkml:brushProperty name="width" value="0.05" units="cm"/>
      <inkml:brushProperty name="height" value="0.05" units="cm"/>
    </inkml:brush>
  </inkml:definitions>
  <inkml:trace contextRef="#ctx0" brushRef="#br0">52 0 13952,'0'0'1301,"5"19"4331,-5-10-5284,0 0 1,0 0 0,-1 0 0,0 0 0,-2 11-1,-1 7 120,-12 91 477,-12 144-418,24-127-303,26 253 0,-19-363-166,1 1 1,1 0 0,15 42-1,-20-68-78,0 1 0,0-1 0,0 1 0,1 0 0,-1-1 0,0 1 0,0-1-1,1 1 1,-1-1 0,0 1 0,1-1 0,-1 1 0,0-1 0,1 1 0,-1-1 0,1 1 0,-1-1-1,1 0 1,-1 1 0,1-1 0,-1 0 0,1 1 0,0-1 0,-1 0 0,1 0 0,0 0-49,0 0 1,-1 0-1,1-1 0,-1 1 1,1 0-1,-1-1 1,1 1-1,-1 0 1,1-1-1,-1 1 1,1-1-1,-1 1 1,0-1-1,1 1 1,-1-1-1,1 1 1,-1-1-1,0 1 0,1-1 1,0-3-616,1 0 1,0 0-1,-1 0 1,0 0-1,1-7 1,-1-5-4608,-1 1-3647</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1.568"/>
    </inkml:context>
    <inkml:brush xml:id="br0">
      <inkml:brushProperty name="width" value="0.05" units="cm"/>
      <inkml:brushProperty name="height" value="0.05" units="cm"/>
    </inkml:brush>
  </inkml:definitions>
  <inkml:trace contextRef="#ctx0" brushRef="#br0">1 0 21631,'0'0'1024,"1"7"-384,1 9-421,2 0-1,-1 0 0,2 0 0,0 0 1,1-1-1,1 0 0,0 0 0,1-1 1,0 0-1,2 0 0,-1 0 0,21 20 1,37 30-686,115 83 0,-93-84-3178,3-5-3445,-15-11-1870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4.338"/>
    </inkml:context>
    <inkml:brush xml:id="br0">
      <inkml:brushProperty name="width" value="0.05" units="cm"/>
      <inkml:brushProperty name="height" value="0.05" units="cm"/>
    </inkml:brush>
  </inkml:definitions>
  <inkml:trace contextRef="#ctx0" brushRef="#br0">1 167 21631,'10'-54'0,"-7"38"0,0 0 0,0 1 0,12-29 0,-14 42 0,0 0 0,1 1 0,-1-1 0,1 1 0,0-1 0,-1 1 0,1-1 0,0 1 0,0 0 0,0 0 0,0 0 0,0 0 0,0 0 0,0 1 0,1-1 0,-1 1 0,0-1 0,0 1 0,0 0 0,1 0 0,-1-1 0,0 2 0,0-1 0,5 1 0,-3-1 0,0 0 0,0 1 0,-1 0 0,1 0 0,0 0 0,0 0 0,-1 0 0,1 1 0,-1-1 0,1 1 0,-1 0 0,0 0 0,6 5 0,-6-4 0,-1 1 0,0-1 0,0 1 0,0 0 0,0-1 0,-1 1 0,1 0 0,-1 0 0,0 0 0,0 0 0,-1 0 0,1 7 0,-1-3 0,0-1 0,0 1 0,-1 0 0,0 0 0,-4 12 0,4-13-759,1-5 314,0-1 1,0 0 0,0 0 0,0 0-1,0 1 1,0-1 0,-1 0-1,1 0 1,0 0 0,-1 0 0,1 1-1,-1-1 1,1 0 0,-2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5.150"/>
    </inkml:context>
    <inkml:brush xml:id="br0">
      <inkml:brushProperty name="width" value="0.05" units="cm"/>
      <inkml:brushProperty name="height" value="0.05" units="cm"/>
    </inkml:brush>
  </inkml:definitions>
  <inkml:trace contextRef="#ctx0" brushRef="#br0">0 16 19199,'0'0'534,"12"-11"618,-10 10-1092,1 1 1,-1-1-1,0 0 1,1 1-1,-1-1 1,1 1-1,-1 0 1,0 0-1,1 0 1,-1 0-1,1 0 1,-1 0-1,1 1 1,-1-1-1,0 1 0,1 0 1,-1-1-1,0 1 1,0 0-1,5 3 1,-1 0 1,1 0 0,0 0 0,-1 1 0,0-1 0,7 8 0,13 18 56,31 45 0,-41-51-63,1-1 0,1 0 1,1-2-1,27 24 0,-21-21 9,-24-23-59,0 1-1,1 0 1,-1-1 0,0 1-1,0 0 1,0 0-1,0 0 1,0 0-1,0 0 1,0 0 0,-1 0-1,1 0 1,0 3-1,-1-4-2,0-1 0,0 0 0,0 1 0,-1-1 0,1 1 0,0-1 0,0 1 0,0-1 0,0 0-1,0 1 1,0-1 0,-1 1 0,1-1 0,0 0 0,0 1 0,-1-1 0,1 0 0,0 1 0,-1-1 0,1 0-1,0 1 1,-1-1 0,1 0 0,0 0 0,-1 1 0,1-1 0,0 0 0,-1 0 0,1 0 0,-1 0 0,1 1-1,-1-1 1,1 0 0,0 0 0,-1 0 0,1 0 0,-1 0 0,1 0 0,-1 0 0,1 0 0,-1 0 0,1 0 0,0-1-1,-1 1 1,1 0 0,-1 0 0,1 0 0,0 0 0,-1-1 0,1 1 0,-1 0 0,1-1 0,-3 0 12,1 0 1,0 0 0,0 0 0,0 0 0,0-1 0,0 1-1,0-1 1,-3-2 0,1-3-3,0 0-1,1 0 1,-1-1-1,1 1 1,1-1 0,-1 0-1,1 0 1,1 1 0,0-1-1,0-1 1,0-14-1,1 1 19,2 1-1,0-1 0,6-26 0,-6 39-25,0 0 0,1 0-1,0 0 1,0 1 0,1 0 0,8-15 0,-10 21-5,-1 0 1,1-1 0,0 2 0,0-1 0,-1 0 0,1 0-1,0 0 1,1 1 0,-1-1 0,0 1 0,0 0-1,1 0 1,-1 0 0,0 0 0,1 0 0,-1 0-1,1 0 1,-1 1 0,1 0 0,0-1 0,-1 1 0,1 0-1,-1 0 1,1 0 0,0 0 0,-1 1 0,1-1-1,2 2 1,2 0 5,-1 0-1,1 1 0,-1 0 0,0 0 1,0 0-1,0 1 0,-1 0 0,1 0 1,-1 0-1,0 1 0,0 0 0,0 0 1,-1 0-1,5 7 0,-2-1 5,-1 0 1,0 1-1,0-1 0,-1 1 0,-1 0 0,6 22 0,-5-16-2073,-2-11-408</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5.612"/>
    </inkml:context>
    <inkml:brush xml:id="br0">
      <inkml:brushProperty name="width" value="0.05" units="cm"/>
      <inkml:brushProperty name="height" value="0.05" units="cm"/>
    </inkml:brush>
  </inkml:definitions>
  <inkml:trace contextRef="#ctx0" brushRef="#br0">21 24 17279,'-1'10'1195,"-8"27"728,7-29-1521,0 1-1,0-1 0,0 0 0,1 1 0,0 13 1,1-18-361,1 0 1,0 0-1,0 0 1,0 0 0,0-1-1,1 1 1,0 0-1,0-1 1,0 1-1,0-1 1,0 1-1,1-1 1,-1 0 0,1 0-1,0 0 1,0 0-1,0-1 1,0 1-1,5 2 1,-5-3-23,1 0 1,-1 0-1,0-1 0,1 1 1,-1-1-1,1 0 0,0 0 1,-1 0-1,1 0 0,0 0 1,0-1-1,-1 0 0,1 0 1,0 0-1,0 0 0,-1-1 1,1 1-1,0-1 0,0 0 1,5-2-1,-1-2 3,0 1-1,0-1 1,0-1 0,-1 0-1,1 0 1,-2 0-1,1-1 1,-1 0 0,10-14-1,-7 8 7,-1 0 0,0-1 0,-1 0 0,-1-1 0,5-15 0,-10 29-27,-1 0-1,0 0 1,0 0-1,0 0 1,1 0-1,-1 0 1,0-1 0,0 1-1,0 0 1,-1 0-1,1 0 1,0 0 0,0 0-1,0 0 1,-1 0-1,1 0 1,-1 0-1,1 0 1,-1 0 0,1 0-1,-1 0 1,1 1-1,-1-1 1,0 0 0,0 0-1,1 0 1,-1 1-1,0-1 1,0 0-1,0 1 1,0-1 0,0 1-1,1-1 1,-1 1-1,0-1 1,0 1 0,-1 0-1,1 0 1,-1-1-1,-7-1-1,0 1 0,1-1 0,-18 1 0,13 0 3,6 1-292,-2-1 278,-1 0-1,1 1 1,-16 2 0,21-2-903,1 1 0,-1 0 0,1 0 0,-1 0 0,1 1 1,0-1-1,-6 4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6.635"/>
    </inkml:context>
    <inkml:brush xml:id="br0">
      <inkml:brushProperty name="width" value="0.05" units="cm"/>
      <inkml:brushProperty name="height" value="0.05" units="cm"/>
    </inkml:brush>
  </inkml:definitions>
  <inkml:trace contextRef="#ctx0" brushRef="#br0">114 60 14592,'0'0'3327,"-3"-2"-597,-15-5-1982,-1-3-203,17 9-486,0-1-1,-1 1 1,0 0-1,1-1 1,-1 1-1,0 0 1,1 1-1,-1-1 1,-4 0-1,7 1-51,-1 0 0,1 1-1,0-1 1,0 0 0,0 1-1,-1-1 1,1 0 0,0 1 0,0-1-1,0 0 1,0 1 0,0-1-1,0 0 1,0 1 0,0-1-1,0 0 1,0 1 0,0-1-1,0 1 1,0-1 0,0 0 0,0 1-1,0-1 1,1 0 0,-1 1-1,0-1 1,0 0 0,0 1-1,0-1 1,1 0 0,-1 0-1,1 1 1,5 11 156,5-7-31,-10-5-116,0 0 0,0 1 0,0-1-1,-1 0 1,1 0 0,0 1 0,-1-1-1,1 0 1,0 1 0,0-1 0,-1 1-1,1-1 1,-1 1 0,1-1 0,0 2-1,0-2 113,4-18 363,-5 11-470,0 1 1,0 5 1,0 0 1,0 0 0,0 0-1,0 0 1,-1-1 0,1 1-1,0 0 1,-1 0 0,1 0-1,-1 0 1,1 0 0,-1 0-1,1 0 1,-1 0-1,0 0 1,0 0 0,1 0-1,-1 1 1,0-1 0,0 0-1,0 0 1,0 1 0,0-1-1,0 1 1,0-1 0,0 1-1,0-1 1,0 1 0,0-1-1,-1 1 1,1 0 0,0 0-1,0 0 1,0-1 0,0 1-1,-1 0 1,1 1 0,0-1-1,0 0 1,0 0 0,-2 1-1,-1-1 114,-1-4 135,5 3-264,0 1 0,-1 0 1,1 0-1,0-1 0,0 1 1,0 0-1,0 0 1,0 0-1,0-1 0,0 1 1,-1 0-1,1 0 0,0 0 1,0-1-1,0 1 1,0 0-1,-1 0 0,1 0 1,0 0-1,0 0 1,0 0-1,-1-1 0,1 1 1,0 0-1,0 0 0,-1 0 1,1 0-1,0 0 1,0 0-1,-1 0 0,1 0 1,0 0-1,0 0 0,-1 0 1,1 0-1,0 0 1,0 0-1,0 0 0,-1 0 1,1 0-1,0 1 0,0-1 1,-1 0-1,-1 2-8,0 0 1,0-1-1,0 1 0,0 1 0,0-1 0,0 0 0,1 0 0,-1 1 1,1-1-1,-1 1 0,1-1 0,0 1 0,0-1 0,0 1 0,1 0 1,-1 0-1,1-1 0,-1 1 0,1 0 0,0 0 0,0 0 0,0 0 1,0-1-1,1 1 0,-1 0 0,1 0 0,1 3 0,0 8 18,1 27 22,6 48 84,-8-80-115,1 0-1,0-1 1,1 1 0,0-1 0,1 1 0,-1-1-1,9 12 1,-11-18-9,1 0 0,-1-1 0,1 1 0,-1-1 0,1 1 0,0-1 0,-1 0 0,1 1 0,0-1 0,0 0 0,0 0 0,0-1 0,0 1 0,0 0 0,0-1 0,0 1 0,1-1 0,-1 0 0,0 1 0,0-1 0,0 0 0,0 0 0,1-1 0,-1 1 0,0 0 0,0-1 0,0 1 0,0-1 0,0 0 0,0 0 0,0 1 0,4-4 0,6-2 0,0-1 0,0-1 0,20-17 0,-28 22 0,6-5 0,-1 0 0,0-1 0,0 0 0,-1 0 0,0 0 0,-1-1 0,0-1 0,0 1 0,-1-1 0,-1 0 0,5-13 0,-10 23 0,0 0 0,0-1 0,0 1 0,0 0 0,-1 0 0,1 0 0,0 0 0,0-1 0,-1 1 0,1 0 0,-1 0 0,1 0 0,-1 0 0,0 0 0,1 0 0,-1 0 0,0 0 0,0 1 0,1-1 0,-1 0 0,0 0 0,0 0 0,0 1 0,0-1 0,0 1 0,0-1 0,0 0 0,0 1 0,0 0 0,-1-1 0,1 1 0,-2-1 0,-47-10 0,43 10 0,-147-23-1472,149 24 335,-2-2-1880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7.016"/>
    </inkml:context>
    <inkml:brush xml:id="br0">
      <inkml:brushProperty name="width" value="0.05" units="cm"/>
      <inkml:brushProperty name="height" value="0.05" units="cm"/>
    </inkml:brush>
  </inkml:definitions>
  <inkml:trace contextRef="#ctx0" brushRef="#br0">57 0 20351,'-17'7'1046,"14"-5"-945,0 0 0,1 0-1,-1 1 1,1-1 0,-1 0 0,1 1 0,0 0 0,0 0 0,0 0 0,0 0 0,0 0 0,1 0 0,-1 0 0,1 0-1,0 0 1,0 1 0,0-1 0,0 4 0,-1 5 60,1 0-1,0 0 1,2 22 0,2-2 22,2-1 0,1 0 1,2-1-1,0 1 0,20 44 1,80 141 335,-53-113-389,-30-51 2,25 71 0,-41-95-385,-1 1-1,-1-1 1,-2 1 0,3 43-1,-9-54-1763,-15-18-9804,7-11 10684,-6-10-4623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47.378"/>
    </inkml:context>
    <inkml:brush xml:id="br0">
      <inkml:brushProperty name="width" value="0.05" units="cm"/>
      <inkml:brushProperty name="height" value="0.05" units="cm"/>
    </inkml:brush>
  </inkml:definitions>
  <inkml:trace contextRef="#ctx0" brushRef="#br0">0 213 14848,'0'0'1663,"0"-8"-767,2-1 0,2 0-384,5-3 128,6 1-512,6-4 128,9-4-128,-4 2 0,0 0-256,3-7 128,-7 2-8063,1-3-1,-3 1 7680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7.414"/>
    </inkml:context>
    <inkml:brush xml:id="br0">
      <inkml:brushProperty name="width" value="0.05" units="cm"/>
      <inkml:brushProperty name="height" value="0.05" units="cm"/>
    </inkml:brush>
  </inkml:definitions>
  <inkml:trace contextRef="#ctx0" brushRef="#br0">9 189 15232,'0'0'4991,"0"-6"-4159,-9-161-618,10 153 159,1 13 113,1 8-321,2 6-137,1 1 0,0-1 0,9 13 0,-7-11 6,0-1-1,7 20 1,82 218 627,-87-223-115,8 18 75,-17-45-635,0 0 0,0 0 0,0 0 0,1 0 1,-1 0-1,1 0 0,-1 0 0,1-1 0,0 1 0,-1-1 0,1 1 1,0-1-1,0 0 0,0 0 0,0 0 0,0 0 0,3 1 1,-4-2 27,-1 0 0,1-1 0,-1 1 0,1-1 0,-1 0 0,1 1 1,-1-1-1,1 1 0,-1-1 0,0 1 0,1-1 0,-1 0 0,0 1 1,1-1-1,-1 0 0,0 0 0,0 1 0,0-1 0,0 0 0,0 1 0,0-1 1,0 0-1,0 0 0,0 1 0,0-2 0,0-2 3,31-109 85,-6 28-290,-23 74 253,-1 7-28,-1-1 1,1 1 0,0-1 0,1 1-1,-1-1 1,1 1 0,0 0-1,0 0 1,0 0 0,1 0 0,-1 0-1,5-4 1,-7 7-45,1 1 1,0 0-1,-1 0 1,1-1-1,0 1 0,-1 0 1,1 0-1,0 0 1,-1 0-1,1 0 1,0 0-1,0 0 0,-1 0 1,1 0-1,0 0 1,-1 1-1,1-1 1,0 0-1,-1 0 0,1 0 1,0 1-1,-1-1 1,1 0-1,-1 1 1,1-1-1,0 1 0,-1-1 1,1 1-1,-1-1 1,1 1-1,0 0 1,17 22-235,-15-19 201,2 4 43,0 0-1,-1 0 0,0 1 0,-1 0 1,0 0-1,0 0 0,-1 0 1,0 0-1,0 0 0,-1 0 0,-1 1 1,1-1-1,-2 1 0,1-1 1,-1 0-1,-3 15 0,2-18 28,0 1-1,0-1 1,0 0 0,0 0-1,-1 0 1,0 0 0,0-1-1,-1 1 1,0-1 0,0 0 0,-4 5-1,4-7-22,0 0 0,1 0 0,-1 0 0,0-1 0,-1 1-1,1-1 1,0 0 0,-1 0 0,1 0 0,-1-1 0,1 0 0,-1 0 0,0 0 0,1 0-1,-1-1 1,-6 0 0,10 1-9,0-1-1,-1 0 1,1 0 0,0-1-1,0 1 1,-1 0-1,1 0 1,0-1 0,-1 1-1,1-1 1,0 1-1,0-1 1,0 1 0,-1-1-1,1 0 1,0 1-1,0-1 1,0 0 0,0 0-1,0 0 1,0 0 0,1 0-1,-1 0 1,0 0-1,-1-2 1,1 1-508,1-1 0,-1 1-1,0-1 1,1 1 0,-1-1 0,1 0 0,0 1-1,0-1 1,0 1 0,1-6 0,1-13-12503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7.755"/>
    </inkml:context>
    <inkml:brush xml:id="br0">
      <inkml:brushProperty name="width" value="0.05" units="cm"/>
      <inkml:brushProperty name="height" value="0.05" units="cm"/>
    </inkml:brush>
  </inkml:definitions>
  <inkml:trace contextRef="#ctx0" brushRef="#br0">21 0 21631,'-1'0'37,"0"1"1,0-1-1,0 0 0,0 0 0,0 1 0,0-1 0,0 1 0,1-1 0,-1 0 0,0 1 0,0 0 0,0-1 0,1 1 1,-1-1-1,0 1 0,1 0 0,-1 0 0,1-1 0,-1 1 0,0 0 0,1 0 0,0 0 0,-1-1 0,1 1 1,-1 0-1,1 0 0,0 0 0,0 0 0,0 0 0,-1 0 0,1 0 0,0 0 0,0 1 0,0 1-2,0 0 0,0 0-1,0 0 1,0-1 0,1 1 0,-1 0-1,1 0 1,-1 0 0,1-1-1,2 5 1,6 7 97,2 0 0,-1 0 1,24 22-1,-22-24-306,0 1 0,-1-1 0,-1 2 0,10 15 0,-17-20-387</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8.105"/>
    </inkml:context>
    <inkml:brush xml:id="br0">
      <inkml:brushProperty name="width" value="0.05" units="cm"/>
      <inkml:brushProperty name="height" value="0.05" units="cm"/>
    </inkml:brush>
  </inkml:definitions>
  <inkml:trace contextRef="#ctx0" brushRef="#br0">0 1 17151,'0'5'0,"4"7"384,-4-1 128,0 0-384,2 2 0,2-1 0,5-1 0,2 2-768,4-2 128,0 0-12031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8.435"/>
    </inkml:context>
    <inkml:brush xml:id="br0">
      <inkml:brushProperty name="width" value="0.05" units="cm"/>
      <inkml:brushProperty name="height" value="0.05" units="cm"/>
    </inkml:brush>
  </inkml:definitions>
  <inkml:trace contextRef="#ctx0" brushRef="#br0">23 1 19583,'-11'23'251,"10"-21"-194,0 0-1,-1 0 1,1 0-1,0 1 1,0-1-1,0 0 1,0 1-1,1-1 1,-1 1-1,0-1 1,1 1-1,0-1 1,0 1 0,0 0-1,0-1 1,0 1-1,0-1 1,1 1-1,-1-1 1,1 1-1,0-1 1,0 1-1,-1-1 1,3 4-1,38 80 438,24 46 1082,-51-105-1314,12 36 1,-11-28-4812,0 0-9389,-12-29 11527</inkml:trace>
  <inkml:trace contextRef="#ctx0" brushRef="#br0" timeOffset="1">59 436 13312,'0'0'0,"0"6"2560,-11 0-1281,3-6 1,1-2-768,7-4 0,1-7-128,14-4 0,6-7-384,4-3 0,5 1-128,-6-2 128,-3-2-1152,-1 6 0,1 1-11519</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9.187"/>
    </inkml:context>
    <inkml:brush xml:id="br0">
      <inkml:brushProperty name="width" value="0.05" units="cm"/>
      <inkml:brushProperty name="height" value="0.05" units="cm"/>
    </inkml:brush>
  </inkml:definitions>
  <inkml:trace contextRef="#ctx0" brushRef="#br0">163 1 14336,'0'0'405,"-12"2"2368,6 0-2518,0 1 0,1-1-1,0 1 1,0 1 0,0-1 0,0 1-1,0-1 1,1 1 0,0 1-1,-1-1 1,2 1 0,-6 6 0,-6 12 97,-18 34 1,20-32 25,12-24-321,-3 6 89,1 0 0,-1 0-1,1 0 1,-4 13 0,7-19-149,0 0 0,0 0-1,-1 0 1,1 0 0,0 0 0,0 0 0,0 0 0,0 0-1,0 0 1,0 0 0,0 0 0,1 0 0,-1 0-1,0 0 1,0 0 0,1 0 0,-1 0 0,1-1 0,-1 1-1,1 0 1,-1 0 0,1 0 0,-1 0 0,1-1-1,0 1 1,0 0 0,-1-1 0,1 1 0,0 0 0,0-1-1,0 1 1,-1-1 0,1 1 0,0-1 0,0 0-1,0 1 1,0-1 0,0 0 0,0 1 0,0-1 0,0 0-1,0 0 1,0 0 0,0 0 0,2 0 0,9 0 33,1-1 0,0 0 0,0-1 0,-1 0 0,1-1 1,18-7-1,-8 3-7,-18 6 31,0-1 0,1 1 1,-1 1-1,0-1 0,0 1 0,0-1 0,1 1 0,-1 1 0,0-1 0,0 1 0,0 0 0,0 0 1,10 4-1,-12-4-13,0 1 0,-1 0 0,1-1 1,0 1-1,-1 0 0,1 1 1,-1-1-1,1 0 0,-1 1 0,0-1 1,0 1-1,0 0 0,-1 0 0,1 0 1,-1 0-1,1 0 0,-1 0 1,0 0-1,0 0 0,0 0 0,-1 1 1,1 5-1,0 0 20,-1 0 0,-1-1 0,0 1 0,0-1 0,0 0 0,-1 1 0,-1-1 0,1 0-1,-1 0 1,-1 0 0,1 0 0,-1-1 0,-1 1 0,-7 10 0,0-3-540,0-1-1,-1 0 1,0 0-1,-1-2 1,-24 18-1,35-28 180,0 0 0,0 0 0,-1 0 0,1 0 0,-7 2 0,-5-5-2546,15 1 2471,-1-1 1,0 1 0,0-1 0,1 1 0,-1-1 0,0 0-1,1 1 1,-1-1 0,0 0 0,1 0 0,-1 1 0,1-1-1,-1 0 1,1 0 0,0 0 0,-1-1 0,-4-36-6538,2-7 5632</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3:59.537"/>
    </inkml:context>
    <inkml:brush xml:id="br0">
      <inkml:brushProperty name="width" value="0.05" units="cm"/>
      <inkml:brushProperty name="height" value="0.05" units="cm"/>
    </inkml:brush>
  </inkml:definitions>
  <inkml:trace contextRef="#ctx0" brushRef="#br0">27 0 17791,'-4'7'224,"1"-1"1,0 1-1,0 0 0,0 0 0,1 0 0,0 0 0,0 0 0,0 13 0,0 7 1335,1 28 0,1-31-1062,4 52-136,24 130-1,-12-109-57,25 248-68,-40-334-554,1 0-1,0 0 1,1-1 0,5 15-1,6 3-4206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1.169"/>
    </inkml:context>
    <inkml:brush xml:id="br0">
      <inkml:brushProperty name="width" value="0.05" units="cm"/>
      <inkml:brushProperty name="height" value="0.05" units="cm"/>
    </inkml:brush>
  </inkml:definitions>
  <inkml:trace contextRef="#ctx0" brushRef="#br0">0 134 14208,'9'12'1099,"-8"-9"184,-6-5-572,12-5 798,-3 8-702,-5 8-457,-1-2-206,0-1 0,1 0 0,0 0 0,1 1 0,-1-1 0,1 0 0,0 1 0,1-1 0,-1 0 0,1 1 0,1-1 0,-1 0 0,1 0 0,0 0 0,5 11 0,24 69 342,-18-47-421,2-1 1,28 53 0,-31-72-836,-12-19 739,0 0 0,0 0 1,0 0-1,0 0 0,0 0 0,0 0 1,0 0-1,0 0 0,0 0 0,1 0 1,-1 0-1,0 0 0,0 0 1,0 0-1,0 0 0,0 0 0,0 0 1,0 0-1,0 0 0,0 0 0,0 0 1,0 0-1,0 0 0,1 0 0,-1 0 1,0 0-1,0 0 0,0 0 0,0 0 1,0 0-1,0 0 0,0 0 0,0 0 1,0 0-1,0 0 0,0 0 0,0 0 1,0 0-1,1 0 0,-1 0 0,0 0 1,0 0-1,0 0 0,0 0 0,0 0 1,0 0-1,0 1 0,0-1 0,0 0 1,0 0-1,0 0 0,0 0 0,-9-29-3326,-1 2 3439,5 10-70,-1 2 0,-1-1 0,0 1 0,-1 0 0,-1 0 0,-10-14 0,15 24 182,-1-4-55,1 0-1,-1 0 1,1-1 0,1 1 0,0-1-1,0 0 1,1 0 0,1 0 0,-1-1-1,1 1 1,1 0 0,0 0 0,1-1 0,0 1-1,3-16 1,-2 14-231,1 0 0,1 0 0,0 0 0,0 1 0,1 0 0,1-1 0,-1 2 0,2-1 0,0 1 0,0 0 0,1 0 0,12-12 0,-15 17-522,14-10-2412,-18 15 2649,-1-1 1,1 1-1,-1 0 1,1 0-1,0-1 1,-1 1-1,1 0 1,0 0-1,-1 0 0,1 0 1,0 0-1,-1 0 1,1 0-1,0 0 1,-1 0-1,1 0 1,0 0-1,0 1 0,6 2-3825</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1.519"/>
    </inkml:context>
    <inkml:brush xml:id="br0">
      <inkml:brushProperty name="width" value="0.05" units="cm"/>
      <inkml:brushProperty name="height" value="0.05" units="cm"/>
    </inkml:brush>
  </inkml:definitions>
  <inkml:trace contextRef="#ctx0" brushRef="#br0">1 191 16639,'0'0'256,"3"-5"128,3-1 0,3-5 128,6-8-256,6 2 128,4-1-256,-3-3 0,2 0-384,-3 4 0,0 2-5759,-2-5 127,-2-1 2816</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2.843"/>
    </inkml:context>
    <inkml:brush xml:id="br0">
      <inkml:brushProperty name="width" value="0.05" units="cm"/>
      <inkml:brushProperty name="height" value="0.05" units="cm"/>
    </inkml:brush>
  </inkml:definitions>
  <inkml:trace contextRef="#ctx0" brushRef="#br0">9 475 16639,'-1'1'69,"0"1"-1,0-1 0,0 1 0,0-1 0,1 1 0,-1 0 0,0 0 0,1-1 0,0 1 0,-1 0 0,1 0 0,0-1 0,0 1 0,0 0 0,0 0 0,0 0 0,0 0 0,0-1 0,1 1 0,-1 0 0,1 0 0,-1-1 0,1 1 0,1 3 0,2 1 217,1 0-1,0 0 1,0 0-1,10 10 1,17 19 431,-23-19-705,-1 1 0,0 1 0,7 25-1,-2-6-415,-11-29-329,-7-11-671,-6-15-573,-4-21 2155,9 21 182,-16-33 0,17 42-9,1 1 0,0-1 0,0 1 0,-4-18-1,8 22-317,-1 0 0,1 0 0,0-1 1,0 1-1,0 0 0,1 0 0,-1 0 0,1 0 0,0-1 0,0 1 0,0 0 0,1 0 0,3-6 0,0 2 96,0-1-1,0 1 1,1 0 0,1 1 0,13-14 0,-16 17 139,1 0 1,0 0 0,0 0 0,0 1-1,0 0 1,1 0 0,-1 0-1,1 0 1,0 1 0,10-3 0,-14 5-265,-1 0 1,0 0-1,1 0 1,-1 0 0,0 0-1,0 0 1,1 0 0,-1 0-1,0 1 1,1-1-1,-1 1 1,0-1 0,0 1-1,0-1 1,0 1-1,1-1 1,-1 1 0,0 0-1,0 0 1,0 0 0,1 1-1,0 1 3,0-1-1,0 1 1,0 0 0,-1 0-1,1 0 1,-1 0 0,0 0-1,2 4 1,0 5 74,-1 0-1,0-1 0,0 21 1,-5 17 813,2-39-868,0 0-1,0 0 1,1 1 0,0-1 0,1 0-1,3 13 1,-4-22-57,0 0 0,0 0 0,0-1 0,0 1 0,0 0 0,0 0 0,1 0 0,-1-1 0,0 1 0,1 0 0,-1-1 0,0 1 0,1 0 0,-1 0 0,1-1 0,-1 1 0,1-1 0,-1 1 0,1 0 0,0-1 0,-1 1 0,1-1 0,0 0 1,-1 1-1,1-1 0,0 1 0,-1-1 0,1 0 0,0 0 0,0 1 0,-1-1 0,1 0 0,0 0 0,0 0 0,0 0 0,0 0 0,-1 0 0,1 0 0,0 0 0,0 0 0,0 0 0,-1-1 0,1 1 0,0 0 0,0 0 0,-1-1 0,1 1 0,1-1 0,1-1-328,0 0 1,0-1-1,0 0 1,-1 1-1,1-1 1,0 0-1,-1 0 1,0 0-1,3-4 1,2-6-708,9-15-2289,18-42 0,-30 61 3345,-1 0-1,0 0 1,-1 0-1,0-1 1,0 1-1,-1 0 1,0-1 0,-1 1-1,-1-17 1,0 20 437,0 3-141,1 1 0,-1-1 0,1 1 0,0-1 1,0 1-1,0-1 0,0 1 0,1-1 0,-1 1 0,2-4 0,-2 5-194,0 0-1,1 1 0,-1-1 0,0 0 1,1 0-1,-1 0 0,0 0 1,0 0-1,0 1 0,0-1 1,0 0-1,0 0 0,0 0 1,0 0-1,0 0 0,0 0 1,0 0-1,0 1 0,-1-1 0,1 0 1,0 0-1,-1 0 0,1 1 1,-1-1-1,1 0 0,-1 0 1,1 1-1,-1-1 0,-1-1 1,0 1 35,0 0 0,0 0 0,0 0 0,0 1 1,0-1-1,0 1 0,-1-1 0,1 1 0,0 0 1,0 0-1,-4 0 0,5 0-83,1 0 0,0 0-1,-1 0 1,1 0 0,-1 0 0,1 1 0,0-1-1,-1 0 1,1 0 0,0 0 0,-1 1 0,1-1-1,0 0 1,-1 0 0,1 1 0,0-1 0,-1 0-1,1 1 1,0-1 0,0 0 0,0 1 0,-1-1-1,1 0 1,0 1 0,0-1 0,0 0 0,0 1-1,0-1 1,0 1 0,0-1 0,0 0 0,-1 1-1,1-1 1,1 1 0,-1-1 0,0 1 0,2 15 912,4 12-731,3 32 1,-7-38-12,2 0 0,11 41 0,-15-62-189,1 1 1,-1 0 0,1 0-1,0 0 1,0-1 0,0 1 0,0 0-1,0-1 1,0 1 0,0-1-1,0 1 1,1-1 0,-1 0-1,0 0 1,1 1 0,0-1 0,-1 0-1,3 1 1,-4-2-31,1 0-1,0-1 1,-1 1 0,1 0-1,-1 0 1,1-1-1,-1 1 1,1 0 0,-1-1-1,0 1 1,1-1 0,-1 1-1,1 0 1,-1-1 0,0 1-1,1-1 1,-1 1-1,0-1 1,0 1 0,1-1-1,-1 1 1,0-1 0,0 0-1,0 1 1,1-1 0,4-18-129,-4 17 94,5-18 2,-1-1-1,-1-1 1,-1 1 0,-1 0 0,0-31 0,-4 44 835,0-14 90,6 19-768,6 9-190,1 5 163,-1 1-1,14 18 1,-15-17-4,0-1 0,21 21 0,-15-24-197,-15-9 102,1 0 1,-1 0 0,0 0 0,0 0-1,1-1 1,-1 1 0,0 0 0,0 0-1,0 0 1,1 0 0,-1 0-1,0 0 1,0 0 0,0-1 0,1 1-1,-1 0 1,0 0 0,0 0-1,0 0 1,0-1 0,1 1 0,-1 0-1,0 0 1,0 0 0,0-1 0,0 1-1,0 0 1,0 0 0,0 0-1,0-1 1,0 1 0,1 0 0,-1 0-1,0-1 1,0 1 0,-5-32-554,3 20 470,-4-21 163,4 24-32,0 1-1,1-1 1,0 0 0,0 1 0,1-1 0,0 0-1,0 0 1,1 1 0,3-15 0,-4 22-45,0 1 1,0 0 0,0 0-1,0 0 1,0-1 0,0 1 0,0 0-1,0 0 1,0-1 0,0 1-1,0 0 1,0 0 0,-1-1 0,1 1-1,0 0 1,0 0 0,0 0-1,0-1 1,0 1 0,0 0 0,-1 0-1,1 0 1,0-1 0,0 1-1,0 0 1,0 0 0,-1 0 0,1 0-1,0 0 1,0 0 0,-1-1-1,1 1 1,0 0 0,0 0 0,0 0-1,-1 0 1,1 0 0,0 0-1,0 0 1,-1 0 0,1 0 0,0 0-1,0 0 1,-1 0 0,1 0-1,0 0 1,0 0 0,-1 0 0,1 0-1,0 1 1,0-1 0,0 0-1,-1 0 1,1 0 0,0 0 0,-1 0-2,1 0 1,0 0-1,0 1 1,-1-1 0,1 0-1,0 0 1,0 0-1,0 0 1,-1 0-1,1 0 1,0 0 0,0 0-1,-1 1 1,1-1-1,0 0 1,0 0-1,0 0 1,0 0 0,-1 1-1,1-1 1,0 0-1,0 0 1,0 0 0,0 1-1,0-1 1,0 0-1,0 0 1,-1 1-1,1-1 1,0 0 0,0 0-1,0 0 1,0 1-1,0-1 1,0 0-1,0 0 1,0 1 0,0-1-1,0 0 1,0 0-1,1 1 1,-1-1 0,0 0-1,0 0 1,0 1-1,0-1 1,0 0-1,0 0 1,0 0 0,1 1-1,-1-1 1,0 0-1,0 0 1,0 0 0,0 0-1,1 1 1,-1-1-1,0 0 1,0 0-1,0 0 1,1 0 0,72 46-17,-72-45 12,0-1-1,-1 0 1,1 1-1,0-1 1,0 1-1,-1-1 1,1 0-1,0 0 1,0 1 0,0-1-1,0 0 1,-1 0-1,1 0 1,0 0-1,0 0 1,0 0-1,0 0 1,0 0-1,-1-1 1,2 1-1,-1 0-10,-1-1 0,0 1 0,1-1 0,-1 1 0,0-1 0,1 1 0,-1-1 0,0 1 0,0-1 0,1 1 0,-1-1 0,0 1 0,0-1 0,0 1 0,0-1 0,0 1 0,0-1 0,0 1-1,0-1 1,0 0 0,0 1 0,0-1 0,-1-4-96,0 0 0,0 1-1,0 0 1,-1-1 0,-2-6-1,4 10 175,0 1 0,0-1 0,0 0-1,0 0 1,0 1 0,0-1-1,0 0 1,0 0 0,0 1 0,1-1-1,-1 0 1,0 0 0,1 1 0,-1-1-1,0 0 1,1 1 0,-1-1-1,1 0 1,-1 1 0,1-1 0,-1 1-1,1-1 1,0 1 0,-1-1-1,1 1 1,0 0 0,-1-1 0,1 1-1,0 0 1,-1-1 0,1 1 0,0 0-1,0 0 1,0-1 0,2 0-357,5-4 279,-1 0 1,0-1 0,-1 0 0,1 0-1,-1 0 1,-1-1 0,1 0-1,-1 0 1,0-1 0,-1 1 0,0-1-1,0 0 1,0 0 0,-1 0 0,-1-1-1,1 1 1,-1-1 0,-1 0 0,2-13-1,-3 11 184,0 0 1,0 0-1,-1 0 0,-3-14 0,4 22-133,-1 1 1,1-1-1,-1 1 0,0 0 0,0-1 0,0 1 0,0 0 0,0 0 1,0 0-1,0-1 0,-1 1 0,1 1 0,-1-1 0,1 0 1,-1 0-1,0 0 0,0 1 0,0-1 0,0 1 0,0 0 0,0-1 1,0 1-1,0 0 0,-1 0 0,-3-1 0,6 2-30,-1 0-1,1 0 1,-1 0-1,0 0 0,1 0 1,-1 1-1,1-1 1,-1 0-1,1 0 0,-1 0 1,1 0-1,-1 1 1,1-1-1,-1 0 1,1 0-1,-1 1 0,1-1 1,-1 0-1,1 1 1,-1-1-1,1 1 1,0-1-1,-1 0 0,1 1 1,0-1-1,-1 1 1,1-1-1,0 1 1,0-1-1,-1 1 0,1 0 1,0-1-1,0 1 1,0-1-1,0 1 1,0-1-1,0 1 0,0-1 1,0 1-1,0 0 1,0-1-1,0 1 1,0-1-1,0 1 0,1 0 1,6 35 4,-5-28-3,0 2-48,1 0 1,1 1-1,0-2 1,0 1-1,1 0 0,1-1 1,-1 0-1,1 0 1,1 0-1,0-1 1,0 0-1,0 0 0,1-1 1,12 9-1,-14-12-21,0 0 1,0-1-1,0 0 0,0 0 0,1 0 1,0 0-1,-1-1 0,1-1 0,0 1 1,0-1-1,0 0 0,0 0 0,0-1 0,0 0 1,0 0-1,0-1 0,0 0 0,0 0 1,0-1-1,0 1 0,-1-2 0,1 1 0,6-4 1,43-27-3923,0-5-8681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3.215"/>
    </inkml:context>
    <inkml:brush xml:id="br0">
      <inkml:brushProperty name="width" value="0.05" units="cm"/>
      <inkml:brushProperty name="height" value="0.05" units="cm"/>
    </inkml:brush>
  </inkml:definitions>
  <inkml:trace contextRef="#ctx0" brushRef="#br0">1 100 3456,'24'-48'0,"-1"-3"-2176</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4.521"/>
    </inkml:context>
    <inkml:brush xml:id="br0">
      <inkml:brushProperty name="width" value="0.05" units="cm"/>
      <inkml:brushProperty name="height" value="0.05" units="cm"/>
    </inkml:brush>
  </inkml:definitions>
  <inkml:trace contextRef="#ctx0" brushRef="#br0">1 115 15744,'0'0'2559,"45"-18"-2431,-22 10 0,5-5-128,-2 0 128,0-6-128,-1 4 0,-1 4-896,-3 1 0,0 3-11135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4.872"/>
    </inkml:context>
    <inkml:brush xml:id="br0">
      <inkml:brushProperty name="width" value="0.05" units="cm"/>
      <inkml:brushProperty name="height" value="0.05" units="cm"/>
    </inkml:brush>
  </inkml:definitions>
  <inkml:trace contextRef="#ctx0" brushRef="#br0">0 130 13312,'0'0'128,"10"-6"384,8-7-117,1 0 1,0 2 0,1 0 0,0 1 0,1 1 0,0 1-1,0 1 1,37-8 0,-45 13-255,-1-1 0,0-1 0,0 0-1,20-9 1,-41 16-2871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6.919"/>
    </inkml:context>
    <inkml:brush xml:id="br0">
      <inkml:brushProperty name="width" value="0.05" units="cm"/>
      <inkml:brushProperty name="height" value="0.05" units="cm"/>
    </inkml:brush>
  </inkml:definitions>
  <inkml:trace contextRef="#ctx0" brushRef="#br0">1 1 22527,'49'153'17,"39"111"94,-80-245 39,-6-16-79,0 0 0,0 1 1,-1-1-1,0 1 0,0-1 0,0 1 0,0 0 0,1 6 0,-7-21-585,-4 0-4293,-6-8-9093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7.550"/>
    </inkml:context>
    <inkml:brush xml:id="br0">
      <inkml:brushProperty name="width" value="0.05" units="cm"/>
      <inkml:brushProperty name="height" value="0.05" units="cm"/>
    </inkml:brush>
  </inkml:definitions>
  <inkml:trace contextRef="#ctx0" brushRef="#br0">1 15 17535,'0'0'534,"0"0"-407,0 1 0,0-1 1,0 0-1,0 0 0,0 0 0,0 1 1,0-1-1,0 0 0,0 0 1,0 1-1,0-1 0,0 0 0,1 0 1,-1 0-1,0 1 0,0-1 1,0 0-1,0 0 0,0 0 0,1 0 1,-1 1-1,0-1 0,0 0 1,0 0-1,0 0 0,1 0 0,-1 0 1,0 0-1,1 1 0,7-1-89,-1 0 0,1 1-1,0 0 1,0 0-1,-1 1 1,1 0-1,-1 0 1,1 1 0,-1 0-1,0 0 1,0 0-1,0 1 1,0 0 0,-1 1-1,0 0 1,0 0-1,0 0 1,0 1-1,-1-1 1,6 9 0,-2-3-28,0 0-1,-2 0 1,1 1 0,-1 0 0,-1 0 0,9 23 0,-12-26-7,-1 0 0,0 0 0,-1 0 0,0 0 1,0 0-1,0 0 0,-1 0 0,-1 0 0,0 0 0,0 0 0,-3 12 0,1-14 1,1 1 0,0-1 0,-1-1 0,-1 1 0,1 0 0,-1-1 0,-5 7 0,8-11 0,-1 0 0,1 0 0,-1 0 0,0 0 0,0 0-1,0 0 1,0-1 0,0 1 0,-1-1 0,1 0 0,0 1-1,-1-1 1,1 0 0,-1 0 0,1 0 0,-1-1 0,1 1-1,-1-1 1,1 1 0,-1-1 0,0 0 0,1 0 0,-1 0-1,-2-1 1,3 1 7,0-1 0,1 1 0,-1-1 0,1 0 0,-1 0 0,1 0 0,-1 0 1,1 0-1,0 0 0,0 0 0,-1 0 0,1-1 0,0 1 0,0 0 0,0-1 0,0 1 0,0-1 0,1 1 0,-2-4 0,-10-32 41,11 34-47,-1-8-50,0 0 0,1-1 0,0 1 0,1 0 0,0 0 1,1-1-1,0 1 0,1 0 0,0 0 0,0 0 1,1 0-1,9-18 0,-4 10-1323,1 2 0,13-21 1,29-30-9200,-22 32 6599</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7.951"/>
    </inkml:context>
    <inkml:brush xml:id="br0">
      <inkml:brushProperty name="width" value="0.05" units="cm"/>
      <inkml:brushProperty name="height" value="0.05" units="cm"/>
    </inkml:brush>
  </inkml:definitions>
  <inkml:trace contextRef="#ctx0" brushRef="#br0">0 8 18431,'19'11'2560,"-3"-6"-2443,0 1-1,0 1 0,0 0 0,-1 1 0,0 0 0,-1 2 0,0-1 1,24 22-1,-33-26-107,-1-1 0,1 1 1,-1 0-1,0 0 1,-1 1-1,1-1 0,-1 1 1,0 0-1,0 0 0,-1 0 1,4 11-1,-5-12-8,0-1 0,-1 1 0,0 0 0,1-1-1,-1 1 1,-1 0 0,1-1 0,-1 1 0,0 0 0,0-1 0,0 1 0,-1-1-1,1 1 1,-1-1 0,0 0 0,0 0 0,-4 5 0,-4 6 50,-2-1 1,1 0-1,-20 16 1,25-24 8,-2 0 0,1 0 0,0-1 0,-1 0 0,0 0 0,0-1 0,-1 0 0,-10 4 0,17-8-44,0 1 0,1-1 0,-1 1 0,0-1 0,0 0 0,1 0 0,-1 1 0,0-1 0,0-1 0,0 1 0,1 0 0,-1 0 0,0-1 0,1 1 0,-1-1 0,0 1 0,1-1 0,-1 0 0,0 1 0,1-1 0,-1 0 0,1 0 0,0 0 0,-1 0 0,1-1 0,0 1 0,-1 0 0,1-1 0,0 1 0,0 0 0,0-1 0,0 1 0,0-1 0,1 0 0,-1 1 0,0-1 0,1 0 0,-1 1 0,1-1 0,0 0 0,-1-3 0,0-7 6,-1-1 1,2 1-1,0-1 1,2-19-1,-1 26-16,1-14-54,1-1 0,1 1 0,1 0 0,0 1 0,2-1 0,16-32 0,-12 31-2365,17-25-1,-7 16-10108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9.516"/>
    </inkml:context>
    <inkml:brush xml:id="br0">
      <inkml:brushProperty name="width" value="0.05" units="cm"/>
      <inkml:brushProperty name="height" value="0.05" units="cm"/>
    </inkml:brush>
  </inkml:definitions>
  <inkml:trace contextRef="#ctx0" brushRef="#br0">1 1 14848,'0'0'5631,"7"3"-5375,105 32 502,229 43-1,-341-78-764,26 6 289,-25-6-434,0 0-1,0 0 1,0 1-1,0-1 1,0 0-1,0 1 1,0-1-1,0 1 1,-1-1-1,1 1 0,0-1 1,0 1-1,0 0 1,-1-1-1,1 1 1,-1 0-1,1-1 1,0 1-1,-1 0 1,1 0-1,-1 0 1,1 0-1,-1-1 1,0 1-1,1 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09.867"/>
    </inkml:context>
    <inkml:brush xml:id="br0">
      <inkml:brushProperty name="width" value="0.05" units="cm"/>
      <inkml:brushProperty name="height" value="0.05" units="cm"/>
    </inkml:brush>
  </inkml:definitions>
  <inkml:trace contextRef="#ctx0" brushRef="#br0">247 1 18047,'-16'2'1536,"11"1"-1405,0-1 0,1 1 0,-1 0 0,0 0 0,1 0 0,0 1 0,-1-1 0,1 1 0,1 0 0,-1 1 0,1-1 0,-1 0 0,-4 10 0,-2 6 54,0 1 0,-7 23 1,7-19 91,-18 50 34,3 1 1,3 1-1,4 2 1,-10 96-1,29-147-2356,-1 2-4315</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17.653"/>
    </inkml:context>
    <inkml:brush xml:id="br0">
      <inkml:brushProperty name="width" value="0.05" units="cm"/>
      <inkml:brushProperty name="height" value="0.05" units="cm"/>
    </inkml:brush>
  </inkml:definitions>
  <inkml:trace contextRef="#ctx0" brushRef="#br0">4 260 19711,'0'0'256,"-1"-5"-149,-1-8-60,2 1-1,0-1 1,0 0-1,1 0 1,1 1-1,0-1 1,0 1-1,2 0 1,-1-1-1,8-15 1,-7 19-14,-3 5 13,1-1 0,0 1 0,0-1 0,0 1 0,0-1 0,1 1 0,0 0 0,0 0 0,0 0-1,0 1 1,0-1 0,1 1 0,0 0 0,0 0 0,6-5 0,-2 4-17,-1 1 0,1-1 0,0 1-1,0 1 1,0 0 0,0 0 0,0 0 0,12 0 0,-17 2-19,1 0 1,-1 1-1,0-1 1,1 1-1,-1 0 1,0 0-1,1 0 1,-1 0-1,0 0 1,0 1-1,0 0 1,0 0-1,0 0 1,0 0-1,-1 0 1,1 0-1,-1 1 1,1-1-1,-1 1 1,0-1-1,0 1 1,0 0-1,2 3 1,3 8 23,0 0 1,0 1-1,-1 0 1,-1 0-1,0 0 1,-2 1-1,1-1 0,-2 1 1,1 28-1,-3-12-18,-1 0-1,-2 0 0,-14 62 0,15-85-3,-13 48-38,14-52 44,-1 1 0,0-1 0,-1 0 1,1 0-1,-1 0 0,0 0 0,0-1 0,-4 5 1,7-13 6,0 1 0,0-1 1,0 1-1,-1-1 1,1 0-1,-1 1 0,0-1 1,-2-5-1,2 6-19,0-3-6,-1 0 0,1-1 0,0 1 0,0 0 0,1-1 0,0 1 0,0-1 0,0 1 0,1-1 0,0 1 0,0 0 0,1 0 0,0-1 0,0 1 0,0 0 0,1 0 0,0 1 0,0-1 0,0 1 0,1-1 0,5-6 0,-7 11 0,0 0 0,0 0 0,0 0 0,0 0 0,1 0 0,-1 0 0,0 1 0,0-1 0,0 1 0,1-1 0,-1 1 0,0 0 0,1 0 0,-1 0 0,0 0 0,0 0 0,1 1 0,3 0 0,-4 0 0,1-1 0,0 1 0,-1-1 0,1 1 0,0 0 0,-1 0 0,1 0 0,-1 1 0,1-1 0,-1 0 0,0 1 0,0 0 0,0-1 0,0 1 0,3 3 0,29 48 0,-23-38 0,-1 0 0,10 22 0,-17-31 0,-1 1 0,1-1 0,-1 1 0,-1-1 0,1 1 0,-1 0 0,-1 0 0,1-1 0,-1 1 0,-1 7 0,1-9 1,0 0 0,-1 1 0,0-1 0,0 0 0,0 0 0,0 0 0,-1 0 0,0 0 0,0 0 0,-1-1 0,1 1 0,-1-1 0,0 1 0,0-1 0,0 0 0,-1 0 0,1 0 0,-1-1 0,0 1 0,0-1 0,-7 4 0,5-3 35,0 1 0,1-1-1,0 1 1,0 0 0,0 0 0,-4 7 0,4-5 16,0-2 0,0 1 0,-1 0 1,-8 6-1,-11 1 161,4-13-1962,25 0-2006</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18.494"/>
    </inkml:context>
    <inkml:brush xml:id="br0">
      <inkml:brushProperty name="width" value="0.05" units="cm"/>
      <inkml:brushProperty name="height" value="0.05" units="cm"/>
    </inkml:brush>
  </inkml:definitions>
  <inkml:trace contextRef="#ctx0" brushRef="#br0">0 153 15872,'0'0'2005,"0"-21"-811,6-15-572,-5 30-510,0 0 1,0 0-1,0 0 0,-1 1 1,0-1-1,0-7 0,0 12-89,0-1 0,0 0 0,0 0-1,1 1 1,-1-1 0,0 0 0,1 0-1,-1 1 1,1-1 0,0 1 0,-1-1-1,1 0 1,0 1 0,0-1 0,0 1-1,0 0 1,0-1 0,0 1 0,1 0-1,-1 0 1,0 0 0,1-1-1,-1 1 1,1 1 0,-1-1 0,1 0-1,-1 0 1,1 1 0,0-1 0,-1 0-1,1 1 1,0 0 0,2-1 0,5-1 40,0 1 0,-1 0 0,1 0 0,0 0 0,11 2 0,-17 0-38,-1 0 1,1-1-1,-1 1 0,1 1 0,-1-1 0,1 0 0,-1 1 0,1-1 0,-1 1 0,0 0 0,0-1 0,0 1 1,0 0-1,0 0 0,-1 1 0,1-1 0,0 0 0,-1 0 0,2 5 0,3 3 15,-1 1 0,-1 0 0,5 15 0,-4-4 24,-1 0 0,-1 1 0,-1-1 0,-1 1 0,-1-1 0,-1 1 0,-7 43 0,-46 154 297,51-213-338,2-2 47,-1 0 1,0 1 0,0-1 0,-1 0-1,-4 8 1,7-13-54,-1 1 1,1 0-1,-1-1 0,1 1 0,-1-1 1,1 1-1,-1-1 0,0 1 1,1-1-1,-1 1 0,0-1 0,1 0 1,-1 1-1,0-1 0,0 0 1,1 1-1,-1-1 0,0 0 0,-1 0 1,2 0-6,-1 0 1,0 0 0,0-1-1,0 1 1,0-1 0,0 1-1,0 0 1,0-1 0,1 0 0,-1 1-1,0-1 1,0 1 0,1-1-1,-1 0 1,0 1 0,1-1-1,-1 0 1,0 0 0,0-1 0,-3-17 195,4 18-202,-1 1-1,1 0 0,0-1 1,0 1-1,0 0 0,0-1 1,0 1-1,0-1 0,0 1 1,0 0-1,0-1 0,0 1 0,1 0 1,-1-1-1,0 1 0,0 0 1,0-1-1,0 1 0,0 0 1,1 0-1,-1-1 0,0 1 1,0 0-1,0-1 0,1 1 1,-1 0-1,0 0 0,0 0 1,1-1-1,-1 1 0,0 0 0,1 0 1,-1 0-1,0-1 0,1 1 1,-1 0-1,0 0 0,1 0 1,-1 0-1,0 0 0,1 0 1,-1 0-1,0 0 0,1 0 1,-1 0-1,0 0 0,1 0 1,0 0-1,1 1 10,1-1-1,-1 0 1,1 0 0,-1 0-1,1-1 1,-1 1-1,1 0 1,-1-1 0,1 0-1,-1 0 1,0 1 0,1-1-1,-1-1 1,3 0 0,17-7 64,13 3 49,58-4 0,-57 8-64,60-13 0,-68 7-420,0-1 1,0-1-1,-1-1 1,31-19 0,44-32-3756,12-12-9094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1.732"/>
    </inkml:context>
    <inkml:brush xml:id="br0">
      <inkml:brushProperty name="width" value="0.05" units="cm"/>
      <inkml:brushProperty name="height" value="0.05" units="cm"/>
    </inkml:brush>
  </inkml:definitions>
  <inkml:trace contextRef="#ctx0" brushRef="#br0">4 367 14208,'-3'-20'917,"3"19"-860,0 1-1,0-1 1,0 0 0,0 1 0,0-1 0,0 0-1,0 0 1,0 1 0,0-1 0,0 0-1,1 1 1,-1-1 0,0 0 0,1 1 0,-1-1-1,0 1 1,1-1 0,-1 0 0,1 1-1,-1-1 1,1 1 0,-1-1 0,1 1 0,0-1-1,19-10 1047,-6 4-617,4-3-195,-13 7-199,0 0 1,1 0-1,-1 0 1,-1-1-1,1 0 1,6-7-1,17-26 292,-27 36-128,-2 17 191,-1-9-161,1-13 496,-4-7-515,4 13-257,1-1-1,0 1 1,-1 0 0,1-1 0,-1 1 0,1-1 0,0 0 0,0 1 0,-1-1-1,1 1 1,0-1 0,0 1 0,0-1 0,0 0 0,0 1 0,-1-1-1,1 1 1,0-1 0,0 1 0,1-1 0,-1 0 0,0 1 0,0-1 0,0 1-1,0-1 1,0 0 0,1 1 0,-1-1 0,0 1 0,0-1 0,1 1-1,-1-1 1,0 1 0,1-1 0,-1 1 0,1-1 0,-1 1 0,1 0-1,0-1 1,16-14 18,2 0-1,-1 2 1,2 0-1,0 2 1,33-16-1,-19 11 30,32-22-1,-48 26 3,54-39-12,-63 46-47,-9 5-1,0 0 0,0 0 1,1 0-1,-1 0 0,0 0 0,0 0 0,0 0 0,0-1 0,0 1 0,0 0 0,0 0 0,0 0 0,1 0 0,-1 0 0,0 0 1,0 0-1,0 0 0,0 0 0,0 0 0,0 0 0,0 0 0,1 1 0,-1-1 0,0 0 0,0 0 0,0 0 0,0 0 0,0 0 0,0 0 1,0 0-1,0 0 0,0 0 0,0 0 0,1 0 0,-1 0 0,0 0 0,0 1 0,0-1 0,0 0 0,0 0 0,0 0 0,0 0 1,0 0-1,0 0 0,0 0 0,0 0 0,0 1 0,0-1 0,0 0 0,0 0 0,0 0 0,0 0 0,0 0 0,0 0 0,0 0 0,0 0 1,0 1-1,0-1 0,0 0 0,0 0 0,0 0 0,0 0 0,0 0 0,0 0 0,-4 7-35,4-7 26,-33 32-3208,10-11-7580,14-12 6489</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2.112"/>
    </inkml:context>
    <inkml:brush xml:id="br0">
      <inkml:brushProperty name="width" value="0.05" units="cm"/>
      <inkml:brushProperty name="height" value="0.05" units="cm"/>
    </inkml:brush>
  </inkml:definitions>
  <inkml:trace contextRef="#ctx0" brushRef="#br0">0 114 16767,'2'-1'150,"75"-19"2713,-56 16-2672,0-1 0,0-1 0,0-1 0,22-12 0,-26 11 24,34-12 0,-36 16-133,-5-1-3,11-4 37,-21 9-110,1 0 1,-1-1-1,1 1 1,-1 0 0,1 0-1,-1 0 1,1 0-1,-1 0 1,1 0 0,-1 0-1,1 0 1,-1 0-1,1 0 1,-1 0 0,1 0-1,-1 0 1,1 0-1,-1 0 1,1 1 0,-1-1-1,1 0 1,-1 0-1,0 1 1,1-1-1,-1 0 1,1 1 0,-1-1-1,0 0 1,1 1-1,-1-1 1,1 1 0,0-1 78,-1 0-94,0 0 0,1 0-1,-1 0 1,0-1 0,0 1 0,1 0-1,-1 0 1,0 0 0,0 0 0,0 0-1,1-1 1,-1 1 0,0 0 0,0 0-1,0 0 1,0 0 0,0-1 0,1 1-1,-1 0 1,0 0 0,0-1 0,0 1-1,0 0 1,0 0 0,0-1 0,0 1-1,0 0 1,0 0 0,0-1 0,0 1-1,0 0 1,0 0 0,0-1 0,0 1-1,0 0 1,0 0 0,0-1 0,0 1-1,0 0 1,0 0 0,0-1 0,-1 1-1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3.283"/>
    </inkml:context>
    <inkml:brush xml:id="br0">
      <inkml:brushProperty name="width" value="0.05" units="cm"/>
      <inkml:brushProperty name="height" value="0.05" units="cm"/>
    </inkml:brush>
  </inkml:definitions>
  <inkml:trace contextRef="#ctx0" brushRef="#br0">26 233 12160,'0'0'6421,"-2"-5"-6208,-2-1-164,1-1 0,0 1-1,0-1 1,1 1 0,0-1 0,0 0-1,1 0 1,-1 0 0,1 0 0,1 0-1,0 0 1,0 0 0,1-8 0,0 8 11,1 0 0,0 0 0,0 1-1,1-1 1,0 1 0,0-1 0,0 1 0,1 0 0,0 0 0,0 1 0,0-1 0,1 1 0,0 0 0,0 0 0,0 0 0,1 1 0,-1 0 0,1 0-1,0 0 1,13-5 0,-18 9-49,0-1-1,0 1 1,0-1-1,0 1 0,0 0 1,0-1-1,0 1 1,0 0-1,0 0 0,0 0 1,0 0-1,0 0 1,0 0-1,0 0 0,0 0 1,0 0-1,0 1 1,0-1-1,0 0 0,0 1 1,0-1-1,0 0 1,0 1-1,0-1 0,0 1 1,0 0-1,-1-1 1,1 1-1,0 0 0,0-1 1,-1 1-1,1 0 1,0 0-1,-1 0 0,1 0 1,-1-1-1,1 1 0,-1 0 1,1 0-1,-1 0 1,0 0-1,1 0 0,-1 0 1,0 0-1,0 0 1,0 2-1,2 7 14,-1-1 0,0 1 0,-1 18 0,-1-22 10,-2 41 23,-13 62-1,1-15-20,15-94-31,-1 1-1,1 0 1,0-1-1,0 1 1,0 0-1,0 0 0,-1-1 1,1 1-1,0 0 1,0 0-1,0-1 1,1 1-1,-1 0 1,0 0-1,0-1 1,0 1-1,0 0 0,1-1 1,-1 1-1,0 0 1,1-1-1,-1 1 1,1 1-1,13-8 188,6-4-107,-10 6-85,1 1 0,-1 1 0,1 0 0,0 0 0,0 1 0,0 0 0,0 1 0,0 0 0,0 1 0,0 0 0,18 5 0,-26-5 5,0 0 0,0 1 0,0-1 0,0 1 0,0-1 0,-1 1 0,1 0 0,-1 0 0,1 0 0,-1 0-1,0 1 1,4 4 0,-5-6-2,1 1 0,-1 0 0,0 0 1,0 0-1,0-1 0,0 1 0,0 0 0,-1 0 0,1 0 0,-1 0 0,1 0 0,-1 0 0,0 1 0,0-1 0,0 0 0,0 0 0,0 0 0,0 0 0,0 0 0,-1 3 0,-6 16-5,7-18 3,-1 0 1,0 1-1,0-1 0,0 0 0,0 0 0,0 0 0,-1 0 0,0 0 0,1 0 0,-1-1 0,0 1 0,0 0 0,0-1 0,-1 1 0,1-1 0,-1 0 0,1 0 0,-1 0 0,0 0 0,0 0 0,1-1 0,-5 2 0,-9 4 88,11-4-64,1-1 0,-1 0 0,0 0 0,0 0 1,0-1-1,-1 0 0,1 0 0,0 0 1,-8 0-1,9-1-5,0 1 0,0-1 1,1 1-1,-1 0 0,0 0 0,1 1 0,-1-1 0,1 1 1,-1-1-1,1 1 0,-5 4 0,-7 3 15,0-3-35,14-6 0,0 0 0,0 0 0,1 0 0,-1 0 0,0 0 0,0 1 0,1-1 0,-1 0 0,0 0 0,0 1 0,1-1 0,-1 1 0,0-1 0,1 1 0,-1-1 0,1 1 0,-1-1 0,1 1 0,-1-1 0,1 1 0,-1 0 0,1-1 0,-1 1 0,1 0 0,0-1 0,-1 1 0,1 0 0,0 0 0,0-1 0,0 1 0,-1 0 0,1 0 0,0-1 0,0 1 0,0 0 0,0 0 0,0 1 0,-2 7-1474</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3.914"/>
    </inkml:context>
    <inkml:brush xml:id="br0">
      <inkml:brushProperty name="width" value="0.05" units="cm"/>
      <inkml:brushProperty name="height" value="0.05" units="cm"/>
    </inkml:brush>
  </inkml:definitions>
  <inkml:trace contextRef="#ctx0" brushRef="#br0">8 146 15872,'0'0'128,"0"-20"1023,-2 16-1089,1 1 0,0-1-1,0 1 1,0-1 0,1 0-1,-1 1 1,1-1-1,0 0 1,0 0 0,0 1-1,0-1 1,1 0 0,0 1-1,0-1 1,0 1 0,0-1-1,0 1 1,1-1-1,-1 1 1,1 0 0,0-1-1,0 1 1,0 0 0,0 0-1,1 1 1,3-4-1,-4 3-34,1 0 0,-1 1-1,1 0 1,0-1-1,0 1 1,0 0-1,0 0 1,0 1-1,0-1 1,1 1 0,-1-1-1,0 1 1,1 0-1,-1 1 1,1-1-1,0 0 1,-1 1-1,1 0 1,-1 0 0,1 0-1,0 0 1,-1 1-1,1-1 1,-1 1-1,1 0 1,-1 0-1,1 0 1,-1 0 0,0 1-1,0 0 1,1-1-1,-1 1 1,0 0-1,-1 0 1,1 1 0,0-1-1,0 1 1,-1-1-1,0 1 1,1 0-1,-1 0 1,0 0-1,-1 0 1,1 0 0,0 0-1,-1 1 1,0-1-1,2 4 1,1 12 5,-1 0 0,0 0 0,-2 0 1,0 1-1,-1-1 0,-3 22 0,2-14 14,0-1 0,4 33-1,-3-58-34,0 0-1,0 0 0,0 1 0,0-1 0,1 0 0,-1 0 0,0 1 1,1-1-1,-1 0 0,1 0 0,-1 0 0,1 1 0,0-1 0,0 0 1,-1 0-1,1 0 0,0 0 0,0 0 0,0-1 0,0 1 1,0 0-1,0 0 0,0-1 0,0 1 0,0 0 0,0-1 0,1 1 1,-1-1-1,0 1 0,0-1 0,1 0 0,-1 0 0,0 1 0,0-1 1,1 0-1,-1 0 0,2 0 0,5-2 91,0 1 1,-1-1-1,1 0 1,-1-1-1,10-4 0,5-1 36,-7 3-9,-1 0 0,0-2 0,20-10 0,-8 7-279,-16 7-2983,-12-16-11607,2 10 13461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4.314"/>
    </inkml:context>
    <inkml:brush xml:id="br0">
      <inkml:brushProperty name="width" value="0.05" units="cm"/>
      <inkml:brushProperty name="height" value="0.05" units="cm"/>
    </inkml:brush>
  </inkml:definitions>
  <inkml:trace contextRef="#ctx0" brushRef="#br0">84 1 13824,'0'0'512,"2"18"2581,23-4-642,-1 0-2001,-18-8-386,0 0-1,0 1 1,-1 0 0,0 0-1,-1 0 1,1 1 0,-1 0-1,0-1 1,-1 2 0,0-1-1,-1 0 1,1 0 0,0 11-1,-1-7-32,0 0-1,-1 0 0,-1 0 1,0 1-1,-1-1 0,0 0 1,-1 0-1,0-1 0,-4 14 1,5-21-24,-1-1 1,1 1-1,-1-1 1,1 1-1,-1-1 1,-1 1-1,1-1 1,0 0-1,-1 0 0,1 0 1,-1 0-1,0-1 1,0 1-1,0-1 1,0 0-1,-1 0 1,1 0-1,0 0 1,-1 0-1,0-1 1,1 1-1,-1-1 1,0 0-1,1 0 1,-1-1-1,0 1 1,0-1-1,0 0 1,0 0-1,-5 0 1,4-1 15,1 0 0,0 0-1,0 0 1,0 0 0,0 0 0,0-1 0,0 0 0,0 0 0,0 0 0,1 0 0,-1-1 0,1 1 0,0-1 0,-1 0 0,1 0 0,1 0 0,-1 0 0,0-1 0,1 1 0,-1-1 0,1 0 0,0 1 0,1-1-1,-1 0 1,0 0 0,1 0 0,-2-8 0,2 4-197,0 0-1,1 0 1,0 0 0,0 0-1,1 0 1,0 0-1,0 0 1,0 0 0,5-13-1,3-2-4156,22-40-1,-26 54 3028,19-34-4904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4.694"/>
    </inkml:context>
    <inkml:brush xml:id="br0">
      <inkml:brushProperty name="width" value="0.05" units="cm"/>
      <inkml:brushProperty name="height" value="0.05" units="cm"/>
    </inkml:brush>
  </inkml:definitions>
  <inkml:trace contextRef="#ctx0" brushRef="#br0">190 1 16767,'-6'4'576,"2"-1"-471,0 0 0,1 0 0,-1 0 0,1 0 0,0 0 0,0 1 0,0 0 0,1-1-1,-1 1 1,1 0 0,0 0 0,0 0 0,0 1 0,1-1 0,0 0 0,-1 1 0,1-1-1,1 1 1,-1-1 0,1 1 0,0-1 0,0 1 0,0-1 0,0 1 0,1 0-1,0-1 1,0 0 0,0 1 0,0-1 0,1 0 0,0 1 0,0-1 0,0 0 0,0 0-1,5 6 1,-1-4-54,-1 1 0,0 1 0,-1-1 0,1 1 0,-2-1 0,1 1-1,-1 0 1,0 1 0,0-1 0,-1 0 0,0 1 0,0 9 0,-2-18-51,1 9 31,-1 0 0,0 0-1,-1 0 1,0 0 0,-3 11-1,4-17-23,-1-1-1,0 0 1,0 0 0,0 0-1,0 0 1,0 0-1,0 0 1,-1-1 0,1 1-1,-1 0 1,1-1-1,-1 1 1,0 0 0,1-1-1,-1 0 1,0 0-1,0 1 1,0-1 0,0 0-1,0 0 1,0-1-1,0 1 1,0 0 0,-1-1-1,1 1 1,-3-1-1,-2 1 27,-1-1-1,0 0 1,1 0-1,-1-1 1,1 0-1,-1 0 1,1 0-1,-1-1 1,1-1-1,-13-5 1,16 7-16,0-1 1,1 0 0,-1 0-1,1 0 1,-1-1 0,1 1 0,0-1-1,0 0 1,0 0 0,0 0-1,0 0 1,1-1 0,-1 1-1,1-1 1,0 1 0,0-1-1,0 0 1,1 0 0,-1 0 0,1 0-1,-1-6 1,1 3-11,1 0 0,0-1-1,0 1 1,1 0 0,0 0 0,0 0 0,0 0 0,1 0-1,0 0 1,1 0 0,0 1 0,5-11 0,21-26-1498,8 3-3656,-14 18-5690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5.515"/>
    </inkml:context>
    <inkml:brush xml:id="br0">
      <inkml:brushProperty name="width" value="0.05" units="cm"/>
      <inkml:brushProperty name="height" value="0.05" units="cm"/>
    </inkml:brush>
  </inkml:definitions>
  <inkml:trace contextRef="#ctx0" brushRef="#br0">0 1 13056,'0'0'8597,"1"6"-8384,11 47 84,35 96 0,-24-79-208,-12-43 1,0 0 1,1-1 0,27 42-1,-39-68-86,0 0 0,0 0 0,0 0 0,0 0 0,0 0 0,0 1 0,0-1 0,0 0 0,0 0-1,0 0 1,0 0 0,1 0 0,-1 0 0,0 1 0,0-1 0,0 0 0,0 0 0,0 0 0,0 0 0,0 0 0,0 0-1,0 0 1,0 0 0,0 1 0,1-1 0,-1 0 0,0 0 0,0 0 0,0 0 0,0 0 0,0 0 0,0 0 0,1 0-1,-1 0 1,0 0 0,0 0 0,0 0 0,0 0 0,0 0 0,0 0 0,1 0 0,-1 0 0,0 0 0,0 0 0,0 0-1,0 0 1,0 0 0,0 0 0,1 0 0,-1 0 0,0 0 0,0 0 0,0 0 0,0 0 0,0 0 0,0-1 0,0 1-1,1 0 1,-1 0 0,0 0 0,0 0 0,0 0 0,0 0 0,0 0 0,0-1 0,2-13 102,-5-20-87,-2 13 54,-5-37-14,10 53-60,0 0 1,0-1 0,1 1-1,-1 0 1,1 0 0,0 0-1,0 0 1,1 0 0,2-7-1,-3 11 1,-1 0 0,0 0 0,1 1 0,-1-1 0,1 0 0,-1 0 0,1 0 0,-1 1 0,1-1 0,0 0 0,-1 1 0,1-1 0,0 0 0,-1 1 0,1-1 0,0 1 0,0-1 0,0 1 0,0-1 0,-1 1 0,1 0 0,0 0 0,0-1 0,0 1 0,0 0 0,1 0 0,24 7 0,-3 0 0,39-7 0,-24-2 0,-37 2 0,0 0 0,0 0 0,0 0 0,1 0 1,-1 0-1,0 0 0,0 1 0,0-1 0,0 0 0,0 0 0,0 1 0,0-1 0,0 1 0,0-1 0,0 1 0,0 0 0,0-1 0,0 1 0,0 0 0,0-1 0,0 1 0,0 0 0,-1 0 1,2 1-1,-2 0-1,1-1 1,-1 1 0,1 0 0,-1-1-1,0 1 1,0 0 0,1-1 0,-1 1 0,-1 0-1,1-1 1,0 1 0,0 0 0,0-1 0,-2 4-1,1 0 3,-1-1 0,0 1 0,0-1 0,0 0 0,-1 0 0,1 0 0,-1 0 0,0 0 0,0 0 0,0-1 0,-6 5 0,-29 12 303,35-19-396,0 0-1,1 0 1,-1 0-1,0 0 1,0-1-1,1 0 1,-1 1-1,0-1 1,0 0-1,0 0 1,0 0-1,1-1 1,-1 1-1,-3-1 1,5 0-247,1 1-1,-1-1 1,0 1 0,0-1-1,1 0 1,-1 1 0,0-1-1,1 1 1,-1-1 0,1 0-1,-1 0 1,1 1 0,-1-1-1,1 0 1,0 0 0,-1 0-1,1 1 1,0-1 0,0 0-1,-1 0 1,1 0-1,0 0 1,0 0 0,0-1-1,0-2-930,-4-13-6389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6.046"/>
    </inkml:context>
    <inkml:brush xml:id="br0">
      <inkml:brushProperty name="width" value="0.05" units="cm"/>
      <inkml:brushProperty name="height" value="0.05" units="cm"/>
    </inkml:brush>
  </inkml:definitions>
  <inkml:trace contextRef="#ctx0" brushRef="#br0">79 0 17407,'-7'9'768,"3"-3"-623,0 1 0,1-1 0,-1 1 0,1 0 0,1 0-1,-1 0 1,1 0 0,0 1 0,1-1 0,0 1 0,0-1-1,0 1 1,1-1 0,1 9 0,3 6 84,0 0 0,1 0 0,13 32 0,-18-53-224,9 25 149,1 0 1,1-1 0,27 46-1,-17-43-47,9 18 170,-32-51-189,2 4-79,0 0 0,-1 0-1,1 0 1,0 0 0,-1 0 0,1 0 0,-1 0 0,1 1 0,-1-1 0,1 0-1,-1 0 1,0 1 0,1-1 0,-1 0 0,0 1 0,0-1 0,1 1-1,-2-2 1,-30-16 7,24 14-8,-1-1 1,1 0 0,0 0-1,0-1 1,1 1 0,0-2-1,0 1 1,0-1 0,1 0-1,0 0 1,0-1 0,-6-10-1,4 0 3,0 0 0,1 0-1,0-1 1,2 0 0,-4-24-1,7 34-5,1 1-1,1-1 0,-1 1 0,1-1 1,1 0-1,0 1 0,0-1 0,1 1 1,0-1-1,0 1 0,1-1 1,0 1-1,0 0 0,7-11 0,-9 17-4,0 0 0,1 0 0,-1 0 0,0 0 0,1 1 0,-1-1 0,1 1 0,-1-1 0,1 1 0,0-1 0,0 1 0,0 0 0,0 0 0,0 0 0,0 0 0,0 0 0,0 1 0,0-1 0,0 0 0,0 1 0,4-1 0,-3 2 0,-1-1 0,0 0 0,1 1 0,-1 0 0,0 0 0,1 0 0,-1 0 0,0 0 0,0 0 0,0 0 0,0 1 0,0-1 0,0 1 0,0-1 0,-1 1 0,1 0 0,0 0 0,-1-1 0,2 4 0,1 1-23,0 0 0,0 0 1,-1 0-1,0 0 0,0 1 0,-1-1 0,1 1 0,-1 0 0,1 10 0,-2-14-6,-1 1-1,0-1 1,0 0 0,0 1-1,-1-1 1,1 0 0,-1 1-1,1-1 1,-1 0 0,0 0-1,0 0 1,-1 0 0,1 0-1,-1 0 1,1 0 0,-1 0-1,0 0 1,0-1 0,0 1-1,-1-1 1,-4 5 0,-4-3-2567,10-4 2162,1 0 0,-1 0 0,0-1 0,1 1 0,-1-1 0,0 1 0,1 0 0,-1-1 0,0 1 0,1-1 0,-1 0 0,1 1 0,-1-1 0,1 1 0,-1-1 0,1 0 0,0 1 0,-1-1 0,1 0 0,0 0 0,-1 1 0,1-1 0,0 0 0,0 0 0,0 1-1,0-2 1,-4-13-3192</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44:26.546"/>
    </inkml:context>
    <inkml:brush xml:id="br0">
      <inkml:brushProperty name="width" value="0.05" units="cm"/>
      <inkml:brushProperty name="height" value="0.05" units="cm"/>
    </inkml:brush>
  </inkml:definitions>
  <inkml:trace contextRef="#ctx0" brushRef="#br0">141 0 16639,'0'0'2304,"-12"7"-277,-28 25-1142,30-25-784,1 0 0,0 0-1,1 0 1,0 1 0,0 1 0,1 0-1,-1 0 1,-10 19 0,17-26-92,1 0 0,-1 0 0,1 0 0,-1 0 0,1 0 0,0 0 0,0 0 0,0 1 0,0-1 0,0 0 0,0 0 0,0 0 0,1 0 0,-1 0 0,1 0 0,0 0 0,-1 0 0,1 0 0,0 0 0,0 0 0,0 0 0,1-1 0,-1 1 0,0 0 0,3 2 0,0 0 21,-1-1 0,1 1 0,0-1 0,0 0 0,0 0 0,1 0 0,-1 0-1,1-1 1,9 4 0,-9-4 4,12 4 85,-1-2-1,1 1 1,0-2 0,-1 0 0,27 0 0,-36-3-103,30 1 126,-22 4-35,-15-5-103,0 0 0,1 0 0,-1 1 0,0-1 0,0 0 0,1 0 0,-1 1 0,0-1 0,0 0 0,1 1 0,-1-1 0,0 0 0,0 1 0,0-1 0,0 0-1,0 1 1,1-1 0,-1 1 0,0-1 0,0 0 0,0 1 0,0-1 0,0 0 0,0 1 0,0-1 0,0 1 0,0-1 0,-1 0 0,1 1 0,-8 20 48,-2-1 0,0 0-1,-1 0 1,-27 34 0,20-28-34,5-7-10,4-5 5,0-1 0,0 0 0,-1-1 0,-1 0 0,-14 12 0,25-23-126,-1-1 0,0 1 0,1-1-1,-1 1 1,0-1 0,0 1 0,1-1 0,-1 1 0,0-1 0,0 0 0,0 1 0,0-1 0,0 0 0,1 0 0,-1 0 0,0 0 0,0 0 0,0 0 0,0 0 0,0 0 0,0 0 0,0 0 0,0 0 0,1-1 0,-3 1 0,3-1-258,-1 0 0,0 0-1,0 0 1,0 1 0,0-1 0,1 0-1,-1 0 1,0 0 0,1 0 0,-1 0-1,1-1 1,-1 1 0,1 0 0,0 0-1,-1 0 1,1 0 0,0-3 0,-3-14-9293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4.131"/>
    </inkml:context>
    <inkml:brush xml:id="br0">
      <inkml:brushProperty name="width" value="0.05" units="cm"/>
      <inkml:brushProperty name="height" value="0.05" units="cm"/>
    </inkml:brush>
  </inkml:definitions>
  <inkml:trace contextRef="#ctx0" brushRef="#br0">207 0 14592,'0'0'1024,"-3"6"-896,-96 162 277,78-132-288,2 0 1,1 1-1,-23 71 0,40-104-109,0 0-1,0 0 1,0 1-1,0-1 1,1 0-1,0 0 1,0 0 0,0 0-1,0 1 1,0-1-1,2 5 1,-2-8-6,1 1 1,0 0-1,0 0 0,-1 0 1,1 0-1,0-1 0,0 1 1,0 0-1,1-1 0,-1 1 1,0-1-1,1 1 0,-1-1 1,1 0-1,-1 0 0,1 1 1,0-1-1,-1 0 0,1-1 1,0 1-1,0 0 0,0 0 1,-1-1-1,5 2 0,6-1 13,0 1-1,-1-2 0,1 1 0,0-2 1,0 1-1,0-2 0,0 1 0,14-5 0,-8 0 12,-1 1 0,0-2-1,0 0 1,26-16-1,-35 18-11,1 1-1,0 0 0,0 1 1,0 0-1,0 0 0,1 1 0,-1 0 1,17 0-1,-6-1-5,-18 3-8,0 0 0,0 0 0,-1 0 0,1 0 0,0 0 0,0 0 0,-1 1 0,1-1 0,3 2 0,-3-3-1,-9-2 5,-9-6 100,-14-4-31,25 10 121,-1 0 1,0 1-1,0 0 1,-8-3-1,14 5-177,-1 0-1,1 0 0,0 0 1,0 0-1,-1-1 0,1 1 1,0 0-1,-1 0 0,1 0 1,0 0-1,-1 0 0,1 0 1,-1 0-1,1 0 0,0 0 0,-1 0 1,1 0-1,0 0 0,-1 0 1,1 0-1,0 0 0,-1 1 1,1-1-1,0 0 0,-1 0 1,1 0-1,0 0 0,0 1 1,-1-1-1,1 0 0,0 0 0,0 1 1,-1-1-1,1 0 0,0 0 1,0 1-1,0-1 0,-1 0 1,1 1-1,0-1 0,0 0 1,0 1-1,0-1 0,0 0 1,0 1-1,0-1 0,0 0 1,0 1-1,0-1 0,0 0 0,0 1 1,0-1-1,0 0 0,0 1 1,-1 6-19,-5 42 107,2 1 0,2 0 0,5 57-1,0 2-11,3-23-10802,-6-95 5675</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4.612"/>
    </inkml:context>
    <inkml:brush xml:id="br0">
      <inkml:brushProperty name="width" value="0.05" units="cm"/>
      <inkml:brushProperty name="height" value="0.05" units="cm"/>
    </inkml:brush>
  </inkml:definitions>
  <inkml:trace contextRef="#ctx0" brushRef="#br0">1 0 14720,'0'0'256,"4"5"21,12 12 5,1-1 0,1 0 0,34 22 1,69 33 252,-109-64-472,0 1 0,14 12 0,2 1-18,-27-20-148,0 0 0,0-1 0,1 1 0,-1 0-1,0-1 1,1 1 0,-1-1 0,0 1 0,1-1-1,-1 0 1,1 0 0,-1 0 0,1 0-1,-1 0 1,2 0 0,13-4-5840,-6 1 226</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4.962"/>
    </inkml:context>
    <inkml:brush xml:id="br0">
      <inkml:brushProperty name="width" value="0.05" units="cm"/>
      <inkml:brushProperty name="height" value="0.05" units="cm"/>
    </inkml:brush>
  </inkml:definitions>
  <inkml:trace contextRef="#ctx0" brushRef="#br0">344 0 12800,'-3'1'69,"-1"-1"0,1 1-1,0 0 1,0 0 0,0 0 0,0 0 0,0 1 0,0-1 0,0 1 0,1-1 0,-5 4 0,-30 27 361,26-22-258,-11 11 11,0 1 0,2 1 0,0 1 0,2 1 0,0 1 0,-20 40 0,16-20-66,2 1 0,3 1 0,-14 56 0,24-59-112,6-26-3188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5.716"/>
    </inkml:context>
    <inkml:brush xml:id="br0">
      <inkml:brushProperty name="width" value="0.05" units="cm"/>
      <inkml:brushProperty name="height" value="0.05" units="cm"/>
    </inkml:brush>
  </inkml:definitions>
  <inkml:trace contextRef="#ctx0" brushRef="#br0">0 0 17023,'8'33'0,"8"61"0,-1 4 0,-13-89 0,1 0 0,-1 1 0,1 19 0,-3-29-29,0 0-1,0 1 1,0-1-1,0 0 1,0 1 0,0-1-1,0 0 1,0 1-1,0-1 1,0 0-1,0 1 1,0-1-1,0 0 1,0 1-1,0-1 1,0 0-1,0 1 1,0-1-1,1 0 1,-1 1-1,0-1 1,0 0-1,0 0 1,1 1-1,-1-1 1,0 0-1,0 0 1,1 1-1,-1-1 1,0 0-1,0 0 1,1 0-1,-1 0 1,0 1-1,1-1 1,-1 0-1,0 0 1,1 0-1,-1 0 1,0 0-1,1 0 1,-1 0-1,0 0 1,1 0-1,-1 0 1,0 0-1,1 0 1,0 0-1,0-1-200,0 1 0,0-1 0,0 1 0,0-1 0,0 1 0,-1-1 1,1 0-1,0 0 0,0 0 0,0 1 0,0-1 0,-1 0 0,1 0 0,0 0 0,-1 0 0,1-1 0,5-17-4421,0-1 961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6.125"/>
    </inkml:context>
    <inkml:brush xml:id="br0">
      <inkml:brushProperty name="width" value="0.05" units="cm"/>
      <inkml:brushProperty name="height" value="0.05" units="cm"/>
    </inkml:brush>
  </inkml:definitions>
  <inkml:trace contextRef="#ctx0" brushRef="#br0">0 0 11136,'6'10'938,"-4"-8"-797,1 1-1,-1-1 0,0 1 1,1-1-1,-1 0 1,1 0-1,0 0 0,0 0 1,0-1-1,0 1 0,0-1 1,0 0-1,0 1 1,5 0-1,27 13 549,-25-8-616,-1-1 1,0 2-1,-1-1 0,0 1 1,0 1-1,-1-1 1,0 1-1,9 15 0,-12-18-41,0 0-1,-1 1 0,0 0 1,0-1-1,0 1 0,-1 0 1,0 0-1,-1 0 0,1 1 1,-1-1-1,-1 0 0,1 0 1,-1 1-1,-2 10 1,1-15-16,0-1 0,0 1 0,-1 0 0,1-1 0,-1 1 0,0-1 0,0 1 0,0-1 0,0 0 0,0 1 0,0-1 0,-1-1 0,1 1 0,-1 0 0,1 0 0,-1-1 0,0 1 0,1-1 0,-1 0 0,-5 1 0,-3 2 96,1-1 0,-1-1 0,0 0 0,-15 1-1,23-2-55,0-1-1,0 0 0,-1 0 0,1 0 0,0 0 0,0-1 0,0 1 0,0-1 0,0 0 0,1 0 0,-1 0 0,0 0 1,-5-3-1,6 2-38,1 1 0,-1-1 0,1 1 0,0-1 0,0 0 0,0 0 0,-1 0 1,2 1-1,-1-1 0,0 0 0,0 0 0,1 0 0,-1 0 0,1-1 0,-1 1 1,1 0-1,0 0 0,0 0 0,0 0 0,0-4 0,1-9-31,1 1-1,0-1 1,1 0-1,1 1 1,0-1 0,1 1-1,9-20 1,-9 26-612,-1 0 1,1 0-1,1 0 1,7-8 0,9-7-9423</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6.846"/>
    </inkml:context>
    <inkml:brush xml:id="br0">
      <inkml:brushProperty name="width" value="0.05" units="cm"/>
      <inkml:brushProperty name="height" value="0.05" units="cm"/>
    </inkml:brush>
  </inkml:definitions>
  <inkml:trace contextRef="#ctx0" brushRef="#br0">124 0 14464,'5'1'170,"1"0"-102,38 9 819,-41-9-836,0 0 1,0 0-1,0 0 1,-1 0-1,1 1 1,0-1 0,-1 1-1,1 0 1,-1 0-1,0 0 1,0 0-1,0 0 1,1 0 0,0 3-1,-2-4-44,3 6 82,1 1 1,-1 0-1,-1 1 0,1-1 0,3 16 0,-7-22-80,1 0 1,-1 1-1,0-1 0,0 0 0,0 1 1,0-1-1,-1 0 0,1 0 0,0 1 1,-1-1-1,0 0 0,0 0 1,1 0-1,-1 0 0,0 0 0,-1 0 1,1 0-1,0 0 0,0 0 0,-1 0 1,1-1-1,-1 1 0,0-1 0,0 1 1,1-1-1,-1 1 0,0-1 1,-4 2-1,-8 5 69,3-1 111,-1-1 1,0 0-1,-23 8 1,31-13-154,0 0 1,0 0-1,1 0 1,-1-1-1,0 0 1,0 0-1,0 0 1,0 0 0,0 0-1,0-1 1,0 0-1,0 0 1,0 0-1,1 0 1,-1 0-1,0-1 1,-5-3-1,3 2-17,1-1 1,-1 0-1,1 0 1,0 0-1,0 0 0,-8-10 1,12 12-13,-1-1 1,1 1 0,0 0 0,0-1 0,0 1-1,0 0 1,0-1 0,0 1 0,1-1-1,-1 0 1,1 1 0,0-1 0,0 1-1,0-1 1,0 0 0,0 1 0,0-1-1,1 1 1,-1-1 0,2-2 0,-2 2 4,1 1 1,-1 0-1,1 0 1,0 0-1,0 0 1,0 0-1,0 0 1,0 0-1,3-3 1,-3 5-44,0-1-1,0 1 1,-1-1 0,1 1-1,0 0 1,0-1-1,0 1 1,0 0 0,0 0-1,0 0 1,0-1 0,0 1-1,0 0 1,0 1 0,0-1-1,0 0 1,0 0 0,0 0-1,0 0 1,1 1-1,18-2-2991,-4-1-4364,-7 2 2950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7.747"/>
    </inkml:context>
    <inkml:brush xml:id="br0">
      <inkml:brushProperty name="width" value="0.05" units="cm"/>
      <inkml:brushProperty name="height" value="0.05" units="cm"/>
    </inkml:brush>
  </inkml:definitions>
  <inkml:trace contextRef="#ctx0" brushRef="#br0">0 0 17791,'0'0'0,"24"41"0,-10-14 128,-7 5-128,3 7 128,-5 8-128,1-15 0,1-2 0,-5-11 128,2-4-128,-2-2 0,5-2-128,1-2 128,1-1-2687,4-10-1,-1-2-5760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8.098"/>
    </inkml:context>
    <inkml:brush xml:id="br0">
      <inkml:brushProperty name="width" value="0.05" units="cm"/>
      <inkml:brushProperty name="height" value="0.05" units="cm"/>
    </inkml:brush>
  </inkml:definitions>
  <inkml:trace contextRef="#ctx0" brushRef="#br0">5 496 12288,'0'0'384,"-5"-5"533,5 1-787,1 1-1,-1-1 1,0 1 0,1-1 0,0 1-1,0-1 1,0 1 0,0-1 0,1 1-1,2-4 1,4-12 320,1-4-78,2 1 0,0 0-1,2 1 1,0 0 0,25-29 0,-16 21-133,25-43 0,40-81-495,-79 137-5119</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8.458"/>
    </inkml:context>
    <inkml:brush xml:id="br0">
      <inkml:brushProperty name="width" value="0.05" units="cm"/>
      <inkml:brushProperty name="height" value="0.05" units="cm"/>
    </inkml:brush>
  </inkml:definitions>
  <inkml:trace contextRef="#ctx0" brushRef="#br0">0 1 12544,'2'1'533,"20"12"610,-19-10-987,0 0 1,1-1 0,-1 1-1,1-1 1,-1 0-1,1 0 1,0-1-1,0 1 1,0-1-1,0 0 1,0 0 0,0 0-1,0 0 1,0-1-1,5 1 1,-4-3-60,1 1 0,-1 0 1,1 1-1,-1 0 0,1-1 1,0 2-1,-1-1 0,1 1 1,-1 0-1,1 0 0,-1 0 1,0 1-1,1-1 0,-1 2 1,6 2-1,3 2 92,0-1 0,18 5 0,12 5-95,-43-16-204,-1 1-1,0-1 1,0 0-1,1 0 1,-1 0-1,1 1 1,-1-1-1,0 0 0,1 0 1,-1 0-1,0 0 1,1 0-1,-1 0 1,1 0-1,-1 0 0,0 0 1,1 0-1,-1 0 1,1 0-1,-1 0 1,0 0-1,1 0 1,-1 0-1,0 0 0,1 0 1,-1 0-1,1-1 1,-1 1-1,0 0 1,1 0-1,-1-1 0,0 1 1,1-1-1,1-13-4855,-2-4-1156</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8.849"/>
    </inkml:context>
    <inkml:brush xml:id="br0">
      <inkml:brushProperty name="width" value="0.05" units="cm"/>
      <inkml:brushProperty name="height" value="0.05" units="cm"/>
    </inkml:brush>
  </inkml:definitions>
  <inkml:trace contextRef="#ctx0" brushRef="#br0">1 1 14464,'1'3'384,"6"13"64,-1 1 0,0 0 0,-1 0-1,-1 0 1,2 22 0,3 171 299,-9-192-724,0-14 1,0 0-1,0 0 0,0 0 0,0 0 1,1 0-1,-1 0 0,1-1 1,0 1-1,2 4 0,30-37 382,-5-1-142,-21 22-195,0 0-1,0 1 1,18-14 0,-11 11 0,-11 8-50,0-1-1,0 1 1,1 0-1,-1 0 1,1 0-1,6-2 1,-9 3-11,1 1 0,-1 0 0,1 0 0,0 0 0,0 0 1,-1 0-1,1 0 0,-1 0 0,1 0 0,0 1 0,-1-1 1,1 1-1,0-1 0,-1 1 0,1 0 0,-1-1 0,1 1 1,-1 0-1,0 0 0,2 2 0,3 2-5,-1 0 0,0 0 0,0 1 0,0-1 0,-1 1-1,0 1 1,0-1 0,-1 1 0,1-1 0,-1 1 0,-1 0 0,0 0 0,2 9 0,1 4-4,-2 0 1,0 0 0,-1 34-1,-2-53 4,0 1 0,0 0 1,0-1-1,0 1 0,0 0 0,-1-1 0,1 1 0,-1-1 0,1 1 0,-1 0 0,1-1 0,-1 1 0,0-1 0,-1 2 0,2-3 2,-1 1-1,0 0 1,1-1-1,-1 1 1,0-1-1,0 1 1,1-1-1,-1 1 1,0-1-1,0 0 1,0 1-1,1-1 1,-1 0 0,0 0-1,0 0 1,0 0-1,0 0 1,0 0-1,-1 0 1,-3 0 12,0-2 1,0 1 0,0 0-1,0-1 1,0 0 0,0 0-1,-6-4 1,3 2-98,1 0 1,-1-1-1,1 0 1,0 0-1,0 0 1,-11-12-1,0-12-5136,12 16-4212</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39.681"/>
    </inkml:context>
    <inkml:brush xml:id="br0">
      <inkml:brushProperty name="width" value="0.05" units="cm"/>
      <inkml:brushProperty name="height" value="0.05" units="cm"/>
    </inkml:brush>
  </inkml:definitions>
  <inkml:trace contextRef="#ctx0" brushRef="#br0">1 759 20991,'457'-100'0,"-13"-30"0,-96 19 44,414-121 168,-145 108 66,-491 100-177,55-7 32,-132 25-111,-41 6 63,-10 0-142,1 0 0,-1 0 0,0 0 0,0 0 0,1 0 0,-1 0 0,0 1 0,0-1 0,1 0 0,-1 1 0,1-1 0,-1 1 0,-2 1-1,2-1-124,-46 8-6687,25-7-2283</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40.572"/>
    </inkml:context>
    <inkml:brush xml:id="br0">
      <inkml:brushProperty name="width" value="0.05" units="cm"/>
      <inkml:brushProperty name="height" value="0.05" units="cm"/>
    </inkml:brush>
  </inkml:definitions>
  <inkml:trace contextRef="#ctx0" brushRef="#br0">610 0 21375,'-73'16'0,"-131"47"0,-10 4 0,194-63-5,13-3 1,1 0 0,-1 0-1,1 1 1,-1 0 0,1 0 0,0 1 0,-1 0-1,2 0 1,-1 0 0,0 1 0,0 0 0,1 0 0,-10 9-1,14-12-293,-1-3-836</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41.825"/>
    </inkml:context>
    <inkml:brush xml:id="br0">
      <inkml:brushProperty name="width" value="0.05" units="cm"/>
      <inkml:brushProperty name="height" value="0.05" units="cm"/>
    </inkml:brush>
  </inkml:definitions>
  <inkml:trace contextRef="#ctx0" brushRef="#br0">341 7 18815,'16'77'0,"-16"-76"5,0 0 0,0-1 0,0 1 0,0 0 0,0 0 0,0 0 0,1 0-1,-1 0 1,0-1 0,1 1 0,-1 0 0,0 0 0,1-1 0,-1 1 0,1 0-1,0 0 1,-1-1 0,1 1 0,-1-1 0,1 1 0,0 0 0,-1-1 0,1 1-1,0-1 1,0 0 0,0 1 0,-1-1 0,1 0 0,0 1 0,0-1-1,0 0 1,0 0 0,-1 0 0,1 0 0,0 1 0,0-1 0,0-1 0,1 1-1,2 0 40,-1-1 0,1 0 0,0 0 0,0 0-1,-1-1 1,4-1 0,-4 2-7,70-37 676,1-1-168,-14 22-182,-77 23-213,-28 13-1,5-1-64,-139 40-13,22-9 240,135-45-296,22-4-14,0 0-1,-1 1 1,1-1 0,0 0-1,-1 0 1,1 0 0,0 0-1,0 0 1,-1 0 0,1 0 0,0 0-1,-1 0 1,1 0 0,0 0-1,-1 0 1,1 0 0,0-1-1,0 1 1,-1 0 0,1 0 0,0 0-1,0 0 1,-1 0 0,1-1-1,0 1 1,0 0 0,-1 0-1,1 0 1,0-1 0,0 1 0,0 0-1,0 0 1,-1-1 0,1 1-1,0 0 1,0 0 0,0-1-1,0 1 1,0 0 0,0-1 0,0 1-1,0 0 1,0 0 0,0-1-1,0 1 1,0 0 0,0-1-1,0 1 1,0 0 0,0 0 0,0-1-1,0 1 1,0 0 0,0-1-1,0 1 1,0 0 0,1 0-1,-1-1 1,0 1 0,0 0 0,0 0-1,0-1 1,1 1 0,-1 0-1,0 0 1,4-4 0,0 0 1,0 1-1,0 0 0,0 0 1,0 0-1,1 1 1,-1-1-1,1 1 0,8-3 1,0-1-6,53-22 64,107-31 0,-133 47-55,-28 8-6,-31 18 0,-217 84 0,141-62 0,69-24 0,1 0 0,1 2 0,0 0 0,-25 21 0,49-35-18,0 1 0,0-1 0,0 0 0,0 0 0,0 0 0,-1 1-1,1-1 1,0 0 0,0 0 0,0 0 0,-1 0 0,1 1 0,0-1 0,0 0 0,0 0-1,-1 0 1,1 0 0,0 0 0,0 0 0,-1 0 0,1 0 0,0 0 0,0 0-1,-1 0 1,1 0 0,0 0 0,0 0 0,-1 0 0,1 0 0,0 0 0,0 0 0,-1 0-1,1 0 1,0 0 0,0 0 0,-1 0 0,1 0 0,0-1 0,1-10-1905,10-13-4386,6-2-134,1 0 3521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54.377"/>
    </inkml:context>
    <inkml:brush xml:id="br0">
      <inkml:brushProperty name="width" value="0.05" units="cm"/>
      <inkml:brushProperty name="height" value="0.05" units="cm"/>
    </inkml:brush>
  </inkml:definitions>
  <inkml:trace contextRef="#ctx0" brushRef="#br0">141 313 20735,'7'-6'0,"-2"2"0,0 0 0,0 1 0,1-1 0,-1 1 0,1 0 0,0 1 0,0-1 0,0 1 0,0 0 0,0 1 0,0-1 0,1 1 0,6 0 0,10 2 0,0 1 0,0 1 0,-1 1 0,1 1 0,29 11 0,-44-12 0,-1 0 0,0 0 0,-1 1 0,1-1 0,-1 1 0,0 1 0,0-1 0,0 1 0,-1 0 0,0 1 0,0-1 0,-1 1 0,0 0 0,6 12 0,-9-16 15,0 0 0,0 0 0,0 0 0,-1 0 0,1 0 0,-1 0 0,0 0 0,0 0 0,0 0 0,0 0 0,0 0 0,-1 0 0,1 0 0,-1 1 0,0-2 0,0 1 0,0 0 0,0 0 0,-1 0 0,1 0 0,-1-1 0,1 1 0,-1 0 0,0-1 0,-4 4 0,3-3 15,-1 0 0,0 1 1,0-2-1,0 1 0,0 0 1,0-1-1,-1 0 0,1 0 1,-1 0-1,1 0 0,-1-1 1,0 0-1,1 0 0,-1 0 1,-9 0-1,5-1 40,0 0 1,1-1-1,-1 0 1,1 0-1,-1-1 0,-8-2 1,14 3-56,1 0 1,0 0-1,0 0 1,-1 0-1,1-1 1,0 1-1,0-1 1,0 1-1,0-1 1,0 0-1,1 0 1,-1 0-1,0 0 1,1 0-1,0 0 1,-1 0-1,1 0 1,0-1-1,0 1 1,0 0-1,0-1 1,1 1-1,-1-1 1,1 1-1,-1-5 1,0-29 77,6-71 0,1 2-2,-6 97-83,-1 1 0,0-1 0,-1 1 0,1 0 0,-2-1 0,-4-11 0,-23-41 62,25 50-68,3 6-2,0 1 0,-1 0 0,1 0 0,-1 0 0,0 0 0,0 0 0,0 0 0,0 1 0,0 0 0,-1-1 0,1 1 0,-1 1 0,1-1 0,-1 0 0,0 1 0,0 0 0,-5-2 0,-31-13 0,39 16 0,-1-1 0,1 0 0,-1 0 0,0 1 0,1-1 0,-1 1 0,0-1 0,1 1 0,-1 0 0,0 0 0,0 0 0,1 0 0,-1 0 0,0 0 0,1 0 0,-1 0 0,0 1 0,1-1 0,-1 1 0,0-1 0,1 1 0,-1 0 0,1 0 0,-1-1 0,-1 3 0,0 0 0,-1 0 0,1 0 0,0 0 0,0 1 0,1-1 0,-5 8 0,5-7 0,-7 11 0,1 1 0,0 0 0,1 0 0,-8 33 0,3-11 0,8-29 0,1 0 0,1 0 0,-1 0 0,1 1 0,1-1 0,0 1 0,0-1 0,1 12 0,0-20-1,0 1-1,1-1 0,-1 0 1,0 1-1,1-1 0,-1 0 0,1 0 1,-1 1-1,1-1 0,0 0 1,0 0-1,-1 0 0,1 0 1,0 0-1,0 0 0,0 0 1,0 0-1,0 0 0,0 0 0,1 0 1,-1-1-1,0 1 0,0 0 1,1-1-1,-1 1 0,0-1 1,0 0-1,1 1 0,-1-1 1,1 0-1,-1 0 0,0 0 0,1 0 1,-1 0-1,0 0 0,1 0 1,-1 0-1,3-1 0,6-1-37,0 0-1,0-1 0,19-8 1,-26 10 29,35-16-2018,17-15-8104,-29 15 4223</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55.188"/>
    </inkml:context>
    <inkml:brush xml:id="br0">
      <inkml:brushProperty name="width" value="0.05" units="cm"/>
      <inkml:brushProperty name="height" value="0.05" units="cm"/>
    </inkml:brush>
  </inkml:definitions>
  <inkml:trace contextRef="#ctx0" brushRef="#br0">0 0 20991,'41'79'398,"-26"-46"-224,25 38 1,-18-37-116,27 39 181,-33-63-110,-16-9-127,0-1 1,1 0 0,-1 0 0,0 0 0,1 0-1,-1 0 1,0 0 0,0 0 0,1 0-1,-1 0 1,0 0 0,1 0 0,-1 0-1,0 0 1,1 0 0,-1 0 0,0 0 0,0-1-1,1 1 1,-1 0 0,0 0 0,0 0-1,1 0 1,-1 0 0,0-1 0,0 1 0,1 0-1,-1 0 1,0 0 0,0-1 0,0 1-1,0 0 1,1 0 0,-1-1 0,0 1 0,0 0-1,0-1 1,0 1 0,0 0 0,0 0-1,0-1 1,0 1 0,0 0 0,1-1-1,-1 1 1,0 0 0,-1 0 0,1-1 0,0 1-1,0 0 1,0-1 0,0 1 0,0 0-1,0 0 1,0-1 0,0-4 17,1-1 0,0 1 1,0-1-1,0 1 0,1 0 0,-1 0 0,1 0 1,1 0-1,-1 0 0,1 0 0,6-8 1,7-17 107,-15 28-126,3-8 0,0 1 0,1-1-1,0 1 1,0 0-1,1 1 1,8-10-1,-13 17 0,-1 1-1,1-1 1,0 1 0,0 0-1,-1-1 1,1 1-1,0 0 1,0 0-1,0-1 1,-1 1-1,1 0 1,0 0 0,0 0-1,0 0 1,0 0-1,-1 0 1,1 0-1,0 0 1,0 0 0,0 1-1,0-1 1,-1 0-1,1 1 1,0-1-1,0 0 1,-1 1-1,1-1 1,0 1 0,-1-1-1,1 1 1,0-1-1,-1 1 1,1-1-1,-1 1 1,1 0-1,-1-1 1,1 1 0,-1 0-1,1 0 1,0 0-1,1 3 7,0 0 0,0-1 0,0 1 0,0 0 0,0 0 0,-1 0 0,2 7 0,-1 1-7,2 8 15,-1 0 0,-1 0 0,-1 25 0,-1-39-11,-1-1-1,1 0 1,-1 1 0,0-1-1,-1 1 1,1-1 0,-1 0 0,0 0-1,0 0 1,-1 0 0,0 0-1,1 0 1,-2-1 0,1 1 0,0-1-1,-1 0 1,-4 4 0,-14 17 54,20-21-53,0 0-1,-1-1 0,0 1 0,0-1 0,0 0 1,0 0-1,0 0 0,-4 2 0,6-5-32,1 0 0,-1 0 0,1 0 0,-1 0 0,1 0 0,-1 0 0,1 0 0,-1 0 0,1 0 0,0-1 0,-1 1 0,1 0 0,-1 0 0,1 0 0,-1-1 0,1 1 0,0 0-1,-1 0 1,1-1 0,0 1 0,-1 0 0,1-1 0,0 1 0,-1-1 0,1 1 0,0 0 0,0-1 0,-1 1 0,1-1 0,0 1 0,0 0 0,0-1 0,0 1 0,-1-1 0,1 1 0,0-1 0,0 1 0,0-1 0,0 1-1,0-1 1,0 0 0,-2-21-2741,11-24-6767,-3 17 3903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55.548"/>
    </inkml:context>
    <inkml:brush xml:id="br0">
      <inkml:brushProperty name="width" value="0.05" units="cm"/>
      <inkml:brushProperty name="height" value="0.05" units="cm"/>
    </inkml:brush>
  </inkml:definitions>
  <inkml:trace contextRef="#ctx0" brushRef="#br0">0 0 13056,'0'0'768,"8"24"3327,-8-10-3653,2 0 0,-1-1 0,2 0-1,0 1 1,1-1 0,0 0-1,10 21 1,4 2-438,28 42 0,-42-73-488</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55.909"/>
    </inkml:context>
    <inkml:brush xml:id="br0">
      <inkml:brushProperty name="width" value="0.05" units="cm"/>
      <inkml:brushProperty name="height" value="0.05" units="cm"/>
    </inkml:brush>
  </inkml:definitions>
  <inkml:trace contextRef="#ctx0" brushRef="#br0">12 0 17023,'0'0'128,"0"8"128,-2 11 0,-2-4 0,-2 2-384,6-6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1:56.290"/>
    </inkml:context>
    <inkml:brush xml:id="br0">
      <inkml:brushProperty name="width" value="0.05" units="cm"/>
      <inkml:brushProperty name="height" value="0.05" units="cm"/>
    </inkml:brush>
  </inkml:definitions>
  <inkml:trace contextRef="#ctx0" brushRef="#br0">0 0 10368,'3'2'2069,"5"3"-1328,-1 0 1,0 1-1,1 0 0,-2 1 1,1-1-1,-1 1 0,0 0 0,0 1 1,-1-1-1,0 1 0,5 13 1,-3-5-510,-1 1 0,-1-1 0,-1 1 0,0 0 0,2 24 0,6 29-46,-3-35-105,1-1 0,2 0 0,1-1 1,24 44-1,-33-71 44,1 1 1,-1-1-1,1 0 1,0-1-1,1 1 1,6 4-1,-10-8-352,1 0 0,0 0 0,0-1-1,0 1 1,0-1 0,0 1-1,4 0 1,-6-2-428,1 1-1,0-1 0,0 0 1,-1 0-1,1 0 1,0 0-1,-1 0 1,1 0-1,0 0 0,-1 0 1,1-1-1,0 1 1,-1-1-1,4-1 1</inkml:trace>
  <inkml:trace contextRef="#ctx0" brushRef="#br0" timeOffset="1">152 385 12800,'0'0'2368,"7"-6"511,16-22-2081,2 1 0,1 1 0,1 2 0,53-37 0,18 4-180,-97 56-724,0 1 0,0-1 0,-1 1 0,1-1 0,0 0 0,-1 1 0,1-1 0,0 0 0,-1 1 0,1-1-1,-1 0 1,1 0 0,-1 1 0,1-1 0,-1 0 0,0 0 0,1-1 0,-1 1-201,0 1 0,0-1 1,1 0-1,-1 0 0,0 0 0,0 0 1,0 0-1,0 0 0,-1 1 0,1-1 1,0 0-1,0 0 0,0 0 0,-1 0 1,1 1-1,0-1 0,-1 0 0,1 0 1,-1 0-1,1 1 0,-1-1 0,1 0 0,-1 1 1,0-2-1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00.220"/>
    </inkml:context>
    <inkml:brush xml:id="br0">
      <inkml:brushProperty name="width" value="0.05" units="cm"/>
      <inkml:brushProperty name="height" value="0.05" units="cm"/>
    </inkml:brush>
  </inkml:definitions>
  <inkml:trace contextRef="#ctx0" brushRef="#br0">1 205 21119,'40'-9'0,"-28"7"0,-1-1 0,1 0 0,-1-1 0,1 0 0,-1 0 0,15-9 0,71-43 0,-69 42 0,23-18 0,-51 32 0,1 0 0,-1-1 0,1 1 0,-1 0 0,1 0 0,-1 0 0,1 0 0,-1 0 0,1 0 0,-1 0 0,0 0 0,1 0 0,-1 0 0,1 0 0,-1 0 0,1 0 0,-1 0 0,1 0 0,-1 0 0,1 1 0,-1-1 0,1 0 0,-1 0 0,1 1 0,-1-1 0,0 0 0,1 0 0,-1 1 0,0-1 0,1 1 0,-1-1 0,0 0 0,1 1 0,-1-1 0,0 1 0,0-1 0,1 0 0,-1 1 0,0-1 0,0 1 0,0-1 0,0 1 0,0-1 0,0 1 0,0-1 0,0 1 0,0-1 0,0 1 0,0-1 0,0 1 0,0-1 0,0 1 0,0-1 0,0 1 0,0-1 0,0 0 0,-1 1 0,1-1 0,0 1 0,-52 58 125,36-39-39,-1-2 1,-20 19-1,34-34-64,-6 4 26,0 0 0,-15 10 1,22-16-41,1 0 0,-1 0 0,0 0 0,0-1 0,0 1 0,0-1 0,0 1 0,0-1 0,-3 1 1,5-1-5,-1 0 0,0 0-1,1 0 1,-1-1 0,0 1 0,1 0 0,-1 0 0,1 0 0,-1-1 0,1 1 0,-1 0 0,0-1 0,1 1 0,-1 0 0,1-1 0,-1 1 0,1-1 0,0 1 0,-1-1 0,1 1 0,-1-1 0,1 1 0,0-1 0,-1 1 0,1-1 0,0 1 0,0-1 0,-1-1 0,1 1 1,0-1-1,-1 0 1,1 1-1,0-1 1,0 0-1,0 1 1,0-1-1,1 0 1,-1 1-1,0-1 1,1 1-1,-1-1 1,1 0-1,-1 1 1,1-1 0,0 1-1,0-1 1,-1 1-1,1 0 1,0-1-1,0 1 1,1 0-1,-1 0 1,2-2-1,5-4 22,1 1 0,-1-1 0,10-4 0,1 0 13,18-15-20,-21 13-18,1 1-1,1 1 0,-1 0 1,2 2-1,28-12 0,-17 14-2,25-8 0,-52 14 4,0 0 0,1-1 0,-1 1 0,0-1 0,0 0 0,0 0 0,0 0 0,-1 0 0,1 0 0,-1-1 0,1 1 0,3-5 0,-7 7-1,1 0 1,0 0-1,0 0 1,0 0-1,0 0 1,0 0-1,0 0 1,0 0-1,0 0 1,0 0-1,-1 0 1,1 0-1,0 0 1,0-1-1,0 1 1,0 0 0,0 0-1,0 0 1,0 0-1,0 0 1,0 0-1,0 0 1,0 0-1,0 0 1,-1 0-1,1 0 1,0 0-1,0 0 1,0-1-1,0 1 1,0 0-1,0 0 1,0 0-1,0 0 1,0 0-1,0 0 1,0 0-1,0 0 1,0 0-1,0-1 1,0 1-1,0 0 1,0 0 0,0 0-1,0 0 1,0 0-1,0 0 1,0 0-1,0 0 1,0 0-1,0 0 1,0-1-1,1 1 1,-1 0-1,0 0 1,0 0-1,0 0 1,0 0-1,0 0 1,0 0-1,0 0 1,0 0-1,0 0 1,0 0-1,0 0 1,-11 5 14,-15 11-26,-20 18-86,-17 12 44,54-41-1287,1-1 0,0 0 0,-12 4 0,13-7-4100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02.455"/>
    </inkml:context>
    <inkml:brush xml:id="br0">
      <inkml:brushProperty name="width" value="0.05" units="cm"/>
      <inkml:brushProperty name="height" value="0.05" units="cm"/>
    </inkml:brush>
  </inkml:definitions>
  <inkml:trace contextRef="#ctx0" brushRef="#br0">0 270 27903,'7'-11'0,"1"0"0,0 1 0,1 0 0,-1 0 0,2 1 0,0 1 0,17-14 0,262-139 0,-252 147 0,-23 11 0,-11 3 0,-6 2 0,-23 15 0,0 1 0,2 1 0,-36 36 0,20-18 0,-6 6 0,-2 2 0,-56 40 0,93-80 0,9-7 0,9-15 0,10-6-52,0 2 1,2 0-1,0 1 0,1 1 0,1 1 0,28-19 0,-39 30-624,12-10-3507,-18 10-1436,-3-10-7091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29.941"/>
    </inkml:context>
    <inkml:brush xml:id="br0">
      <inkml:brushProperty name="width" value="0.05" units="cm"/>
      <inkml:brushProperty name="height" value="0.05" units="cm"/>
    </inkml:brush>
  </inkml:definitions>
  <inkml:trace contextRef="#ctx0" brushRef="#br0">0 284 20863,'0'0'128,"8"-5"-21,160-84 241,-56 34-184,-80 39-102,61-19 1,-38 16-39,-46 15-10,-1 0 0,0-1 0,0 0 0,0 0-1,11-10 1,18-12 31,-38 28-84,-44 21-7260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0.673"/>
    </inkml:context>
    <inkml:brush xml:id="br0">
      <inkml:brushProperty name="width" value="0.05" units="cm"/>
      <inkml:brushProperty name="height" value="0.05" units="cm"/>
    </inkml:brush>
  </inkml:definitions>
  <inkml:trace contextRef="#ctx0" brushRef="#br0">28 1 11648,'0'0'640,"-1"2"21,-9 6 244,9-7-805,0 0 0,0-1 0,0 1 0,0 0 0,0 0 0,0 0 0,0-1 0,0 1 0,0 0 0,0 0 0,0 0 0,1 0 0,-1 1-1,0-1 1,1 0 0,-1 0 0,1 0 0,0 1 0,-1-1 0,1 0 0,0 0 0,-1 1 0,1-1 0,0 0 0,0 0 0,0 1 0,0-1 0,1 0 0,-1 2 0,22 58 1467,-16-48-1422,-1 1 0,0-1 0,-1 1 0,0 0-1,-1 0 1,2 27 0,-5-28-134,0-5 21,0 0 0,0 0 0,-1 0 0,-1 11 0,-1-20 87,1 1-5,6-4 15,8-11 61,-12 14-180,1 0 1,0-1-1,-1 1 0,1 0 0,0 0 0,-1 0 1,1 0-1,0 0 0,0 0 0,0 0 1,0 0-1,0 0 0,0 0 0,0 1 0,1-1 1,-1 0-1,0 1 0,2-1 0,11-6 83,-1 1-1,0-1 0,14-11 0,19-9 158,-44 26-245,-1 1 0,1-1 0,0 1 1,0-1-1,-1 1 0,1 0 0,0 0 0,0 0 0,0 0 1,0 0-1,-1 0 0,1 1 0,0-1 0,0 0 0,-1 1 0,1 0 1,0-1-1,-1 1 0,1 0 0,0 0 0,-1 0 0,1 0 0,-1 0 1,0 0-1,1 0 0,-1 0 0,0 1 0,1-1 0,0 2 0,5 6 24,0 1 0,0-1 0,7 15 0,-7-13 0,-7-10-25,2 1 2,0 0-1,-1 1 0,1-1 0,-1 0 0,1 1 0,-1-1 0,0 1 0,0-1 0,0 1 0,0 0 0,0 0 1,-1-1-1,1 1 0,-1 0 0,0 0 0,0-1 0,0 1 0,0 0 0,-1 5 0,0-3 1,0-1-1,-1 1 0,1 0 0,-1-1 0,0 0 1,0 1-1,0-1 0,-1 0 0,1 0 1,-1 0-1,0 0 0,0-1 0,-6 5 0,-2 1 28,0-1-1,-1 0 0,-15 8 1,-25 16 20,42-24 26,0 0-1,-19 9 0,29-17-76,0 0 0,0 0 0,-1 1-1,1-1 1,0 0 0,-1 0 0,1 0 0,0 0 0,-1 0 0,1 0-1,0 1 1,-1-1 0,1 0 0,0 0 0,-1 0 0,1 0 0,-1 0-1,1 0 1,0 0 0,-1-1 0,1 1 0,0 0 0,-1 0-1,1 0 1,0 0 0,-1 0 0,1 0 0,0-1 0,0 1 0,-1 0-1,1 0 1,0 0 0,-1-1 0,1 1 0,0 0 0,0-1 0,0 1-1,-1 0 1,1 0 0,0-1 0,0 1 0,0 0 0,0-1 0,0 1-1,-1 0 1,1-1 0,0 1 0,0 0 0,0-1 0,0 1 0,0 0-1,0-1 1,0 1 0,0 0 0,0-1 0,0 1 0,0-1 0,1 1-1,-1-2-72,0 0 0,0 0-1,0 0 1,1 1 0,-1-1-1,1 0 1,-1 0 0,1 1-1,0-1 1,0 0 0,1-1-1,9-7-6903</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1.235"/>
    </inkml:context>
    <inkml:brush xml:id="br0">
      <inkml:brushProperty name="width" value="0.05" units="cm"/>
      <inkml:brushProperty name="height" value="0.05" units="cm"/>
    </inkml:brush>
  </inkml:definitions>
  <inkml:trace contextRef="#ctx0" brushRef="#br0">1 29 13568,'6'-8'554,"-5"7"-492,-1-1 0,1 1 0,0 0-1,0-1 1,0 1 0,0 0 0,1 0-1,-1 0 1,0 0 0,0 0 0,1 0-1,-1 0 1,0 0 0,1 0 0,-1 1-1,1-1 1,-1 1 0,1-1 0,-1 1-1,1-1 1,2 1 0,-2 0-20,0 1-1,0 0 1,0-1 0,-1 1 0,1 0-1,0 0 1,0 0 0,0 0 0,-1 1-1,1-1 1,0 0 0,-1 1 0,1-1-1,-1 1 1,2 3 0,4 1 51,-2 1 1,1 0-1,-1 1 0,0-1 0,-1 1 1,1 0-1,4 16 0,3 8-6,-5-13 13,9 36 1,-15-48-79,0 1 1,0 0-1,-1 0 1,0 0 0,0 0-1,-1 0 1,0 0 0,-2 9-1,1-8 94,-1 0 1,0 0-1,0 0 1,-1-1-1,0 1 0,0-1 1,-1 0-1,0 0 0,0-1 1,-8 9-1,11-16-66,-1 0-1,1 0 1,0 0-1,0 0 1,0 0 0,0-1-1,0 1 1,0-1-1,0 1 1,0-1 0,0 0-1,0 0 1,0 0-1,-3-2 1,1 1 17,0 0-13,2 1-36,0 1 0,1 0 0,-1-1 1,1 1-1,-1-1 0,1 0 0,-1 0 0,1 1 0,-1-1 0,1 0 0,0 0 0,-1 0 0,1 0 1,0-1-1,0 1 0,0 0 0,0 0 0,0-1 0,0 1 0,0-1 0,1 1 0,-1-1 0,0 1 0,1-1 1,-1 1-1,1-1 0,-1 1 0,1-1 0,0-2 0,-2-9 13,0 1 1,1-1-1,1 1 1,0-1-1,1 1 0,0-1 1,1 1-1,0-1 0,1 1 1,0 0-1,1 0 1,0 0-1,1 1 0,1-1 1,0 1-1,12-17 0,-18 27-218,1 0-1,-1 1 1,1-1-1,-1 0 1,1 0-1,0 0 0,0 0 1,-1 1-1,1-1 1,0 0-1,0 1 1,0-1-1,0 0 1,0 1-1,0-1 0,0 1 1,0 0-1,0-1 1,0 1-1,0 0 1,0 0-1,0-1 1,0 1-1,0 0 0,0 0 1,0 0-1,0 0 1,0 0-1,0 1 1,1-1-1,-1 0 1,0 0-1,0 1 0,0-1 1,0 1-1,0-1 1,0 1-1,-1-1 1,1 1-1,0-1 1,2 2-1,8 4-2196,0 0-3738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1.666"/>
    </inkml:context>
    <inkml:brush xml:id="br0">
      <inkml:brushProperty name="width" value="0.05" units="cm"/>
      <inkml:brushProperty name="height" value="0.05" units="cm"/>
    </inkml:brush>
  </inkml:definitions>
  <inkml:trace contextRef="#ctx0" brushRef="#br0">150 1 15744,'21'10'618,"-19"-9"-584,0 0 0,-1 1 0,1-1 0,-1 1 0,1-1 1,-1 1-1,0-1 0,0 1 0,0 0 0,0 0 0,0 0 0,0 0 0,0 0 0,0 2 0,7 31 166,-8-30-143,4 22 43,-2 1-1,-2-1 1,0 1-1,-2 0 1,-1-1-1,-1 0 1,-1 0 0,-17 51-1,20-73-78,-1 0 0,1 0 0,-2 0 0,1 0 0,0 0 0,-1-1 0,0 1 0,0-1 0,0 0 0,-1 0 0,-8 5 0,10-6 35,-1 0 0,0-1-1,-1 0 1,1 0 0,0 0-1,-1 0 1,1-1 0,-1 0 0,0 0-1,1 0 1,-1 0 0,0-1 0,1 1-1,-9-2 1,11 1-6,-1-1 1,1 0-1,0 0 1,0 0-1,0 0 0,0 0 1,0 0-1,0 0 0,1-1 1,-1 1-1,0-1 1,0 1-1,1-1 0,-1 0 1,1 1-1,0-1 0,0 0 1,-1 0-1,1 0 1,0 0-1,0 0 0,1 0 1,-1-1-1,0 1 0,1 0 1,-1 0-1,1 0 1,0-3-1,-2-7 33,2 1 0,-1-1 1,2 1-1,1-13 0,-1 10-55,0 0 0,2 0 0,-1 1-1,2-1 1,0 1 0,1-1-1,0 1 1,1 1 0,13-23 0,-18 32-61,1 1 1,0 0-1,0 0 1,0 0-1,0 0 1,0 0-1,1 0 1,-1 0-1,1 1 1,-1-1-1,1 1 1,-1-1-1,1 1 1,0 0-1,-1 0 1,1 1-1,0-1 1,0 0-1,0 1 1,3-1-1,-5 2-150,0-1 0,0 1 0,-1-1 0,1 1-1,0-1 1,0 1 0,-1 0 0,1-1 0,-1 1 0,1 0 0,-1-1 0,1 1-1,-1 0 1,1 0 0,-1 0 0,1-1 0,-1 1 0,0 0 0,0 0 0,1 0-1,-1 0 1,0 0 0,0-1 0,0 1 0,0 0 0,0 0 0,0 0 0,0 0 0,0 0-1,0 0 1,-1 1 0,1 3-1125,0 21-7246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3.473"/>
    </inkml:context>
    <inkml:brush xml:id="br0">
      <inkml:brushProperty name="width" value="0.05" units="cm"/>
      <inkml:brushProperty name="height" value="0.05" units="cm"/>
    </inkml:brush>
  </inkml:definitions>
  <inkml:trace contextRef="#ctx0" brushRef="#br0">125 42 22655,'0'0'512,"6"1"-405,3 0-84,-1 1 1,1 0-1,-1 0 0,16 7 1,-21-8-22,0 1 1,0-1 0,0 1 0,0 0 0,0 0 0,-1 0 0,1 1-1,-1-1 1,1 0 0,-1 1 0,0 0 0,0-1 0,0 1-1,-1 0 1,1 0 0,-1 0 0,1 0 0,0 5 0,0 2 5,0 1 1,-1-1 0,0 0-1,-1 1 1,-1-1 0,1 0-1,-5 20 1,0-7 3,-1 1 1,-12 28-1,12-41-12,0 1 0,0-1 0,-2-1 0,1 1 0,-1-1 0,-1 0 0,0-1 0,0 0 0,-1 0 0,-13 9 0,12-9 0,9-8 5,1 0-1,-1 0 1,1 0 0,-1-1-1,0 1 1,1 0-1,-1-1 1,0 1-1,1-1 1,-1 0 0,0 1-1,0-1 1,0 0-1,1 0 1,-1 0-1,0 0 1,0 0 0,0-1-1,1 1 1,-1-1-1,0 1 1,0-1-1,1 1 1,-1-1 0,0 0-1,1 0 1,-3-2-1,1 2 5,0-1 1,0 0-1,1 0 0,-1-1 0,1 1 0,0 0 0,-1-1 0,1 0 1,0 1-1,1-1 0,-1 0 0,0 0 0,-1-5 0,0-4-9,1-1 0,0 1 0,1-1 0,1 0 0,0 1 0,0-1 0,3-13 0,3-6 0,13-49 0,-12 59 0,0-1 0,19-36 0,-24 54 0,0 0 0,0 1 0,1 0 0,0 0 0,0 0 0,0 0 0,0 0 0,1 0 0,-1 1 0,1 0 0,0 0 0,0 0 0,0 0 0,1 0 0,-1 1 0,1 0 0,-1 0 0,1 0 0,7-2 0,-11 4-59,0 0-1,0 0 1,0 0-1,0 1 1,0-1-1,0 0 1,0 0 0,-1 1-1,1-1 1,0 0-1,0 1 1,0-1-1,-1 1 1,1-1-1,0 1 1,0-1-1,-1 1 1,1 0-1,0-1 1,-1 1 0,1 0-1,-1 0 1,1-1-1,-1 1 1,1 0-1,-1 0 1,0 0-1,1-1 1,-1 1-1,0 0 1,0 0-1,0 0 1,1 0-1,-1 0 1,0 0 0,0 0-1,0 0 1,0 0-1,-1 1 1,-2 39-5968,1-26-3999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3.934"/>
    </inkml:context>
    <inkml:brush xml:id="br0">
      <inkml:brushProperty name="width" value="0.05" units="cm"/>
      <inkml:brushProperty name="height" value="0.05" units="cm"/>
    </inkml:brush>
  </inkml:definitions>
  <inkml:trace contextRef="#ctx0" brushRef="#br0">165 4 19327,'1'0'128,"20"-1"82,-14 0-175,-1 0-1,0 1 1,1-1 0,-1 2-1,0-1 1,9 2 0,-14-2-29,0 1 0,1-1 0,-1 1 0,0 0 0,1-1 1,-1 1-1,0 0 0,0 0 0,1 0 0,-1 0 0,0 0 0,0 0 1,0 0-1,0 0 0,-1 0 0,1 0 0,0 0 0,0 1 0,-1-1 1,1 0-1,-1 1 0,1-1 0,-1 0 0,1 1 0,-1-1 1,0 1-1,0-1 0,0 1 0,1-1 0,-1 0 0,-1 1 0,1-1 1,-1 3-1,-2 24 46,-3-1 0,0 0 0,-1-1 0,-2 0 0,-1 0 1,0-1-1,-2 0 0,-27 41 0,34-58-23,0 0 0,-1-1 0,1 1 0,-2-1 0,1 0 0,-13 10 0,17-16-17,0 0 0,1 0 1,-1 0-1,0 0 0,0 0 1,0-1-1,1 1 0,-1 0 1,0-1-1,0 0 0,0 1 0,0-1 1,0 0-1,0 0 0,0 0 1,0 0-1,0 0 0,0-1 1,0 1-1,0-1 0,0 1 0,0-1 1,1 0-1,-1 1 0,0-1 1,0 0-1,1 0 0,-1 0 1,0-1-1,1 1 0,-1 0 1,1 0-1,-1-1 0,1 1 0,0-1 1,0 0-1,0 1 0,-1-3 1,-4-4 29,1-1 0,0 0 1,1 1-1,0-2 0,1 1 1,0 0-1,0-1 1,1 1-1,0-1 0,1 0 1,0 0-1,0 0 0,1 0 1,0 1-1,1-1 0,4-19 1,-4 22-16,1-1 0,0 1 0,0-1 0,1 1 0,0 0 0,0 0 1,1 0-1,0 0 0,0 0 0,0 1 0,1 0 0,0 0 0,0 0 0,1 1 1,0-1-1,0 1 0,0 1 0,0-1 0,1 1 0,0 0 0,-1 0 1,10-2-1,-14 5-219,0 0 1,0 1 0,0 0-1,0-1 1,0 1 0,0 0-1,1 0 1,-1 0 0,0 0 0,0 1-1,3 0 1,-1 0-584,-1 0 0,0 1-1,1-1 1,-1 1 0,0 0 0,0 0 0,0 0-1,0 0 1,4 6 0,1 1-6926</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36.768"/>
    </inkml:context>
    <inkml:brush xml:id="br0">
      <inkml:brushProperty name="width" value="0.05" units="cm"/>
      <inkml:brushProperty name="height" value="0.05" units="cm"/>
    </inkml:brush>
  </inkml:definitions>
  <inkml:trace contextRef="#ctx0" brushRef="#br0">87 1 25599,'-8'25'0,"2"-1"0,1 1 0,-2 38 0,3 77 0,3-123 0,2-1 0,0 1 0,1-1 0,0 1 0,7 20 0,-9-36 0,0-1 0,1 1 0,-1 0 0,0 0 0,0-1 0,1 1 0,-1 0 0,0-1 0,1 1 0,-1 0 0,0-1 0,1 1 0,-1 0 0,1-1 0,-1 1 0,1-1 0,0 1 0,-1-1 0,1 1 0,-1-1 0,1 0 0,0 1 0,-1-1 0,1 0 0,1 1 0,-1-1 0,-1 0 0,1-1 0,0 1 0,0 0 0,0 0 0,-1-1 0,1 1 0,0-1 0,0 1 0,-1-1 0,1 1 0,0-1 0,-1 1 0,1-1 0,-1 1 0,1-1 0,0 0 0,0 0 0,2-3 0,-1-1 0,1 1 0,0-1 0,-1 1 0,0-1 0,1-5 0,0-7 0,0 0 0,-2 0 0,0 0 0,-1 0 0,-1 0 0,0 0 0,-1 0 0,-1 0 0,-1 0 0,0 1 0,-1-1 0,-1 1 0,0 1 0,-16-28 0,13 33 0,3 13 0,0 21 0,6-24 0,-8 61 0,0 87 0,6-70 0,1-68 0,-1 23 0,1 0 0,7 60 0,-22-136-1769,-1 10-2947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1.333"/>
    </inkml:context>
    <inkml:brush xml:id="br0">
      <inkml:brushProperty name="width" value="0.05" units="cm"/>
      <inkml:brushProperty name="height" value="0.05" units="cm"/>
    </inkml:brush>
  </inkml:definitions>
  <inkml:trace contextRef="#ctx0" brushRef="#br0">29 0 17407,'0'0'5654,"-1"7"-5441,-4 16-68,-3 10-7,2-1-1,-2 38 1,8-59-119,0 1 0,0-1 0,1 0 0,0 1 0,1-1 0,1 0 0,0 0 1,0 0-1,1-1 0,8 16 0,9 11 141,1 0 0,2-2 0,36 42 0,-50-65-104,1 1 81,-10-16-284,-5-8-283,0-2-2834,-1-1 0,2 0 0,-3-16 0,4 8-3498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1.684"/>
    </inkml:context>
    <inkml:brush xml:id="br0">
      <inkml:brushProperty name="width" value="0.05" units="cm"/>
      <inkml:brushProperty name="height" value="0.05" units="cm"/>
    </inkml:brush>
  </inkml:definitions>
  <inkml:trace contextRef="#ctx0" brushRef="#br0">15 344 15616,'-3'-10'576,"1"5"-431,0-1 0,0 0 0,1 1 0,-1-1 1,1 0-1,1 0 0,-1 0 0,1 0 1,0 0-1,0 1 0,1-1 0,0 0 0,0 0 1,0 0-1,1 1 0,-1-1 0,1 0 1,1 1-1,-1 0 0,1-1 0,0 1 0,0 0 1,1 0-1,-1 1 0,7-6 0,2-3-9,0 1 0,1 1-1,1 0 1,20-13-1,66-32 189,-72 41-280,-16 8-17,-1 0-58,1 1 0,-1 1 0,1 0 0,22-7 0,-34 12-1,1 0 1,-1 0 0,1 0-1,-1 0 1,1 0 0,-1 0-1,1 0 1,-1 0 0,1 0-1,-1 0 1,1 0 0,-1 0-1,1 0 1,-1 0 0,1 0-1,-1 1 1,1-1 0,-1 0-1,1 0 1,-1 0 0,1 1-1,-1-1 1,0 0 0,1 1-1,-1-1 1,1 0 0,-1 1-1,0-1 1,0 1 0,1-1-1,-1 1 1,2 18-3218,-13 22-5472,11-40 8467,-10 21-3692</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2.034"/>
    </inkml:context>
    <inkml:brush xml:id="br0">
      <inkml:brushProperty name="width" value="0.05" units="cm"/>
      <inkml:brushProperty name="height" value="0.05" units="cm"/>
    </inkml:brush>
  </inkml:definitions>
  <inkml:trace contextRef="#ctx0" brushRef="#br0">24 181 15488,'-1'3'533,"-21"57"1877,22-60-2382,0 0-1,0 0 1,0 1-1,0-1 1,0 0 0,0 0-1,0 0 1,0 0-1,0 0 1,0 0-1,0 0 1,0 0-1,0 1 1,0-1-1,0 0 1,0 0-1,0 0 1,0 0-1,0 0 1,0 0-1,0 0 1,0 0-1,0 0 1,0 0-1,0 0 1,1 1-1,-1-1 1,0 0-1,0 0 1,0 0-1,0 0 1,0 0-1,0 0 1,0 0-1,0 0 1,0 0-1,1 0 1,-1 0-1,0 0 1,0 0-1,0 0 1,0 0-1,0 0 1,0 0-1,0 0 1,0 0-1,1 0 1,-1 0-1,0 0 1,0 0-1,0 0 1,0 0 0,0 0-1,0 0 1,0 0-1,0-1 1,0 1-1,1 0 1,-1 0-1,0 0 1,0 0-1,0 0 1,0 0-1,0 0 1,15-7 690,21-13-428,-31 17-121,269-172 983,-265 168-1120,0 1 1,1 0-1,-1 1 1,13-5-1,5 4-5698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2.685"/>
    </inkml:context>
    <inkml:brush xml:id="br0">
      <inkml:brushProperty name="width" value="0.05" units="cm"/>
      <inkml:brushProperty name="height" value="0.05" units="cm"/>
    </inkml:brush>
  </inkml:definitions>
  <inkml:trace contextRef="#ctx0" brushRef="#br0">1 54 17535,'0'2'256,"1"27"249,2-1 0,2 0 0,7 29 0,5 27 14,23 122 249,-35-188-732,-5-18-64,0 0-1,0 0 1,0 1 0,0-1-1,0 0 1,0 0-1,0 1 1,1-1-1,-1 0 1,0 0-1,0 1 1,0-1-1,0 0 1,1 0 0,-1 0-1,0 1 1,0-1-1,0 0 1,1 0-1,-1 0 1,0 0-1,0 1 1,1-1-1,-1 0 1,0 0-1,1 0 1,-1 0 0,0 0-1,0 0 1,1 0-1,-1 0 1,0 0-1,0 0 1,1 0-1,-1 0 1,0 0-1,1 0 1,-1 0 0,0 0-1,0 0 1,1 0-1,-1-1 1,0 1-1,0 0 1,1 0-1,-1 0 1,0 0-1,0-1 1,1 1-1,-1 0 1,0 0 0,0 0-1,0-1 1,0 1-1,1 0 1,-1 0-1,0-1 1,0 1-1,1-1-308,0-1 0,-1 1 0,1 0-1,0-1 1,-1 1 0,1-1 0,-1 1 0,0-1-1,0 1 1,1-1 0,-1-1 0,-2-33-1135,2 27 1380,-5-26 417,-1 0 1,-2 1-1,-2 0 0,-23-59 0,29 84 54,-3-8 500,6 15-813,0 1 0,0-1 1,0 1-1,0-1 0,1 1 0,-1-1 0,0 1 0,1-1 0,-1 1 0,1-1 1,0 0-1,0 1 0,0-1 0,0 0 0,0 1 0,0-1 0,0 0 0,0 1 1,0-1-1,1 0 0,-1 1 0,1-1 0,-1 1 0,1-1 0,0 1 1,-1-1-1,3-1 0,5-9 80,0 1-1,1 0 1,1 0 0,0 1 0,0 0-1,1 1 1,0 0 0,1 1 0,0 0-1,0 1 1,16-7 0,-25 13-108,1-2 28,1 0 0,1 1 0,-1 0 0,0 0 0,0 0 0,1 1 0,-1 0 0,1 0 0,0 0 0,-1 0 0,1 1 0,6 0 0,-11 1-53,0-1 1,0 1-1,0 0 0,0-1 0,0 1 1,0-1-1,0 1 0,0 0 1,0 0-1,-1 0 0,1 0 0,0-1 1,-1 1-1,1 0 0,0 0 1,-1 0-1,1 0 0,-1 0 0,0 0 1,1 1-1,-1-1 0,0 0 1,0 0-1,0 0 0,1 0 0,-1 0 1,0 0-1,0 0 0,-1 3 0,-6 38 188,4-30-139,-3 24 148,-3 45-1,9-70-173,0 0 1,0 0-1,1 0 1,0 0-1,1 0 1,1 0-1,0-1 1,6 18-1,-7-25-16,0 0 0,0 0 1,1 0-1,-1-1 0,0 1 0,1 0 0,0-1 1,-1 0-1,1 0 0,0 0 0,0 0 0,1 0 1,-1-1-1,0 1 0,0-1 0,1 0 0,-1 0 1,1 0-1,-1 0 0,1-1 0,-1 1 0,1-1 1,-1 0-1,1 0 0,6-1 0,-5 1-92,-1-1 0,0 1 0,0-1 0,0 0 0,0 0 0,0 0 0,0 0 0,-1-1 0,1 0 0,0 0 0,-1 0 0,1 0 0,-1 0 0,1-1 0,-1 1 0,0-1 0,0 0 0,-1 0 0,1 0 0,0 0 0,-1-1 0,3-5 0,1-6-3576,0 0-8447</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3.256"/>
    </inkml:context>
    <inkml:brush xml:id="br0">
      <inkml:brushProperty name="width" value="0.05" units="cm"/>
      <inkml:brushProperty name="height" value="0.05" units="cm"/>
    </inkml:brush>
  </inkml:definitions>
  <inkml:trace contextRef="#ctx0" brushRef="#br0">15 18 13952,'0'0'640,"15"-17"5503,-16 24-6000,0 1 0,0-1-1,-1 1 1,-3 10 0,-5 26 39,7-22-98,-3 68 113,5-79-158,2 0-1,0 1 1,0-1-1,1 0 1,6 21-1,-8-32-32,0 1-1,0-1 0,0 1 0,0-1 0,1 1 0,-1 0 1,0-1-1,0 1 0,1-1 0,-1 1 0,0-1 1,1 1-1,-1-1 0,0 1 0,1-1 0,-1 0 1,1 1-1,-1-1 0,1 0 0,-1 1 0,1-1 0,-1 0 1,1 1-1,-1-1 0,1 0 0,-1 0 0,1 0 1,-1 1-1,1-1 0,0 0 0,-1 0 0,1 0 1,-1 0-1,1 0 0,0 0 0,-1 0 0,1 0 0,-1 0 1,1-1-1,-1 1 0,1 0 0,0 0 0,-1 0 1,1-1-1,-1 1 0,1 0 0,-1-1 0,1 1 1,-1 0-1,0-1 0,1 1 0,-1-1 0,1 1 0,-1 0 1,0-1-1,1 1 0,-1-1 0,1 0 0,23-33 78,-22 30-66,4-5 17,-1 0-1,0 0 1,-1-1 0,0 1 0,-1-1 0,0 0 0,0-1 0,1-11-1,-3 15 45,-1 0-1,0 1 0,0-1 1,0 0-1,-1 0 0,0 0 0,-1 1 1,1-1-1,-1 1 0,-1-1 0,1 1 1,-1 0-1,-4-8 0,13 27 342,-1-3-353,0 0 1,13 19 0,4-5-78,1 0 0,35 25 1,-36-30-150,-20-17-174,0 0 1,1-1-1,-1 1 0,1 0 0,-1-1 1,1 1-1,0-1 0,-1 0 1,1 0-1,0 0 0,0 0 0,0-1 1,5 1-1,16 2-13084</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4.338"/>
    </inkml:context>
    <inkml:brush xml:id="br0">
      <inkml:brushProperty name="width" value="0.05" units="cm"/>
      <inkml:brushProperty name="height" value="0.05" units="cm"/>
    </inkml:brush>
  </inkml:definitions>
  <inkml:trace contextRef="#ctx0" brushRef="#br0">18 334 16000,'-1'-2'639,"-6"-25"731,5 21-848,0-1 0,0 1 0,1 0 0,0-1 0,0-6 0,2 12 431,2 4-347,6 12-125,7 21-260,17 127 250,0 4-174,-25-151-257,-7-15-37,-1-1 1,0 0-1,0 0 1,0 1-1,1-1 1,-1 0-1,0 0 1,1 0 0,-1 0-1,0 0 1,0 1-1,1-1 1,-1 0-1,0 0 1,1 0 0,-1 0-1,0 0 1,1 0-1,-1 0 1,0 0-1,0 0 1,1 0-1,-1 0 1,0 0 0,1 0-1,-1 0 1,0 0-1,1-1 1,-1 1-1,1 0 1,0-2 17,1 0 0,0 0 1,0 0-1,-1 0 0,1 0 1,-1 0-1,0 0 0,0 0 0,0-1 1,0 1-1,2-5 0,0-6 53,-1-1-1,0 1 1,0 0-1,-1-22 1,1-2 70,-1-2 1,-1 30-99,0-1 0,0 0 0,1 1 0,1-1-1,-1 1 1,1 0 0,6-16 0,-8 25-46,0 0 0,0-1 0,1 1 0,-1 0 0,0 0 0,0-1 0,1 1 0,-1 0 0,0 0 0,1-1 0,-1 1 0,0 0 0,0 0 0,1 0 0,-1 0 0,0-1 0,1 1 0,-1 0 0,1 0 0,-1 0 0,0 0 0,1 0 0,-1 0 0,0 0 0,1 0 0,-1 0 0,0 0 0,1 0 0,-1 0 0,0 0 0,1 0 0,-1 1 0,1-1 0,-1 0 0,0 0 0,0 0 0,1 0 0,-1 1 0,0-1 0,1 0 0,-1 0 0,0 1 0,0-1 0,1 0 0,-1 0 0,0 1 0,0-1 0,1 1 0,15 19 0,-11-14 0,-2-2-19,1 0 0,0 1 0,0-1 0,0-1 0,1 1 0,-1-1-1,1 1 1,0-1 0,0-1 0,0 1 0,9 2 0,-12-4 10,1 0 0,-1-1 0,1 0 0,-1 1 0,1-1 0,-1 0 0,1 0 0,-1-1 0,1 1 0,-1 0 0,0-1 0,1 0 0,-1 1 0,1-1 0,-1 0 0,0 0 0,0 0 0,1-1 0,-1 1 0,0-1 0,0 1 0,0-1 0,0 1 0,-1-1 0,1 0 0,0 0 0,-1 0 0,3-4 0,0-1 14,0-1 1,0 0 0,-1 0 0,0 0 0,-1 0 0,0 0 0,0 0 0,0-1-1,-1 1 1,0-15 0,-1 9 136,2-1 0,4-19 0,-6 34-138,0 1-1,0-1 1,1 0 0,-1 0-1,0 1 1,0-1 0,0 0-1,0 0 1,0 1-1,1-1 1,-1 0 0,0 0-1,0 0 1,0 1-1,1-1 1,-1 0 0,0 0-1,0 0 1,1 0 0,-1 0-1,0 1 1,0-1-1,1 0 1,-1 0 0,0 0-1,0 0 1,1 0 0,-1 0-1,0 0 1,1 0-1,-1 0 1,0 0 0,0 0-1,1 0 1,-1 0-1,0 0 1,0 0 0,1 0-1,-1 0 1,0-1 0,1 1-1,-1 0 1,0 0-1,0 0 1,0 0 0,1 0-1,-1-1 1,0 1-1,0 0 1,0 0 0,1 0-1,-1-1 1,0 1 0,0 0-1,0 0 1,0-1-1,0 1 1,1 0 0,-1 0-1,0-1 1,0 1-1,0 0 1,0-1 0,0 1-1,0 0 1,0-1 0,12 27 89,-10-22-66,16 33-432,1-1-1,30 43 1,-48-78 135,0 1-1,0-1 1,0 0-1,0 0 1,0 0 0,0 0-1,0 0 1,1 0-1,-1 0 1,0 0 0,1 0-1,-1 0 1,1-1-1,-1 1 1,1-1 0,-1 1-1,1-1 1,-1 1 0,1-1-1,1 0 1,0 0 16,0 0 0,0 0 0,0-1 0,0 1 0,0-1 0,0 0 0,-1 0 0,1 0 0,0 0 0,3-2-1,5-4-21,0-1 0,0 0 0,17-17-1,-22 20 234,3-4 232,0 0 0,0-1 0,-1 0 0,0 0 0,-1 0 0,6-13 0,-12 23-125,-1 0 0,0-1 0,0 1 0,0 0 1,0 0-1,0-1 0,0 1 0,0 0 1,0-1-1,0 1 0,0 0 0,0 0 0,0-1 1,0 1-1,0 0 0,0-1 0,0 1 1,0 0-1,0 0 0,0-1 0,0 1 0,0 0 1,0-1-1,0 1 0,-1 0 0,1 0 1,0 0-1,0-1 0,0 1 0,-1 0 1,1 0-1,0-1 0,0 1 0,0 0 0,-1 0 1,1 0-1,0 0 0,0 0 0,-1-1 1,1 1-1,0 0 0,-1 0 0,1 0 0,0 0 1,0 0-1,-1 0 0,1 0 0,0 0 1,-1 0-1,1 0 0,0 0 0,0 0 1,-1 0-1,1 0 0,0 0 0,-1 0 0,1 0 1,0 1-1,-1-1 0,1 0-42,-1 0 0,1 0-1,0 1 1,-1-1 0,1 0 0,0 0 0,-1 0 0,1 0-1,0 0 1,-1 0 0,1 0 0,-1 0 0,1 0-1,0 0 1,-1 0 0,1 0 0,0-1 0,-1 1 0,1 0-1,0 0 1,-1 0 0,1 0 0,0 0 0,-1-1-1,1 1 1,0 0 0,-1 0 0,1-1 0,0 1 0,0 0-1,-1-1 1,1 1 0,0 0 0,0 0 0,0-1-1,-1 1 1,1 0 0,0-1 0,0 1 0,0-1-1,0 1 1,0 0 0,0-1 0,0 1 0,0 0 0,0-1-1,0 1 1,0-1 0,0 1 0,0 0 0,0-1-1,0 1 1,0 0 0,0-1 0,0 1 0,0 0 0,1-1-1,-1 1 1,0-1 0,5-7 138,-1 1 1,1-1-1,1 1 0,11-12 1,-9 11-68,-1-1 0,0 1-1,8-14 1,-7 8-42,-1 0-1,-1-1 0,0 0 1,3-16-1,-7 25-24,-1 1 0,0-1 0,0 0 0,0 0 0,-1 1-1,0-1 1,0 0 0,0 0 0,-1 1 0,0-1 0,0 0 0,0 1 0,-1-1-1,-4-9 1,6 15-23,0-1 0,-1 1-1,1 0 1,0-1-1,-1 1 1,1 0 0,0-1-1,-1 1 1,1 0-1,0-1 1,-1 1 0,1 0-1,-1-1 1,1 1 0,0 0-1,-1 0 1,1 0-1,-1-1 1,1 1 0,-1 0-1,1 0 1,-1 0 0,1 0-1,-1 0 1,1 0-1,-1 0 1,1 0 0,-1 0-1,-16 8 82,-10 18 12,15-10-96,0 0 0,1 0 0,1 2 0,-9 18 0,14-24 0,0 1 0,0-1 0,1 1 0,1 0 0,0 0 0,-2 27 0,4-36 6,1 0 0,0 0-1,1 1 1,-1-1-1,1 0 1,-1 0 0,1 0-1,0 0 1,1 0 0,-1 0-1,1 0 1,0-1-1,0 1 1,0 0 0,0-1-1,0 1 1,6 5 0,-4-7 1,-1 1 0,1-1 1,-1 0-1,1 0 1,0 0-1,0 0 0,0-1 1,0 0-1,0 0 1,0 0-1,0 0 1,1 0-1,-1-1 0,0 0 1,0 0-1,1 0 1,5-1-1,4-2-5,-1-1 0,1 0 0,-1 0 1,0-2-1,0 1 0,0-2 0,12-8 0,14-6-62,-30 16-85,12-5-1806,-6 4-4699</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4.698"/>
    </inkml:context>
    <inkml:brush xml:id="br0">
      <inkml:brushProperty name="width" value="0.05" units="cm"/>
      <inkml:brushProperty name="height" value="0.05" units="cm"/>
    </inkml:brush>
  </inkml:definitions>
  <inkml:trace contextRef="#ctx0" brushRef="#br0">75 0 19199,'0'0'384,"-11"4"384,9-2-700,-1-1-1,1 0 0,0 1 0,0 0 1,0-1-1,0 1 0,0 0 1,0 0-1,0 0 0,1 0 0,-1 0 1,1 0-1,-1 1 0,1-1 1,-2 4-1,-9 42 332,10-37-317,-6 36 209,3 0 1,0 80-1,16 98 153,-3-99-248,0 340 206,-8-436-398,1-6-963,3-36-4077,-1-5-6910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6:02:45.250"/>
    </inkml:context>
    <inkml:brush xml:id="br0">
      <inkml:brushProperty name="width" value="0.05" units="cm"/>
      <inkml:brushProperty name="height" value="0.05" units="cm"/>
    </inkml:brush>
  </inkml:definitions>
  <inkml:trace contextRef="#ctx0" brushRef="#br0">214 4 16639,'0'0'2304,"-1"-1"-2046,0 0-1,0 1 1,-1 0-1,1-1 1,0 1 0,-1 0-1,1 0 1,-1-1-1,1 1 1,0 0-1,-1 0 1,1 1-1,-2-1 1,-1 3-209,1 0 1,-1 1-1,1-1 1,0 1-1,0-1 1,0 1-1,1 0 1,-1 0-1,-1 6 1,-5 5 73,-28 43 242,16-27-237,1 1-1,1 1 1,2 1-1,-15 40 1,31-71-111,0 1-1,0-1 1,0 1 0,0 0 0,1 0 0,-1-1-1,1 1 1,0 0 0,0 0 0,0-1-1,0 1 1,1 0 0,0-1 0,0 1 0,0 0-1,0-1 1,0 1 0,1-1 0,-1 1-1,1-1 1,0 0 0,0 0 0,0 0-1,1 0 1,-1 0 0,1 0 0,4 4 0,-1-4 19,-1 0 0,1 1 0,-1-2-1,1 1 1,0-1 0,0 0 0,1 0 0,-1 0 0,0-1 0,0 0 0,1 0 0,-1-1 0,1 0 0,-1 0 0,10-1 0,21-6 175,-29 5-153,-1 0 0,1 1 0,0 0 0,0 0-1,0 1 1,-1-1 0,1 2 0,0-1 0,13 4 0,-20-3-41,1 0 0,-1 0 1,1 1-1,-1-1 0,0 0 1,0 1-1,0-1 0,0 1 1,0-1-1,0 1 1,0 0-1,0-1 0,-1 1 1,1 0-1,-1 0 0,1-1 1,-1 1-1,1 0 0,-1 3 1,4 36 253,-5-36-216,1-1-1,-1 1 1,0-1-1,0 0 1,-1 1-1,1-1 1,-1 0-1,0 0 1,0 0-1,0 0 0,-1 0 1,1-1-1,-1 1 1,0 0-1,-5 4 1,0-1-83,1 0 0,-2-1 0,1 0 0,0 0 0,-17 8 0,-15 2-4021,11-8-7645,14-6 5102</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3.215"/>
    </inkml:context>
    <inkml:brush xml:id="br0">
      <inkml:brushProperty name="width" value="0.05" units="cm"/>
      <inkml:brushProperty name="height" value="0.05" units="cm"/>
    </inkml:brush>
  </inkml:definitions>
  <inkml:trace contextRef="#ctx0" brushRef="#br0">27 0 16639,'25'138'86,"-7"0"-1,2 258 0,-21-297 81,1-30 71,-16 127 0,4-119-99,-31 156 471,35-213-553,7-17-93,-1 1 0,1-1 0,0 0 0,0 1 0,0 0 0,0-1 0,0 1 0,1 5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4.107"/>
    </inkml:context>
    <inkml:brush xml:id="br0">
      <inkml:brushProperty name="width" value="0.05" units="cm"/>
      <inkml:brushProperty name="height" value="0.05" units="cm"/>
    </inkml:brush>
  </inkml:definitions>
  <inkml:trace contextRef="#ctx0" brushRef="#br0">1 322 6016,'0'0'640,"4"-1"-107,16-1 417,-1 1 1,1 0-1,30 4 0,22-1-463,5-8-43,0-3 0,98-26 0,39-5 421,227-3-216,-215 24-146,111 4 159,-260 13-557,0-4 0,101-20 1,147-55 218,-287 71-248,0 0 1,0 3 0,1 1 0,55-1-1,245 18 543,-335-11-598,-1 0 1,0 0-1,0 0 0,1 0 1,-1 1-1,0 0 0,0-1 1,0 1-1,0 0 0,0 1 1,5 1-1,-8-3-55,-1 0-1,1 0 0,0 0 1,0 0-1,-1 0 0,1 0 1,0 0-1,0 0 0,-1 0 1,1 0-1,0 0 1,0 1-1,-1-1 0,1 0 1,0 0-1,0 0 0,0 0 1,-1 0-1,1 0 1,0 1-1,0-1 0,0 0 1,-1 0-1,1 0 0,0 0 1,0 1-1,0-1 1,0 0-1,0 0 0,-1 0 1,1 1-1,0-1 0,0 0 1,0 0-1,0 1 1,0-1-1,0 0 0,0 0 1,0 1-1,0-1 0,0 0 1,0 0-1,0 1 1,0-1-1,0 0 0,0 0 1,0 1-1,0-1 0,0 0 1,0 0-1,1 0 1,-1 1-1,0-1 0,0 0 1,0 0-1,0 0 0,0 1 1,1-1-1,-1 0 0,0 0 1,0 0-1,0 1 1,1-1-1,-1 0 0,0 0 1,0 0-1,0 0 0,1 0 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4.798"/>
    </inkml:context>
    <inkml:brush xml:id="br0">
      <inkml:brushProperty name="width" value="0.05" units="cm"/>
      <inkml:brushProperty name="height" value="0.05" units="cm"/>
    </inkml:brush>
  </inkml:definitions>
  <inkml:trace contextRef="#ctx0" brushRef="#br0">6 0 10496,'0'0'2965,"-1"9"-2517,-1 31-145,-1 92 205,6-87-411,0 4 249,16 89 0,-5-73 73,-3 1 1,5 96-1,-12 60 93,-1-151-348,14 76-1,-15-129-106,31 147 434,-24-146-392,-9-19-91,1 1 1,-1-1-1,1 1 0,-1 0 1,1-1-1,-1 1 0,0 0 1,1 0-1,-1-1 0,0 1 1,0 0-1,1 0 0,-1 0 1,0-1-1,0 1 0,0 0 1,0 0-1,0 0 0,0 0 0,0-1 1,0 1-1,-1 0 0,1 1 1,-1-1 55</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5.591"/>
    </inkml:context>
    <inkml:brush xml:id="br0">
      <inkml:brushProperty name="width" value="0.05" units="cm"/>
      <inkml:brushProperty name="height" value="0.05" units="cm"/>
    </inkml:brush>
  </inkml:definitions>
  <inkml:trace contextRef="#ctx0" brushRef="#br0">46 1 12672,'0'0'2176,"-4"6"-2048,-2 6-74,-1 1 1,2 0 0,0 0 0,1 0 0,0 1 0,1 0 0,0 0-1,1 0 1,1 0 0,0 0 0,1 0 0,0 0 0,4 22 0,10 53 211,28 95 1,-5 4 31,-35-172-255,-2-14-97,2 2-80,-2 0 0,1 1-1,0-1 1,-1 0 0,0 1-1,0-1 1,0 0-1,0 1 1,-1-1 0,0 0-1,0 1 1,0-1 0,0 0-1,-3 6 1</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5.932"/>
    </inkml:context>
    <inkml:brush xml:id="br0">
      <inkml:brushProperty name="width" value="0.05" units="cm"/>
      <inkml:brushProperty name="height" value="0.05" units="cm"/>
    </inkml:brush>
  </inkml:definitions>
  <inkml:trace contextRef="#ctx0" brushRef="#br0">0 29 11264,'1'2'149,"13"31"981,-8-19-544,0-1-1,0 0 0,1 0 1,10 14-1,-15-24-497,0 0 0,0-1-1,0 1 1,1-1 0,-1 0 0,1 0-1,-1 0 1,1 0 0,0 0-1,-1 0 1,1-1 0,0 1 0,0-1-1,0 0 1,1 0 0,-1 0 0,0 0-1,0-1 1,0 1 0,1-1 0,-1 0-1,0 0 1,0 0 0,5-1-1,-6 0-54,1-1-1,-1 0 0,0 1 0,0-1 0,0 0 0,0 0 0,0 0 0,0 0 0,-1-1 1,1 1-1,-1 0 0,2-4 0,4-4 41,23-35 17,14-17-2953,-20 32-7654</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6.434"/>
    </inkml:context>
    <inkml:brush xml:id="br0">
      <inkml:brushProperty name="width" value="0.05" units="cm"/>
      <inkml:brushProperty name="height" value="0.05" units="cm"/>
    </inkml:brush>
  </inkml:definitions>
  <inkml:trace contextRef="#ctx0" brushRef="#br0">1 1 13184,'0'0'512,"0"7"-363,5 77 406,8 86 170,-2-112-523,-4-21-111,2 39 0,-4 0-1862</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7.006"/>
    </inkml:context>
    <inkml:brush xml:id="br0">
      <inkml:brushProperty name="width" value="0.05" units="cm"/>
      <inkml:brushProperty name="height" value="0.05" units="cm"/>
    </inkml:brush>
  </inkml:definitions>
  <inkml:trace contextRef="#ctx0" brushRef="#br0">1 0 12544,'0'0'128,"3"32"256,3-2 0,0 6 0,1 2 0,-1 7-256,-1-2 128,5 4-128,-3-6 0,3-4-128,-1-7 128,-3-9-128,-2-6 0,-4-4-3328</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7.357"/>
    </inkml:context>
    <inkml:brush xml:id="br0">
      <inkml:brushProperty name="width" value="0.05" units="cm"/>
      <inkml:brushProperty name="height" value="0.05" units="cm"/>
    </inkml:brush>
  </inkml:definitions>
  <inkml:trace contextRef="#ctx0" brushRef="#br0">1 107 12032,'0'0'640,"7"-7"-256,6-1 0,4-1 0,8-2-256,-5-1 128,5-1-128,-4 2 0,-3 0-512,-3-3 0,0 3-9344</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7.698"/>
    </inkml:context>
    <inkml:brush xml:id="br0">
      <inkml:brushProperty name="width" value="0.05" units="cm"/>
      <inkml:brushProperty name="height" value="0.05" units="cm"/>
    </inkml:brush>
  </inkml:definitions>
  <inkml:trace contextRef="#ctx0" brushRef="#br0">1 41 15232,'0'0'0,"21"0"128,11-3 0,-8 1 0,0-2-128,-1-2 128,5 1-128,-7-1 128,-6-3-256,-4 3 128</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8.039"/>
    </inkml:context>
    <inkml:brush xml:id="br0">
      <inkml:brushProperty name="width" value="0.05" units="cm"/>
      <inkml:brushProperty name="height" value="0.05" units="cm"/>
    </inkml:brush>
  </inkml:definitions>
  <inkml:trace contextRef="#ctx0" brushRef="#br0">0 1 12672,'2'2'124,"-1"0"1,0 0 0,0 0 0,0 0 0,0 0 0,0 0 0,-1 0 0,1 1 0,-1-1-1,1 0 1,-1 0 0,0 1 0,0-1 0,0 0 0,0 1 0,0-1 0,-1 3 0,2 20 336,5-2-205,-1 1 0,3 44 0,-7-58-210,0-1 0,1 1 1,5 15-1,-4-16-11,-1-1 1,0 1-1,0 0 1,0 16 0,5 2-3130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8.389"/>
    </inkml:context>
    <inkml:brush xml:id="br0">
      <inkml:brushProperty name="width" value="0.05" units="cm"/>
      <inkml:brushProperty name="height" value="0.05" units="cm"/>
    </inkml:brush>
  </inkml:definitions>
  <inkml:trace contextRef="#ctx0" brushRef="#br0">0 34 8832,'12'0'624,"0"-1"0,0-1 0,0 0 0,0 0 0,-1-1 0,1-1 0,17-8 0,-17 6-489,-6 4 218,-7 17-87,0-10-252,0 26 569,3 48 0,1 7 192,-3-73-701,0 0 0,1 0 1,3 18-1,-4-27-51,1-1-1,0 0 1,0 1-1,0-1 1,0 0-1,0 0 1,1 0-1,-1 0 1,1 0-1,0 0 1,0 0-1,0-1 1,0 1-1,1-1 1,-1 1 0,0-1-1,1 0 1,4 3-1,-4-4-157,1-1 1,-1 1-1,0-1 0,1 0 1,-1 0-1,0 0 1,1-1-1,-1 1 0,0-1 1,1 1-1,-1-1 0,0 0 1,0-1-1,0 1 0,5-3 1,4-1-10234</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8.950"/>
    </inkml:context>
    <inkml:brush xml:id="br0">
      <inkml:brushProperty name="width" value="0.05" units="cm"/>
      <inkml:brushProperty name="height" value="0.05" units="cm"/>
    </inkml:brush>
  </inkml:definitions>
  <inkml:trace contextRef="#ctx0" brushRef="#br0">25 1 14336,'-1'11'225,"0"0"-1,-1 1 1,-5 20 0,-4 17 177,9-31-263,2 0 0,0 20 1,1-33-122,-1 1 1,1-1-1,0 0 1,0 0-1,1 0 1,0 0-1,-1 0 1,2 0-1,-1-1 1,0 1-1,6 6 1,-8-10-17,1 0 0,-1-1 0,1 1 0,0 0 0,-1-1 0,1 1 0,0-1 0,-1 1 0,1-1 0,0 1 0,-1-1 0,1 0 0,0 1 0,0-1 0,-1 0 0,1 1 0,0-1 0,0 0 0,0 0 0,0 0 0,-1 0 0,1 0 0,0 0 0,0 0 0,0 0 0,1 0 1,-1-1 3,1 0 1,0 1-1,-1-1 1,1 0-1,0 0 1,-1 0-1,1-1 1,-1 1 0,0 0-1,1 0 1,0-3-1,3-1 11,-1-1 0,-1 0 0,1 0 0,-1 0 0,3-7 0,-3 4 37,-1 0 0,-1-1 0,0 1 1,0-1-1,-1-18 0,0 17 25,0 0-1,1 0 1,3-19-1,-4 30-73,0 0 0,0 0-1,0-1 1,0 1-1,1 0 1,-1 0 0,0-1-1,0 1 1,0 0-1,0 0 1,0-1 0,1 1-1,-1 0 1,0 0 0,0 0-1,0 0 1,1-1-1,-1 1 1,0 0 0,0 0-1,1 0 1,-1 0-1,0 0 1,0 0 0,1 0-1,-1 0 1,0 0-1,0 0 1,1 0 0,-1 0-1,0 0 1,1 0-1,-1 0 1,14 4 69,15 13 17,-25-14-50,-1-1-141,6 4 140,1 0 1,18 8 0,-24-13-727,0 1 0,1-1 0,-1 0 1,0 0-1,1-1 0,5 1 1,5-1-7699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9.613"/>
    </inkml:context>
    <inkml:brush xml:id="br0">
      <inkml:brushProperty name="width" value="0.05" units="cm"/>
      <inkml:brushProperty name="height" value="0.05" units="cm"/>
    </inkml:brush>
  </inkml:definitions>
  <inkml:trace contextRef="#ctx0" brushRef="#br0">1 1 13312,'2'2'234,"0"2"14,-1 0 0,1 0 0,0 1 1,-1-1-1,0 1 0,0-1 0,0 1 0,-1 0 0,1-1 0,-1 1 0,-1 7 0,3 23 466,31 115 374,-27-120-939,-3-10-5,-1-15-94,-1-5-31,3-13-19,-1 0 0,-1 0 0,0-1 0,0-20 0,-2 24 0,1 0 0,0 1 0,0-1 0,0 0 0,1 0 0,1 1 0,0-1 0,0 1 0,8-16 0,-11 25 0,1-1 0,-1 0 0,0 0 0,1 1 0,-1-1 0,0 0 0,1 1 0,-1-1 0,1 0 0,-1 1 0,1-1 0,0 1 0,-1-1 0,1 1 0,-1-1 0,1 1 0,0 0 0,-1-1 0,1 1 0,0 0 0,0-1 0,-1 1 0,1 0 0,0 0 0,0 0 0,-1-1 0,1 1 0,0 0 0,0 0 0,-1 0 0,1 0 0,0 0 0,0 1 0,0-1 0,-1 0 0,1 0 0,0 0 0,-1 1 0,1-1 0,0 0 0,0 1 0,-1-1 0,1 1 0,-1-1 0,1 1 0,0-1 0,-1 1 0,1 0 0,1 1 0,-1 0 0,1 0 0,-1 0 0,0 0 0,1 0 0,-1 0 0,0 1 0,0-1 0,-1 0 0,1 1 0,0-1 0,-1 1 0,1 2 0,-1 34 0,3-31 0,4-4 0,-6-4 1,0-1 1,0 0-1,-1 1 0,1-1 0,0 1 0,-1-1 0,1 0 0,-1 0 0,1 1 0,-1-1 0,1 0 0,-1 0 0,1 0 0,-1 0 0,0 1 0,1-1 0,-1 0 0,0 0 0,0 0 0,0-2 0,4-26 48,-2 13-13,0 8-10,0 0 0,1 0-1,0 0 1,0 0 0,9-14 0,-11 21-20,0-1 0,0 0 0,0 1 0,1-1 0,-1 1 0,1-1 0,-1 1 1,1 0-1,-1 0 0,1-1 0,0 1 0,0 0 0,2 0 0,-3 0-4,0 1-1,1 0 1,-1 0-1,0 0 1,0 0-1,1 0 1,-1 0 0,0 0-1,1 0 1,-1 1-1,0-1 1,0 1-1,1-1 1,-1 0-1,0 1 1,0 0 0,0-1-1,0 1 1,0 0-1,0 0 1,0-1-1,0 1 1,1 1-1,5 6-383,-1 0-1,0 0 0,0 0 0,0 1 1,-1-1-1,-1 2 0,1-1 1,-1 0-1,-1 1 0,0-1 0,0 1 1,-1 0-1,0 0 0,-1 0 0,0 0 1,-1 16-1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0.034"/>
    </inkml:context>
    <inkml:brush xml:id="br0">
      <inkml:brushProperty name="width" value="0.05" units="cm"/>
      <inkml:brushProperty name="height" value="0.05" units="cm"/>
    </inkml:brush>
  </inkml:definitions>
  <inkml:trace contextRef="#ctx0" brushRef="#br0">1 289 9856,'0'0'405,"32"-10"5355,-23 5-5617,-1-1-1,-1 0 1,1 0-1,-1-1 1,0 0 0,0 0-1,-1 0 1,0-1 0,-1 0-1,1-1 1,-1 1 0,-1-1-1,0 0 1,0 0 0,4-15-1,-1 0-71,-4 14-19,0 0 1,0 0-1,-1 0 1,0-1-1,-1 1 1,0-1 0,-1-17-1,0 27-48,0 0 0,-1 0 0,1 0 0,0 0 0,-1 0 0,1 0 0,-1 0 0,1 0 0,-1 0 0,0 1 1,1-1-1,-1 0 0,0 0 0,1 1 0,-1-1 0,0 0 0,0 1 0,0-1 0,0 1 0,0-1 0,1 1 0,-1-1 0,0 1 0,0 0 0,0 0 0,0-1 0,0 1 0,0 0 0,0 0 0,0 0 0,0 0 0,0 0 0,-2 0 0,0 0 8,0 1 0,0-1 0,0 0 0,-1 1 0,1 0 0,0 0-1,0 0 1,0 0 0,-5 3 0,4-1 1,0 0-1,0 1 0,0-1 1,1 1-1,0 0 1,0 0-1,0 0 1,0 1-1,0-1 1,1 1-1,0-1 0,0 1 1,0 0-1,0-1 1,1 1-1,0 0 1,0 0-1,0 0 1,1 1-1,0-1 0,0 0 1,0 7-1,2 2 42,-1 1 0,2-1-1,-1 0 1,2 0-1,0-1 1,11 24-1,-10-24-13,1-1-1,0 0 0,1 0 0,1 0 0,14 16 0,-20-25-30,1-1 0,-1 1 1,1-1-1,0 0 0,0 0 0,0 0 0,0 0 0,0-1 0,0 1 1,1-1-1,-1 0 0,0 0 0,1 0 0,-1 0 0,1-1 0,-1 1 0,1-1 1,-1 0-1,1 0 0,-1 0 0,1-1 0,-1 1 0,1-1 0,-1 0 1,1 0-1,-1 0 0,4-2 0,6-2-26,-1-2 0,0 1 0,-1-2 0,0 1 0,18-16-1,21-25-3186,-11 9-8315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2.332"/>
    </inkml:context>
    <inkml:brush xml:id="br0">
      <inkml:brushProperty name="width" value="0.05" units="cm"/>
      <inkml:brushProperty name="height" value="0.05" units="cm"/>
    </inkml:brush>
  </inkml:definitions>
  <inkml:trace contextRef="#ctx0" brushRef="#br0">382 0 22143,'0'0'640,"-4"6"-533,-11 18-52,3-2-57,-2 0 0,-1-1 0,0-1 0,-2-1 0,-28 28 0,19-27-1215,-40 24 0,41-30-3063,0-1 0,-29 10-1,5-6 591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3.185"/>
    </inkml:context>
    <inkml:brush xml:id="br0">
      <inkml:brushProperty name="width" value="0.05" units="cm"/>
      <inkml:brushProperty name="height" value="0.05" units="cm"/>
    </inkml:brush>
  </inkml:definitions>
  <inkml:trace contextRef="#ctx0" brushRef="#br0">0 0 21119,'0'0'406,"7"4"-193,16 10-106,0-1-1,0-1 1,1-2 0,34 11-1,-21-11 95,53 23 0,-50-17 37,-10-6-110,-24-9-108,-1 0 0,0 1-1,0 0 1,0 0 0,0 0-1,0 1 1,0-1 0,0 1 0,-1 0-1,0 1 1,1-1 0,6 8-1,3 0-679</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4.068"/>
    </inkml:context>
    <inkml:brush xml:id="br0">
      <inkml:brushProperty name="width" value="0.05" units="cm"/>
      <inkml:brushProperty name="height" value="0.05" units="cm"/>
    </inkml:brush>
  </inkml:definitions>
  <inkml:trace contextRef="#ctx0" brushRef="#br0">0 1 14592,'0'0'3071,"7"2"-2708,0 2-317,0 0 1,0 0-1,0 1 0,0 0 0,-1 0 0,0 0 1,0 1-1,0 0 0,0 0 0,-1 0 1,4 8-1,16 17 133,0-1 0,2-1 0,1-1 1,39 29-1,-60-51-2552,-20-21-7670,4 10 6438</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4.419"/>
    </inkml:context>
    <inkml:brush xml:id="br0">
      <inkml:brushProperty name="width" value="0.05" units="cm"/>
      <inkml:brushProperty name="height" value="0.05" units="cm"/>
    </inkml:brush>
  </inkml:definitions>
  <inkml:trace contextRef="#ctx0" brushRef="#br0">20 346 14848,'-20'-6'2815,"29"-5"-2307,0-1-1,-1 1 0,0-1 0,11-25 0,3-4-141,64-122 39,-78 144-377,-7 13-200,1 1 0,0 0 0,1 0 0,4-7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0.432"/>
    </inkml:context>
    <inkml:brush xml:id="br0">
      <inkml:brushProperty name="width" value="0.05" units="cm"/>
      <inkml:brushProperty name="height" value="0.05" units="cm"/>
    </inkml:brush>
  </inkml:definitions>
  <inkml:trace contextRef="#ctx0" brushRef="#br0">1 1 20863,'0'0'128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1.434"/>
    </inkml:context>
    <inkml:brush xml:id="br0">
      <inkml:brushProperty name="width" value="0.05" units="cm"/>
      <inkml:brushProperty name="height" value="0.05" units="cm"/>
    </inkml:brush>
  </inkml:definitions>
  <inkml:trace contextRef="#ctx0" brushRef="#br0">1 485 18559,'8'-10'107,"34"-34"-22,49-38 1,256-160 293,-204 149 116,-124 80-322,-18 12-63,-3 2 1,-31 22 114,-63 49-40,-3-4 0,-177 90 0,260-150-124,7-2 62,18-13-73,109-86-50,-21 16 0,44-15 0,-123 85 0,-17 6 0,-1 1 0,0 0 0,0 0 0,0 0 0,0 0 0,1 0 0,-1 0 0,0 0 0,0 1 0,0-1 0,1 0 0,-1 0 0,0 0 0,0 0 0,0 0 0,0 0 0,1 0 0,-1 0 0,0 0 0,0 0 0,0 1 0,0-1 0,0 0 0,1 0 0,-1 0 0,0 0 0,0 0 0,0 1 0,0-1 0,0 0 0,0 0 0,0 0 0,0 0 0,0 1 0,0-1 0,1 0 0,-1 0 0,0 0 0,0 1 0,0-1 0,0 0 0,0 0 0,-1 1 0,1 1 0,-1 1 0,0-1 0,0 1 0,-1-1 0,1 0 0,0 1 0,-1-1 0,1 0 0,-1 0 0,0 0 0,-3 3 0,-158 136-103,100-91-123,-59 61 1,102-90-365,-29 29-2195,14-18-6683,20-21 5458</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2.386"/>
    </inkml:context>
    <inkml:brush xml:id="br0">
      <inkml:brushProperty name="width" value="0.05" units="cm"/>
      <inkml:brushProperty name="height" value="0.05" units="cm"/>
    </inkml:brush>
  </inkml:definitions>
  <inkml:trace contextRef="#ctx0" brushRef="#br0">0 254 16895,'0'0'1024,"2"-5"-533,9-23-265,1 0-1,1 1 1,1 0-1,2 1 1,0 0-1,29-32 1,-42 55-214,0 0 0,0 1 1,1-1-1,-1 1 0,1 0 0,0 0 1,0 0-1,0 0 0,0 1 1,0-1-1,7-1 0,-9 3-5,0 0 0,0-1 0,-1 1 0,1 0 0,0 0 0,0 0 0,0 0 0,0 0 0,0 1-1,0-1 1,0 0 0,-1 1 0,1 0 0,0-1 0,0 1 0,-1 0 0,1 0 0,0 0 0,-1 0 0,1 0 0,-1 0 0,1 0-1,-1 1 1,1-1 0,-1 0 0,0 1 0,2 3 0,0 0 10,0 1-1,-1 0 1,0 0 0,0 1-1,-1-1 1,1 0-1,-1 1 1,-1-1 0,1 0-1,-1 1 1,0-1 0,0 1-1,-2 6 1,-2 9 75,-2-2 1,-11 33 0,8-27-71,10-22-22,7-6 0,16-11 0,-7 5 0,-5 3 0,-1 1 0,1 1 0,0 0 0,19-2 0,-25 4 0,1 1 0,-1-1 0,1 2 0,-1-1 0,1 1 0,-1 0 0,1 0 0,-1 1 0,0 0 0,9 3 0,-13-3 0,1 0 0,-1 0 0,1 0 0,-1 0 0,0 0 0,0 1 0,0-1 0,0 1 0,0-1 0,0 1 0,-1 0 0,1 0 0,-1-1 0,0 1 0,0 0 0,0 0 0,0 0 0,0 1 0,-1-1 0,0 0 0,1 0 0,-1 0 0,0 0 0,-1 5 0,0 7 0,0 0 0,-1 1 0,-6 21 0,5-23 20,-1 0 0,0-1 0,-1 0 0,-1 1 0,0-2 0,-1 1 0,-8 13 0,12-22-11,0-1 0,0 1-1,-1-1 1,1 0-1,-1 0 1,1 0 0,-1 0-1,0 0 1,0-1 0,0 0-1,-1 0 1,1 0-1,0 0 1,-1-1 0,1 1-1,-1-1 1,0-1-1,1 1 1,-1 0 0,0-1-1,1 0 1,-1 0 0,0-1-1,1 1 1,-6-2-1,3 1-55,0-1-1,0 1 1,0-2-1,1 1 0,-1-1 1,0 1-1,1-2 1,0 1-1,0-1 0,0 0 1,0 0-1,-6-7 1,9 4-1360,9-11-9435,-4 14 9331,4-7-1646</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3.037"/>
    </inkml:context>
    <inkml:brush xml:id="br0">
      <inkml:brushProperty name="width" value="0.05" units="cm"/>
      <inkml:brushProperty name="height" value="0.05" units="cm"/>
    </inkml:brush>
  </inkml:definitions>
  <inkml:trace contextRef="#ctx0" brushRef="#br0">0 1 14848,'0'0'3477,"1"5"-3136,7 43 158,-1-6-108,15 53-1,-11-60-283,-2 0-1,-1 1 1,4 44 0,-12-76-73,0 0-4,0 0 0,1 0-1,-1 1 1,1-1 0,2 6 0,0-13-9,14-47-21,-13 35 0,0 1 0,1-1 0,1 1 0,1 0 0,0 1 0,0 0 0,14-18 0,-19 28 4,1 0 0,0 0 0,0 1 0,0-1 0,0 1 0,0-1 0,0 1 0,1 0 0,-1 1 0,1-1 0,0 0 0,-1 1 0,1 0 0,0 0 0,5-1 0,-7 2-1,0 0-1,1 0 0,-1 0 1,0 0-1,0 1 0,1-1 0,-1 1 1,0-1-1,0 1 0,0 0 1,0 0-1,0 0 0,0 0 0,0 0 1,0 1-1,0-1 0,0 0 1,-1 1-1,1-1 0,-1 1 0,1 0 1,-1 0-1,1-1 0,-1 1 0,0 0 1,0 0-1,1 2 0,0 1 4,-1-1-1,1 0 0,-1 1 1,0-1-1,-1 1 0,1 0 1,-1-1-1,0 1 0,0 0 1,0-1-1,0 1 0,-1-1 1,0 1-1,0-1 0,0 1 1,-1-1-1,1 1 0,-1-1 1,0 0-1,-1 0 0,1 0 1,0 0-1,-6 6 0,1-1 10,-1 0-1,1-1 0,-2 0 0,1-1 0,-1 1 1,0-2-1,0 1 0,-18 9 0,23-15-234,0 1 0,0-1 0,-1 1 0,1-1 0,0 0 0,0-1 0,-5 1 0,8-1 108,0 0 0,0 1 0,0-1 0,0 0 0,0-1 0,0 1 0,0 0 0,0 0 0,0 0 0,0-1 0,0 1 0,1 0 0,-1-1 0,0 1 0,0-1 0,0 1 0,0-1 0,1 1 0,-1-1 0,0 1 0,1-1 0,-1 0 0,0 1 0,1-1 0,-1 0 1,1 0-1,-1 0 0,1 1 0,-1-1 0,1 0 0,0 0 0,-1 0 0,1 0 0,0 0 0,0 0 0,-1 0 0,1-1 0,2-17-5008,0-2-512</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3.387"/>
    </inkml:context>
    <inkml:brush xml:id="br0">
      <inkml:brushProperty name="width" value="0.05" units="cm"/>
      <inkml:brushProperty name="height" value="0.05" units="cm"/>
    </inkml:brush>
  </inkml:definitions>
  <inkml:trace contextRef="#ctx0" brushRef="#br0">1 0 13824,'0'2'149,"1"11"407,1 0-1,1 0 1,0 0 0,1 0 0,0-1 0,1 1-1,9 16 1,11 33 75,-22-55-565,-1 0-29,0 0 0,0-1 0,0 1 1,0 0-1,-1 0 0,-1 0 0,1 11 0,-1-18-119,0 1 1,0-1-1,0 0 1,0 0-1,0 1 1,0-1-1,0 0 1,0 0-1,0 0 1,0 1-1,0-1 1,0 0 0,0 0-1,0 1 1,0-1-1,0 0 1,0 0-1,0 1 1,0-1-1,0 0 1,0 0-1,0 0 1,-1 1-1,1-1 1,0 0-1,0 0 1,0 0-1,0 0 1,-1 1-1,1-1 1,0 0-1,0 0 1,0 0-1,-1 0 1,1 0-1,0 0 1,0 0 0,0 0-1,-1 0 1,1 1-1,0-1 1,0 0-1,-1 0 1,1 0-1,0 0 1,0 0-1,-1 0 1,1 0-1,0-1 1,0 1-1,0 0 1,-1 0-1,1 0 1,0 0-1,-1 0 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3.748"/>
    </inkml:context>
    <inkml:brush xml:id="br0">
      <inkml:brushProperty name="width" value="0.05" units="cm"/>
      <inkml:brushProperty name="height" value="0.05" units="cm"/>
    </inkml:brush>
  </inkml:definitions>
  <inkml:trace contextRef="#ctx0" brushRef="#br0">1 40 15104,'0'0'0,"0"6"-4480,9-1 0,0 1 1408</inkml:trace>
  <inkml:trace contextRef="#ctx0" brushRef="#br0" timeOffset="1">393 0 13312,'0'0'384,"0"27"0,2 14 640,4 0 0,1 10-385,5 0 1,4-3-256,-1 3 0,4 0-256,-2-8 128,6 2-384,-6-17 0,1-3-1536,-10-5 1,-4-5-3073,-4-7 0,0 1 2176</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14.098"/>
    </inkml:context>
    <inkml:brush xml:id="br0">
      <inkml:brushProperty name="width" value="0.05" units="cm"/>
      <inkml:brushProperty name="height" value="0.05" units="cm"/>
    </inkml:brush>
  </inkml:definitions>
  <inkml:trace contextRef="#ctx0" brushRef="#br0">14 145 14848,'0'0'256,"-6"-3"384,-2-5-512,16-3 0,-1-4 0,7-4 0,1-4-256,11-8 128,0-3-11648</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4.281"/>
    </inkml:context>
    <inkml:brush xml:id="br0">
      <inkml:brushProperty name="width" value="0.05" units="cm"/>
      <inkml:brushProperty name="height" value="0.05" units="cm"/>
    </inkml:brush>
  </inkml:definitions>
  <inkml:trace contextRef="#ctx0" brushRef="#br0">114 1285 20351,'0'-6'107,"-23"-474"-87,10 294-19,-26-331-1,38 494 0,1 16 0,0-1 0,-1 1 0,0-1 0,0 1 0,0-1 0,-1 1 0,-3-8 0,5 15 0,0 0 0,0 0 0,0-1 0,0 1 0,0 0 0,0 0 0,0-1 0,0 1 0,0 0 0,0 0 0,-1-1 0,1 1 0,0 0 0,0 0 0,0-1 0,0 1 0,-1 0 0,1 0 0,0 0 0,0 0 0,-1-1 0,1 1 0,0 0 0,0 0 0,-1 0 0,1 0 0,0 0 0,0 0 0,-1 0 0,1-1 0,0 1 0,0 0 0,-1 0 0,1 0 0,0 0 0,-1 0 0,1 0 0,0 0 0,0 1 0,-1-1 0,1 0 0,0 0 0,0 0 0,-1 0 0,1 0 0,0 0 0,0 0 0,-1 1 0,1-1 0,0 0 0,0 0 0,-1 0 0,1 0 0,0 1 0,0-1 0,0 0 0,0 0 0,-1 1 0,1-1 0,0 0 0,0 0 0,0 1 0,0-1 0,0 1 0,-8 19 0,6-4 0,0 0 0,0 0-1,2 1 1,1 19 0,11 66 18,-11-93-13,37 190 166,-7-38-86,30 224 149,-45-266-141,-6 0-1,-5 134 1,-23-406 232,12 108-288,-30-178-660,-11-89-4257,35 196-5872</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5.554"/>
    </inkml:context>
    <inkml:brush xml:id="br0">
      <inkml:brushProperty name="width" value="0.05" units="cm"/>
      <inkml:brushProperty name="height" value="0.05" units="cm"/>
    </inkml:brush>
  </inkml:definitions>
  <inkml:trace contextRef="#ctx0" brushRef="#br0">125 1 14080,'0'0'2581,"-9"1"-2005,1 1-442,0 0 0,0 0-1,0 1 1,1 0 0,-11 5 0,14-6-80,1 0 0,-1 0-1,1 1 1,0-1 0,0 1 0,0 0 0,0 0-1,0 0 1,1 0 0,0 0 0,-1 0 0,1 1-1,0-1 1,0 1 0,-2 6 0,1 3 35,0 1 0,0 0 0,2 0 1,-1 0-1,2 0 0,0 0 0,1 0 1,2 14-1,5 18 237,15 48 0,-12-52-224,1-2 24,1-2-1,34 69 1,49 67 133,-31-62-127,-57-97-291,-1 0 0,0 1 0,-1 1 0,-1-1 0,0 1 0,-1 0 0,-1 0 0,-1 0 0,0 0 0,-2 24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5.894"/>
    </inkml:context>
    <inkml:brush xml:id="br0">
      <inkml:brushProperty name="width" value="0.05" units="cm"/>
      <inkml:brushProperty name="height" value="0.05" units="cm"/>
    </inkml:brush>
  </inkml:definitions>
  <inkml:trace contextRef="#ctx0" brushRef="#br0">1 239 13440,'0'0'512,"3"-6"128,-1 1 128,6-3-128,-1-5-1,6-8-511,8-5 128,5-4-384,4-2 128,4-2-5375,-4 2-1,0 1 2560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6.796"/>
    </inkml:context>
    <inkml:brush xml:id="br0">
      <inkml:brushProperty name="width" value="0.05" units="cm"/>
      <inkml:brushProperty name="height" value="0.05" units="cm"/>
    </inkml:brush>
  </inkml:definitions>
  <inkml:trace contextRef="#ctx0" brushRef="#br0">1 304 13568,'0'0'256,"1"1"42,6 8 210,-2 0 1,1 1-1,-1-1 0,0 1 0,-1 0 0,5 19 0,-3-12 116,9 28-62,-3 1 0,14 92 0,-27-135-924,-2-9 159,-4-15 11,7 19 159,-8-17-21,-1-1 0,-15-24 1,15 27-6,0 1 1,1-2 0,-7-18 0,13 29 49,1 0 0,-1 0 0,1 0 0,1 0 0,-1 0 0,1 0 0,0 0 0,0 0 0,1 0 0,0 0 0,1 0-1,2-8 1,2-2 21,1 1-1,0-1 0,1 1 1,1 1-1,1-1 0,0 2 1,20-23-1,-7 13 36,1 0-1,2 2 1,32-22 0,-54 40 40,1 1 0,-1 0 0,1 1 1,0-1-1,0 1 0,0 0 0,7-2 1,-11 4-61,0 0 1,0 0 0,0-1 0,0 1 0,0 0 0,0 0 0,0 1 0,0-1 0,0 0 0,0 0 0,0 0 0,0 1 0,0-1 0,0 0-1,0 1 1,0-1 0,0 1 0,1 0 0,-1 0-2,0 1-1,0-1 1,-1 0 0,1 0-1,0 1 1,0-1 0,-1 0-1,1 1 1,0-1-1,-1 1 1,0-1 0,1 1-1,-1-1 1,0 1-1,0-1 1,1 3 0,-1 18 99,-2 1 0,0-1 1,-1 1-1,0-1 0,-12 32 0,9-34-64,1 0 0,1 0-1,1 0 1,0 0 0,1 0 0,2 0-1,2 29 1,-2-45-50,1 0 0,-1-1 1,1 1-1,0 0 0,1 0 0,-1-1 0,1 1 1,0-1-1,-1 1 0,2-1 0,-1 0 1,4 5-1,-4-7-7,-1 0 0,1 0 0,-1 0 1,0 0-1,1 0 0,0-1 0,-1 1 1,1 0-1,-1-1 0,1 0 0,0 1 1,-1-1-1,1 0 0,0 0 0,-1 0 1,1 0-1,0 0 0,-1 0 0,1 0 1,0-1-1,-1 1 0,1-1 0,0 1 1,-1-1-1,1 0 0,-1 1 0,1-1 1,-1 0-1,0 0 0,3-2 0,10-7-288,-1 0 1,0-1-1,-1-1 0,0 0 0,-1-1 0,0 0 0,-1 0 0,0-1 0,-2-1 0,1 1 0,7-22 0,7-21-1973,26-107 0,-29 92 1987,-10 50 1597,-6 19-128,-4 16 200,-6 34-87,-1 58 0,-1-42-970,6-50-261,0 0 0,0 0 0,1 0-1,2 24 1,-1-37-77,0 1 0,0-1 0,0 1-1,0-1 1,0 1 0,0-1 0,0 1 0,0-1-1,0 1 1,0-1 0,1 1 0,-1-1 0,0 1-1,0-1 1,1 1 0,-1-1 0,0 1-1,0-1 1,1 0 0,-1 1 0,1-1 0,-1 1-1,1-1 1,5-7 118,5-23 48,-11 29-169,55-167-1,-53 160 0,-1 0 0,0-1 0,-1 1 0,0 0 0,-1-16 0,1 24 2,0 0 0,0-1 0,0 1 0,0 0 0,0 0 0,0-1 0,0 1 0,0 0 0,0 0-1,0-1 1,0 1 0,0 0 0,0 0 0,0-1 0,0 1 0,0 0 0,0 0 0,0-1 0,-1 1 0,1 0-1,0 0 1,0 0 0,0-1 0,0 1 0,0 0 0,-1 0 0,1 0 0,0 0 0,0-1 0,0 1 0,-1 0 0,1 0-1,0 0 1,0 0 0,-1 0 0,1 0 0,0 0 0,0 0 0,-1-1 0,1 1 0,0 0 0,0 0 0,0 0-1,-1 0 1,1 0 0,0 0 0,0 0 0,-1 1 0,1-1 0,0 0 0,0 0 0,-1 0 0,1 0 2,-1 1 0,1-1 1,0 0-1,-1 1 0,1-1 0,0 0 1,0 1-1,-1-1 0,1 0 1,0 1-1,0-1 0,0 1 1,0-1-1,-1 1 0,1-1 0,0 0 1,0 1-1,0-1 0,0 1 1,0-1-1,0 1 0,0-1 1,0 1-1,0-1 0,0 0 0,1 1 1,-1-1-1,0 1 0,0-1 1,1 1-1,2 6 76,1 0 0,0 0-1,0 0 1,0-1 0,1 1 0,0-1 0,1-1-1,9 10 1,-13-14-155,1 1-1,-1-1 1,1 1-1,-1-1 1,1 0-1,0 0 0,-1 0 1,1 0-1,0-1 1,0 1-1,0-1 1,0 1-1,-1-1 1,6 0-1,-5-1-375,1 1-1,-1-1 0,1 0 1,-1 0-1,1 0 0,-1-1 1,0 1-1,5-4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7.387"/>
    </inkml:context>
    <inkml:brush xml:id="br0">
      <inkml:brushProperty name="width" value="0.05" units="cm"/>
      <inkml:brushProperty name="height" value="0.05" units="cm"/>
    </inkml:brush>
  </inkml:definitions>
  <inkml:trace contextRef="#ctx0" brushRef="#br0">1 103 11904,'0'0'1045,"4"-16"3563,57 227-1195,-51-173-3192,-6-22-111,0-1 0,1 0 0,8 17 0,-13-32-105,1 1 0,-1-1-1,0 0 1,0 1 0,0-1 0,0 1-1,0-1 1,1 0 0,-1 1-1,0-1 1,0 0 0,1 1 0,-1-1-1,0 0 1,1 0 0,-1 1-1,0-1 1,1 0 0,-1 0-1,0 1 1,1-1 0,-1 0 0,0 0-1,1 0 1,-1 0 0,1 0-1,-1 0 1,0 1 0,1-1 0,-1 0-1,1 0 1,-1 0 0,0 0-1,1 0 1,-1-1 0,1 1-1,-1 0 1,0 0 0,1 0 0,-1 0-1,1 0 1,-1 0 0,0-1-1,1 1 1,-1 0 0,0 0 0,1-1-1,-1 1 1,1-1 0,0 0 4,-1 1 0,1-1-1,0 0 1,-1 0 0,1 0 0,-1 0 0,1 0 0,-1 0 0,1 0 0,-1 0 0,0 0 0,0 0 0,1 0 0,-1 0 0,0 0 0,0 0 0,0-1 0,0 0 0,-2-7-1,-3-11 52,1-1 0,1 0 1,0 1-1,2-1 0,0 0 1,2 0-1,2-22 0,-3 43-60,0-1 0,0 0 0,1 0 0,-1 0 0,0 1 0,0-1 0,1 0 0,-1 0 0,0 1 0,1-1 0,-1 0 0,1 0 0,-1 1 0,1-1 0,-1 0 0,1 1 0,-1-1 0,1 1 0,0-1 0,-1 1 0,1-1 0,0 1 0,-1-1 0,1 1 0,0 0 0,0-1 0,1 1 0,0 0 0,-1 0 0,1 0 0,0 0 0,0 0 0,0 1 0,0-1 0,-1 0 0,1 1 0,0 0 0,0-1 0,-1 1 0,3 1 0,6 4 0,0 1 0,-1 0 0,10 9 0,-15-13 0,2 3-1,-5-5 2,1 1 1,-1-1 0,1 1 0,0-1 0,0 0-1,-1 1 1,1-1 0,0 0 0,0 0-1,0 0 1,0 0 0,4 0 0,-4-20 104,0-6-42,1 1 0,1-1 0,8-25 0,-9 42-44,-1 0 0,1 0-1,1 0 1,-1 1 0,1-1-1,0 1 1,1 0 0,0 0 0,0 0-1,1 1 1,-1 0 0,12-10-1,-15 16-19,-1-1 1,0 0-1,1 1 0,-1-1 0,0 1 0,1-1 1,-1 1-1,1 0 0,-1-1 0,1 1 0,-1 0 1,1 0-1,-1 0 0,0 0 0,1 1 0,-1-1 0,1 0 1,-1 0-1,1 1 0,-1-1 0,0 1 0,1 0 1,-1-1-1,0 1 0,1 0 0,-1 0 0,1 1 0,5 3-3,0 0-1,-1 1 0,9 10 0,-9-9-7,17 20-262,-12-5-5235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27.777"/>
    </inkml:context>
    <inkml:brush xml:id="br0">
      <inkml:brushProperty name="width" value="0.05" units="cm"/>
      <inkml:brushProperty name="height" value="0.05" units="cm"/>
    </inkml:brush>
  </inkml:definitions>
  <inkml:trace contextRef="#ctx0" brushRef="#br0">91 210 15744,'-3'17'2069,"3"-16"-1995,0-1-1,0 1 1,0 0 0,0-1 0,0 1-1,0-1 1,0 1 0,0 0-1,0-1 1,1 1 0,-1 0 0,0-1-1,0 1 1,0-1 0,1 1 0,-1 0-1,0-1 1,1 1 0,-1-1 0,0 1-1,1-1 1,-1 1 0,1-1 0,-1 0-1,1 1 1,-1-1 0,1 1 0,-1-1-1,1 0 1,-1 1 0,1-1 0,0 0-1,-1 0 1,1 0 0,-1 1-1,2-1 1,-1 0-32,0 0 0,0-1 0,0 1-1,0 0 1,0 0 0,0-1 0,0 1 0,0-1-1,0 1 1,0-1 0,0 1 0,0-1 0,0 0-1,-1 1 1,1-1 0,0 0 0,0 0-1,-1 1 1,1-1 0,0 0 0,0-2 0,2-3-20,0 0 1,0 0 0,-1 0 0,0-1-1,0 1 1,-1-1 0,1 0 0,-2 0-1,1 1 1,-1-1 0,0 0 0,0 0-1,0 1 1,-3-9 0,0-2 20,-2-1-1,0 1 1,-1 0 0,-10-19-1,16 35-42,0 0 0,-1 0 0,1 0 0,0 0 0,-1 0 0,1 0 0,-1 0 0,1 0 0,-1 0 0,0 1 0,1-1 0,-1 0 0,0 0 0,0 1 0,1-1 0,-1 0 0,0 1 0,0-1 0,0 1 0,0-1 0,0 1 0,0-1 0,0 1 0,0 0 0,0-1 0,0 1 0,0 0 0,0 0 0,0 0 0,0 0 0,0 0 0,0 0 0,0 0 0,0 0 0,0 0 0,0 0 0,0 1 0,0-1 0,0 0 0,-1 1 0,-2 1 0,1 1 0,0-1 0,0 0 0,0 1 0,0 0 0,1-1 0,-1 1 0,1 0 0,-1 1 0,-1 3 0,-2 3 17,1 1 0,1 0-1,0 0 1,0 1-1,1-1 1,0 1 0,1-1-1,1 1 1,0 0 0,0 0-1,1 0 1,0 0-1,1-1 1,1 1 0,0 0-1,4 13 1,-4-17-2,0 0 0,1-1 0,0 1 1,0-1-1,1 0 0,0 0 0,0 0 0,1 0 0,0-1 0,0 0 1,0 0-1,1 0 0,0-1 0,0 1 0,0-1 0,0-1 0,1 1 1,0-1-1,0 0 0,0-1 0,1 0 0,-1 0 0,1 0 0,15 2 1,-9-4 20,1 0 1,-1-1 0,1 0-1,0-1 1,-1-1 0,0 0-1,15-5 1,-7 1 12,0-1 1,-1-1-1,36-19 0,-45 20-500,0-1-1,0-1 0,16-14 0,-3-2-3113,30-39-1,-19 21-5415</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29.773"/>
    </inkml:context>
    <inkml:brush xml:id="br0">
      <inkml:brushProperty name="width" value="0.05" units="cm"/>
      <inkml:brushProperty name="height" value="0.05" units="cm"/>
    </inkml:brush>
  </inkml:definitions>
  <inkml:trace contextRef="#ctx0" brushRef="#br0">132 1 15616,'-2'8'106,"-19"70"60,3 1-1,4 0 0,-6 123 1,16-137-167,-7 230 151,3-197 276,1-2 22,7-80-397,0-7-32,0 0 1,0 0-1,-4 16 0,0-1 193,2-14-754,0 1 1,0 0-1,-1-1 1,-7 16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30.674"/>
    </inkml:context>
    <inkml:brush xml:id="br0">
      <inkml:brushProperty name="width" value="0.05" units="cm"/>
      <inkml:brushProperty name="height" value="0.05" units="cm"/>
    </inkml:brush>
  </inkml:definitions>
  <inkml:trace contextRef="#ctx0" brushRef="#br0">1 147 11648,'0'0'362,"6"0"-212,14 1 106,1 0 0,0-2 0,38-6 0,249-51 1408,-281 53-1367,1 1 0,0 1 1,53 2-1,85 20 433,-101-12-534,0-3 0,0-2-1,0-4 1,0-2-1,127-25 1,-82 2-45,-71 16-98,0 2 0,1 1 0,65-3-1,82 16 536,-107-1-1764,1-2-4315,-66-2-2381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47.055"/>
    </inkml:context>
    <inkml:brush xml:id="br0">
      <inkml:brushProperty name="width" value="0.05" units="cm"/>
      <inkml:brushProperty name="height" value="0.05" units="cm"/>
    </inkml:brush>
  </inkml:definitions>
  <inkml:trace contextRef="#ctx0" brushRef="#br0">0 128 13952,'0'0'3327,"5"-4"-3220,8-5-79,1 0 0,0 1-1,0 1 1,1 0 0,0 1 0,0 1-1,0 0 1,1 1 0,25-3-1,74-14 124,48-8 318,-126 25-377,-1 2 0,58 2 0,41 9 36,-126-8-99,1-1-1,-1 0 0,18-3 0,-21 2-7,0 0 0,0 0 0,0 1 0,0 0-1,0 0 1,0 0 0,1 1 0,-1 0 0,0 0-1,0 0 1,9 5 0,4 4 75,0 1 0,-1 0 0,28 25 0,-45-35-77,1 0-1,-1 0 1,0 0-1,1 0 1,-1 0-1,1 0 1,-1 0-1,1-1 1,-1 1 0,1-1-1,0 1 1,-1-1-1,1 1 1,0-1-1,-1 0 1,1 0-1,0 0 1,-1 0 0,1 0-1,3-1 1,9 1 18,-12 0 48,2 2-64,1-4 1,38-29 84,-35 29-106,0-1 0,1 1 0,-1 1 0,0 0 0,0 0 0,1 0 0,-1 1 0,1 0 0,-1 1 0,0 0 0,14 3 0,3 0 0,-22-3 0,-1 0 0,1 1 0,0-1 0,0 1 0,-1-1 0,1 1 0,-1 0 0,1 0 0,-1 0 0,0 0 0,0 1 0,0-1 0,3 6 0,15 13 0,19 0 0,-38-19-21,-1-3-471,0 0-1,0 0 1,0 0 0,0 1-1,-1-1 1,1 0-1,0 0 1,-1 1 0,1-1-1,-1 0 1,1 1 0,-1-1-1,1 0 1,-1 1-1,1-1 1,-1 1 0,0-1-1,1 1 1,-1-1 0,0 1-1,1-1 1,-1 1-1,0-1 1,0 1 0,1 0-1,-2-1 1,-9-5-2832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48.571"/>
    </inkml:context>
    <inkml:brush xml:id="br0">
      <inkml:brushProperty name="width" value="0.05" units="cm"/>
      <inkml:brushProperty name="height" value="0.05" units="cm"/>
    </inkml:brush>
  </inkml:definitions>
  <inkml:trace contextRef="#ctx0" brushRef="#br0">0 203 7680,'0'0'3968,"7"0"-3371,43-4 302,55-10-1,-45 6-498,-9 3-68,0 4 1,82 6-1,0 1 101,184-15 740,-102-1-719,-84 5-162,-106 4-266,300-25 567,-213 6-468,54-7 134,28 21-181,-124 6 38,-1-3 1,117-20-1,-125 5 16,-48 13-94,0 1 1,0 0-1,0 1 1,0 0-1,25-1 0,55 1 6,55 2 40,-55-6-84,-58 10 0,-16-1 0,35-1 0,-50-1 8,1 0-1,-1 0 1,0 1-1,1-1 0,7 3 1,-10-2-1,1 0 1,0 0-1,0-1 1,0 1-1,0-1 1,0 0-1,0 0 1,-1 0-1,1 0 1,0 0-1,0-1 1,0 1-1,4-2 1,-4 1 22,1-1-23,0 1-1,0-1 0,0 1 0,1 0 0,-1 1 0,0-1 0,1 1 0,3 0 0,-7 0-113</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49.334"/>
    </inkml:context>
    <inkml:brush xml:id="br0">
      <inkml:brushProperty name="width" value="0.05" units="cm"/>
      <inkml:brushProperty name="height" value="0.05" units="cm"/>
    </inkml:brush>
  </inkml:definitions>
  <inkml:trace contextRef="#ctx0" brushRef="#br0">146 1 12544,'0'0'3861,"-2"5"-3520,-5 9-208,2 1 1,0 0-1,0 0 0,2 0 1,0 0-1,0 1 0,0 28 1,4 40 276,-4 0 1,-4 0 0,-32 151-1,25-176-260,9-33 42,-1-1 0,-1 1 0,-17 38 0,23-62-86,1 26 278,0-27-398,0-1 0,1 0-1,-1 0 1,0 0-1,0 1 1,0-1 0,0 0-1,0 0 1,0 1-1,0-1 1,0 0 0,0 0-1,0 1 1,0-1 0,0 0-1,0 0 1,-1 1-1,1-1 1,0 0 0,0 0-1,0 1 1,0-1-1,0 0 1,0 0 0,-1 0-1,1 1 1,0-1 0,0 0-1,0 0 1,0 0-1,-1 0 1,1 1 0,0-1-1,0 0 1,-1 0-1,1 0 1,0 0 0,0 0-1,0 0 1,-1 0 0,1 0-1,0 0 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0.237"/>
    </inkml:context>
    <inkml:brush xml:id="br0">
      <inkml:brushProperty name="width" value="0.05" units="cm"/>
      <inkml:brushProperty name="height" value="0.05" units="cm"/>
    </inkml:brush>
  </inkml:definitions>
  <inkml:trace contextRef="#ctx0" brushRef="#br0">40 1 6912,'0'0'4096,"-2"5"-3691,-5 8-35,1 0 0,1 1-1,0-1 1,1 1 0,-4 27 0,6 19 490,10 102 1,-3-90-108,19 286 1444,-24-328-2037,-4 35 0,-1 11 416,6-71-503,2 8 16,-3-12-85,0-1 0,0 0 0,0 1 0,0-1 0,-1 0 0,1 1 0,0-1 0,0 0 0,0 1 1,0-1-1,0 0 0,0 0 0,0 1 0,-1-1 0,1 0 0,0 1 0,0-1 0,0 0 0,0 0 0,-1 0 0,1 1 0,0-1 0,0 0 0,-1 0 0,1 0 1,0 1-1,-1-1 0,1 0 0,0 0 0,0 0 0,-1 0 0,1 0 0,0 0 0,-1 0 0,1 0 0,0 0 0,-1 0 0,1 0 0,-1 0-324</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4:50.980"/>
    </inkml:context>
    <inkml:brush xml:id="br0">
      <inkml:brushProperty name="width" value="0.05" units="cm"/>
      <inkml:brushProperty name="height" value="0.05" units="cm"/>
    </inkml:brush>
  </inkml:definitions>
  <inkml:trace contextRef="#ctx0" brushRef="#br0">87 0 9984,'0'0'2304,"-2"6"-1494,-19 52 53,8-27-567,2 0-1,-10 47 1,20-67-223,-5 18 166,3-1-1,-2 36 1,4 40 149,0 5 293,12 114-1,-9-202-626,-2 0-1,0 0 1,-1 0-1,-5 23 1,5-38-23,0 6 42,1-10-57,0 0 1,0 0 0,0 0-1,0 0 1,-1 0 0,1-1-1,-1 1 1,1 0-1,-1 0 1,-1 2 0,1 1 268</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5.432"/>
    </inkml:context>
    <inkml:brush xml:id="br0">
      <inkml:brushProperty name="width" value="0.05" units="cm"/>
      <inkml:brushProperty name="height" value="0.05" units="cm"/>
    </inkml:brush>
  </inkml:definitions>
  <inkml:trace contextRef="#ctx0" brushRef="#br0">36 0 18687,'0'0'640,"-2"6"-469,-4 10-110,0-1-1,1 1 0,0 0 1,2 0-1,0 0 1,0 0-1,2 1 1,0-1-1,1 1 1,1-1-1,4 28 0,18 42-60,11 56 22,-33-122-286</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6.375"/>
    </inkml:context>
    <inkml:brush xml:id="br0">
      <inkml:brushProperty name="width" value="0.05" units="cm"/>
      <inkml:brushProperty name="height" value="0.05" units="cm"/>
    </inkml:brush>
  </inkml:definitions>
  <inkml:trace contextRef="#ctx0" brushRef="#br0">18 0 16256,'0'0'1535,"-1"6"-1172,-7 63-98,2 0-1,3 0 1,4 0-1,14 106 1,-5-133-137,-9-45-115,5-10-3695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07.340"/>
    </inkml:context>
    <inkml:brush xml:id="br0">
      <inkml:brushProperty name="width" value="0.05" units="cm"/>
      <inkml:brushProperty name="height" value="0.05" units="cm"/>
    </inkml:brush>
  </inkml:definitions>
  <inkml:trace contextRef="#ctx0" brushRef="#br0">43 72 10624,'0'0'5653,"7"-3"-5312,-5 2-324,10-5 124,0 0 0,1 1 1,0 0-1,25-5 0,-35 9-122,0 0-1,0 1 1,0-1 0,0 1-1,0 0 1,0 0-1,1 0 1,-1 1 0,0-1-1,0 1 1,0 0 0,0-1-1,0 1 1,0 1 0,0-1-1,0 0 1,0 1 0,-1-1-1,1 1 1,0 0 0,-1 0-1,0 0 1,1 0 0,-1 1-1,0-1 1,0 0 0,0 1-1,0 0 1,-1-1 0,2 4-1,0 2 12,0 0-1,0 1 0,-1-1 0,-1 1 0,1-1 0,-2 1 0,1 0 0,-1-1 0,0 1 0,-1 0 1,-2 15-1,1-12 4,-1 0 1,0-1 0,-1 1-1,-1-1 1,1 0 0,-2 0-1,-11 20 1,6-18 61,0 0-1,0 0 1,-1-2-1,-1 1 0,0-1 1,-28 18-1,39-28-63,1 0 0,-1 0 0,1 0 0,-1 0 0,0 0 0,0-1 0,1 1 0,-1 0 0,0-1 0,0 1 0,0-1-1,0 0 1,0 1 0,0-1 0,0 0 0,0 0 0,1-1 0,-1 1 0,0 0 0,0 0 0,0-1 0,0 0 0,-2 0-1,2-1-1,0 1 0,0-1 0,1 1-1,-1-1 1,0 0 0,1 0-1,-1 0 1,1 0 0,0 0-1,0 0 1,0 0 0,0-1 0,0 1-1,0 0 1,0 0 0,1-1-1,-1-4 1,-3-10-27,2-1-1,0 0 1,0 0-1,2 0 1,0 0-1,2 0 1,0 0-1,0 1 1,2-1-1,0 1 1,1 0-1,1 0 1,14-29-1,-17 39-27,22-35-2528,-4 14-3292,-6 10-1599</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49.018"/>
    </inkml:context>
    <inkml:brush xml:id="br0">
      <inkml:brushProperty name="width" value="0.05" units="cm"/>
      <inkml:brushProperty name="height" value="0.05" units="cm"/>
    </inkml:brush>
  </inkml:definitions>
  <inkml:trace contextRef="#ctx0" brushRef="#br0">1 1 16511,'0'0'5376,"6"10"-5248,117 255 1003,-104-230-1003,-16-30-126,0 0 0,0 1 0,0-1 0,-1 1-1,1-1 1,-1 1 0,-1 0 0,1-1 0,-1 1 0,1 7 0,-1 3-7,0-5 93,-6-19 64,-19-60-515,-23-99 1,46 162-146,0 0 1,-1 1-1,0-1 1,0 0 0,0 1-1,0 0 1,-3-5-1,-12-15-9081,12 19 6150,-4-8 1050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49.739"/>
    </inkml:context>
    <inkml:brush xml:id="br0">
      <inkml:brushProperty name="width" value="0.05" units="cm"/>
      <inkml:brushProperty name="height" value="0.05" units="cm"/>
    </inkml:brush>
  </inkml:definitions>
  <inkml:trace contextRef="#ctx0" brushRef="#br0">55 1 20095,'0'0'384,"-3"8"-277,-11 30-97,-13 40 243,25-69-193,-1 0 0,1 0 0,1 0 0,0 0 0,0 0 0,1 12 0,0-17-40,1 0 1,0-1 0,0 1-1,0-1 1,0 1-1,1-1 1,0 1 0,-1-1-1,1 0 1,0 0-1,0 0 1,1 0 0,-1 0-1,1 0 1,-1-1-1,1 1 1,0-1 0,0 0-1,0 0 1,0 0-1,6 3 1,0-1 21,1 0 0,-1-1 0,1 0 0,0-1 0,-1 0-1,18 1 1,-5-4-42,-19 0 0,-1 1 0,1-1 0,-1 1 0,1 0 0,-1 0 0,1 0 0,-1 1 0,1-1 0,2 1 0,-4 0 0,0-1 0,0 1 0,0 0 0,0-1 0,0 1 0,0 0 0,0 0 0,0 0 0,-1 0 0,1 0 0,0 0 0,0 0 0,-1 0 0,1 0 0,-1 0 0,1 0 0,-1 1 0,0-1 0,1 0 0,-1 0 0,0 0 0,0 1 0,0-1 0,0 2 0,1 4 13,-1 0 0,-1 0 0,1 1 0,-1-1 0,-1 0 0,-3 13-1,-18 44 128,13-37-114,7-21-60,0 6-42,-1 0 0,-1-1 1,0 1-1,0-1 0,-1 0 1,-1-1-1,-11 16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50.080"/>
    </inkml:context>
    <inkml:brush xml:id="br0">
      <inkml:brushProperty name="width" value="0.05" units="cm"/>
      <inkml:brushProperty name="height" value="0.05" units="cm"/>
    </inkml:brush>
  </inkml:definitions>
  <inkml:trace contextRef="#ctx0" brushRef="#br0">1 1 12800,'0'0'4095,"5"7"-2665,50 107-172,-35-65-813,15 51-1,-15-39-1806,3 0-4095,-14-40-3460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50.450"/>
    </inkml:context>
    <inkml:brush xml:id="br0">
      <inkml:brushProperty name="width" value="0.05" units="cm"/>
      <inkml:brushProperty name="height" value="0.05" units="cm"/>
    </inkml:brush>
  </inkml:definitions>
  <inkml:trace contextRef="#ctx0" brushRef="#br0">135 322 10368,'-5'-2'512,"-84"-40"2645,87 41-2791,-1 0 0,0 0 0,0 0 0,0 1 0,1-1 0,-1 1-1,0 0 1,0 0 0,0 0 0,0 0 0,0 0 0,-3 1 0,24-25 486,27-29 0,-8 11-593,-12 12-90,-8 7-19,0 2-1,2 0 1,38-31 0,-47 45 618,-5 6-4055</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56.736"/>
    </inkml:context>
    <inkml:brush xml:id="br0">
      <inkml:brushProperty name="width" value="0.05" units="cm"/>
      <inkml:brushProperty name="height" value="0.05" units="cm"/>
    </inkml:brush>
  </inkml:definitions>
  <inkml:trace contextRef="#ctx0" brushRef="#br0">0 4 22911,'188'-4'-42,"-188"4"-172</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58.910"/>
    </inkml:context>
    <inkml:brush xml:id="br0">
      <inkml:brushProperty name="width" value="0.05" units="cm"/>
      <inkml:brushProperty name="height" value="0.05" units="cm"/>
    </inkml:brush>
  </inkml:definitions>
  <inkml:trace contextRef="#ctx0" brushRef="#br0">159 586 11520,'0'0'405,"-6"9"86,2-3-423,-2 3 134,0 0 0,0 0 0,-1-1 0,0 0 0,0-1 1,-1 1-1,-13 9 0,16-13 135,-1 0 1,1 0-1,1 0 0,-1 1 1,1-1-1,-1 1 1,1 1-1,1-1 0,-5 8 1,0-2 640,8-11-893,-1 0 0,1 0 0,-1 0 0,0 0 1,1 0-1,-1 0 0,1 0 0,-1-1 0,1 1 1,-1 0-1,0 0 0,1-1 0,-1 1 0,1 0 0,-1-1 1,1 1-1,0 0 0,-1-1 0,1 1 0,-1-1 1,1 1-1,0-1 0,-1 1 0,0-2 0,0 1-19,0 0 0,0 0 1,0 0-1,0-1 0,0 1 0,0 0 0,1-1 0,-1 1 0,0-1 0,1 1 0,-1-3 0,2-9-21,1 0 0,0-1 0,1 1 0,9-21-1,-3 2 10,10-25 36,3 0 1,2 1 0,40-69-1,-57 115-80,0 0 1,0 1-1,0-1 0,1 1 0,1 1 0,0 0 0,16-12 0,8-2 62,36-18 0,-11 6-19,-47 28-34,0 1 0,1 0 0,0 0 0,-1 1 0,1 0 0,23-3 0,76-2 159,-36 4-127,-64 5-31,1 1 1,-1 0-1,0 1 0,0 0 0,1 0 0,20 9 1,26 5 72,-36-13-48,-1-2 0,1-1 0,0 0 1,23-5-1,37 0 28,-80 5-55,-1 1 1,0-1 0,1 0 0,-1 0 0,0 1 0,0-1 0,1 0-1,-1 1 1,0-1 0,0 1 0,0 0 0,0-1 0,1 1-1,-1 0 1,0 0 0,0 0 0,0 0 0,1 1 0,14 24 1,-15-23-13,1 0-1,-1 0 1,1 0-1,-1 0 1,1-1-1,0 1 1,0-1-1,1 1 1,-1-1-1,0 0 1,1 0-1,-1 0 0,6 4 1,-3-5 8,-1 0-1,1 0 1,-1 0-1,1 0 1,0-1 0,-1 0-1,1 0 1,0 0 0,-1 0-1,1-1 1,-1 0-1,1 0 1,-1 0 0,1 0-1,-1-1 1,1 0-1,-1 0 1,7-4 0,-5 2 3,-1 0 0,1 0 0,-1 0 0,0-1 0,-1 0 0,1 0 0,-1 0 0,0 0 0,0 0 0,-1-1 0,1 0 0,3-10 0,17-48 3,-18 56-21,6 0 0,-6 0 0,-6 8 0,0 0 0,0 0 0,1 0 0,-1-1 0,0 1 0,0 0 0,0 0 0,1 0 0,-1 0 0,0 0 0,0-1 0,1 1 0,-1 0 0,0 0 0,0 0 0,1 0 0,-1 0 0,0 0 0,0 0 0,1 0 0,-1 0 0,0 0 0,1 0 0,-1 0 0,0 0 0,0 0 0,1 0 0,-1 0 0,0 0 0,0 0 0,1 1 0,-1-1 0,0 0 0,0 0 0,1 0 0,-1 0 0,0 1 0,11 6 0,-9-5 0,51 39 0,-43-32 0,0 0 0,1-1 0,0 0 0,0-1 0,1 0 0,-1-1 0,2 0 0,24 8 0,-17-10 46,1-1 1,-1 0-1,1-2 0,-1 0 0,34-4 1,61-13 34,-53 6-4,99-3-1,-92 8-76,-49 3 0,0 1 0,31 1 0,-50 1 4,0-1-1,0 0 1,0 1-1,0-1 1,0 0 0,0 1-1,0-1 1,0 1-1,0 0 1,0-1-1,0 1 1,0 0-1,0-1 1,0 1 0,-1 0-1,1 0 1,0 0-1,-1 0 1,1 0-1,0 0 1,-1 0-1,1 0 1,-1 0 0,0 0-1,1 0 1,-1 0-1,0 0 1,0 0-1,1 1 1,-1-1-1,0 0 1,0 0 0,0 0-1,0 0 1,-1 2-1,0 4 23,1 0-1,-2-1 1,1 0 0,-4 11-1,1-7-25,0-1 0,-1 0 0,-10 15 0,-12 21 0,6 13 0,1 0 0,4 1 0,-12 72 0,25-86-1770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5:59.561"/>
    </inkml:context>
    <inkml:brush xml:id="br0">
      <inkml:brushProperty name="width" value="0.05" units="cm"/>
      <inkml:brushProperty name="height" value="0.05" units="cm"/>
    </inkml:brush>
  </inkml:definitions>
  <inkml:trace contextRef="#ctx0" brushRef="#br0">133 302 16256,'-3'0'128,"-5"0"-42,-7 1 284,0-1-1,1-1 1,-1 0-1,1-1 1,-24-7-1,37 9-342,1-1 0,-1 0 0,0 1 0,0-1 0,1 0 0,-1 1 0,0-1 0,1 0 0,-1 0 0,1 0 0,-1 0 0,1 0 0,-1 0 0,1 0 0,0 1-1,-1-1 1,1 0 0,0 0 0,0 0 0,0 0 0,0 0 0,0-1 0,0 1 0,0 0 0,0 0 0,0 0 0,0-1 0,7-29 257,-7 29-277,3-7 40,1-1 0,0 0 1,0 1-1,1 0 0,0 0 1,0 0-1,1 0 0,0 1 1,1 0-1,0 1 0,0-1 1,1 1-1,0 1 1,0-1-1,0 1 0,1 1 1,10-6-1,5 0-4,0 1 0,1 0-1,1 2 1,-1 1 0,38-5 0,-51 10-28,150-20 165,-138 21-138,0 0 0,0 2 0,0 0 0,44 10 0,-27 0 91,0 2 1,57 26-1,71 48 123,-45-22-16,-75-45-137,1-1 1,1-3-1,0-2 0,1-2 0,53 5 0,-44-11-35,0-3-1,0-2 1,0-3-1,0-2 1,82-17-1,-137 19-244,0 1 0,1-1 0,-1 0 0,9-4 0,-13 5-23,-1 1 1,1-1-1,-1 0 1,0 0-1,1 0 1,-1 0-1,0 0 1,0 0-1,1 0 1,-1 0-1,0 0 0,0 0 1,0-1-1,0 1 1,-1 0-1,1-1 1,0 1-1,-1-1 1,1 1-1,0-1 0,-1 1 1,0-1-1,1-2 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0.493"/>
    </inkml:context>
    <inkml:brush xml:id="br0">
      <inkml:brushProperty name="width" value="0.05" units="cm"/>
      <inkml:brushProperty name="height" value="0.05" units="cm"/>
    </inkml:brush>
  </inkml:definitions>
  <inkml:trace contextRef="#ctx0" brushRef="#br0">52 1 20607,'11'17'0,"-1"1"0,-1 0 0,0 0 0,-1 1 0,-1 0 0,-1 1 0,-1 0 0,0 0 0,-2 0 0,0 0 0,-1 0 0,-1 1 0,-1-1 0,-5 37 0,2-34 0,-7 34 0,9-52 0,-1-1 0,1 0 0,-1 1 0,0-1 0,0 0 0,0 0 0,0 0 0,-1 0 0,-5 6 0,-2 0 0,0-1 0,-1-1 0,0 1 0,0-2 0,-22 12 0,31-19 0,4-3 0,8-8 0,12-10 0,-8 8 2,-4 4 9,1 0-1,0 0 1,17-10-1,-23 16-5,0 1 0,0 0 0,0 0 0,0 0-1,0 1 1,1 0 0,-1 0 0,1 0 0,-1 0 0,1 1-1,-1 0 1,8 1 0,-2 1 14,1 0 0,-1 1 0,1 0 0,-1 1 0,0 0 0,0 1 0,-1 0 0,18 12 0,-26-16-9,0 0 0,0 0 0,-1-1 0,1 1 0,0 0 0,0-1 0,0 1 0,0-1 1,3 1-1,-2-1-16,-1 0 1,1 1 0,-1-1-1,1 1 1,-1 0 0,1 0 0,-1 0-1,1 0 1,-1 0 0,3 2-1,-4-8-4068</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0.944"/>
    </inkml:context>
    <inkml:brush xml:id="br0">
      <inkml:brushProperty name="width" value="0.05" units="cm"/>
      <inkml:brushProperty name="height" value="0.05" units="cm"/>
    </inkml:brush>
  </inkml:definitions>
  <inkml:trace contextRef="#ctx0" brushRef="#br0">0 1 19327,'0'0'0,"9"34"-1408,-5-21 0,-2 2-10239</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1.975"/>
    </inkml:context>
    <inkml:brush xml:id="br0">
      <inkml:brushProperty name="width" value="0.05" units="cm"/>
      <inkml:brushProperty name="height" value="0.05" units="cm"/>
    </inkml:brush>
  </inkml:definitions>
  <inkml:trace contextRef="#ctx0" brushRef="#br0">135 8 16000,'0'0'149,"-19"-1"2539,16 5-2606,0 0 0,0 0 1,0 1-1,1-1 0,-1 1 0,-1 6 1,-5 7-19,5-11-10,-1 1 0,0 0 1,0-1-1,-1 0 0,1 0 1,-1-1-1,-1 0 0,1 0 0,-1 0 1,-12 7-1,19-13-54,-1 0 1,1 1-1,0-1 1,0 0-1,0 0 1,-1 0-1,1 0 1,0 0-1,0 0 1,0 0-1,-1 0 0,1 0 1,0 0-1,0 0 1,0 0-1,-1 0 1,1 0-1,0 0 1,0 0-1,0 0 0,-1 0 1,1 0-1,0 0 1,0 0-1,0 0 1,-1 0-1,1 0 1,0-1-1,0 1 0,0 0 1,0 0-1,-1 0 1,1 0-1,0 0 1,0-1-1,0 1 1,0 0-1,0 0 0,-1 0 1,1 0-1,0-1 1,0 1-1,0 0 1,0 0-1,0-1 1,-1-14 0,7-19 11,-5 32-3,1-7 23,1 0 1,0 0-1,0 1 1,1-1 0,8-13-1,-11 20-28,0 1 0,-1 0-1,1 0 1,0 0 0,0 0 0,0 0-1,0 0 1,0 0 0,1 0-1,-1 0 1,0 0 0,0 0 0,0 1-1,1-1 1,-1 1 0,0-1 0,1 1-1,1-1 1,-2 1 1,1 0 0,-1 1 0,1-1 0,-1 1 1,0-1-1,1 1 0,-1-1 0,0 1 0,0 0 0,1 0 0,-1 0 0,0-1 1,0 1-1,0 0 0,0 0 0,0 1 0,0-1 0,0 0 0,-1 0 0,1 0 0,0 1 1,1 1-1,0 2 11,0 0 1,0 1-1,-1-1 1,1 0-1,-1 0 0,0 1 1,-1-1-1,1 1 1,-1-1-1,0 1 1,-1 10-1,0-7 11,-1-1-1,0 1 1,0-1 0,-1 1-1,0-1 1,-7 14 0,9-20-18,0 0-1,0-1 1,-1 1 0,1-1 0,-1 1 0,1-1 0,-1 0 0,1 1 0,-1-1 0,0 0-1,1 0 1,-1 0 0,0 0 0,0-1 0,0 1 0,0 0 0,0-1 0,0 1 0,0-1-1,0 0 1,0 0 0,0 1 0,-3-2 0,4 0 0,-1 0 0,1 0 0,0 0 0,0 0 0,0 0 0,0-1-1,0 1 1,0 0 0,1-1 0,-1 1 0,0 0 0,1-1 0,-1 1 0,1-1 0,-1 1 0,1-1 0,0-2 0,-2 0 1,1 0 14,-2-4-12,1-1 0,-1 0-1,2 0 1,-1 0 0,1 0 0,0-18-1,4 20-11,0 9 0,2 8 0,-5-9 0,2 10-110,2 9 369,0-17-754,-1-9-929,2-5-408,-1 0 1,1 0-1,1 0 0,0 0 1,0 1-1,9-10 1,11-12-1497</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3.208"/>
    </inkml:context>
    <inkml:brush xml:id="br0">
      <inkml:brushProperty name="width" value="0.05" units="cm"/>
      <inkml:brushProperty name="height" value="0.05" units="cm"/>
    </inkml:brush>
  </inkml:definitions>
  <inkml:trace contextRef="#ctx0" brushRef="#br0">0 121 14464,'0'0'4607,"0"-6"-4223,0-4-188,1 0-1,0 0 1,4-17-1,-4 23-157,0 0 1,1 0-1,-1 0 0,1 0 1,0 0-1,0 0 0,0 0 1,0 1-1,1-1 0,0 1 1,-1-1-1,8-5 0,-10 9-28,1-1-1,0 1 0,0 0 0,0-1 0,0 1 1,0 0-1,0 0 0,0 0 0,0 0 0,0 0 1,0 0-1,0 0 0,1 0 0,-1 0 0,0 0 1,0 0-1,0 1 0,0-1 0,-1 0 0,1 1 1,0-1-1,0 1 0,0-1 0,0 1 0,0-1 0,0 1 1,-1 0-1,1 0 0,0-1 0,0 1 0,-1 0 1,2 1-1,23 32 156,-22-29-143,7 9 33,-1 1 0,-1 0 0,0 1 0,-1 0 1,-1 0-1,0 0 0,-1 1 0,-1 0 0,-1 0 0,0 0 0,0 28 0,-3-34 5,-1 0 67,2-18-58,3-35-26,2 1 0,17-66-1,-21 99-42,1 1 0,0-1 0,0 1 0,1 0 0,0 0 0,5-8 0,-8 14 0,0-1 0,0 1 0,0-1 0,1 1 0,-1 0 0,0-1 0,1 1 0,-1 0 0,1 0 0,-1 0 0,1 0 0,0 0 0,-1 1 0,1-1 0,0 0 0,0 1 0,-1-1 0,1 1 0,0 0 0,0-1 0,0 1 0,-1 0 0,1 0 0,0 0 0,0 0 0,0 1 0,0-1 0,-1 0 0,1 1 0,2 0 0,1 1 0,-1 0 0,1 1 0,-1-1 0,0 1 0,1 0 0,-1 0 0,-1 0 0,1 0 0,0 1 0,-1 0 0,0 0 0,1 0 0,3 7 0,-1 1 0,-1 1 0,0 0 0,5 23 0,-8-32 0,-2-1-45,1 0 0,0-1 0,1 1 0,-1 0 0,0 0-1,1-1 1,0 1 0,-1-1 0,1 1 0,0-1 0,3 2 0,7 6-5813</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3.679"/>
    </inkml:context>
    <inkml:brush xml:id="br0">
      <inkml:brushProperty name="width" value="0.05" units="cm"/>
      <inkml:brushProperty name="height" value="0.05" units="cm"/>
    </inkml:brush>
  </inkml:definitions>
  <inkml:trace contextRef="#ctx0" brushRef="#br0">143 1 17535,'4'6'363,"0"0"-289,-1 1 0,-1-1 0,1 1-1,-1 0 1,0 0 0,0-1 0,0 9 0,3 50 221,-4-60-264,0 21 26,-1-1 0,-1 1 0,-2-1-1,-7 39 1,6-49-20,-1 1 1,0-2-1,-1 1 0,0 0 0,-1-1 0,-1-1 1,0 1-1,-16 18 0,23-30-28,-1 0-1,0-1 1,0 1-1,0 0 1,0-1 0,0 1-1,0-1 1,-1 1-1,1-1 1,0 0 0,-1 0-1,1 0 1,-1-1-1,1 1 1,-1 0 0,0-1-1,-3 1 1,4-1-5,0 0 0,1 0 0,-1-1 1,1 1-1,-1 0 0,1-1 0,-1 1 1,1-1-1,-1 1 0,1-1 0,-1 0 0,1 1 1,-1-1-1,1 0 0,0 0 0,0 0 1,-1 0-1,1 0 0,0 0 0,0-1 1,0 1-1,0 0 0,0 0 0,1-1 0,-1 1 1,0-1-1,0 1 0,0-3 0,0-2 1,-1 0-1,1 0 1,1 0-1,-1 0 1,1-1-1,0 1 1,0 0 0,1 0-1,0 0 1,0 0-1,0 0 1,3-7-1,0 3 9,0 0 0,0 0 0,1 1 0,1 0 0,0 0 0,8-11 0,-10 16 4,0 0 1,0 0-1,1 1 1,-1 0 0,1 0-1,0 0 1,-1 1-1,1-1 1,9-2 0,1 0-433,0 1 1,18-3 0,-30 7-909</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4.030"/>
    </inkml:context>
    <inkml:brush xml:id="br0">
      <inkml:brushProperty name="width" value="0.05" units="cm"/>
      <inkml:brushProperty name="height" value="0.05" units="cm"/>
    </inkml:brush>
  </inkml:definitions>
  <inkml:trace contextRef="#ctx0" brushRef="#br0">0 0 16511,'0'0'662,"7"3"106,1 4-419,1-1 1,-1 2-1,0-1 1,7 10-1,5 5-70,-3-5-170,-1 1-1,0 0 1,-1 1-1,-1 1 1,-1 0-1,-1 1 0,-1 1 1,0 0-1,-2 0 1,0 1-1,6 32 1,0 16 32,9 39-1050,-12-85-6963</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4.460"/>
    </inkml:context>
    <inkml:brush xml:id="br0">
      <inkml:brushProperty name="width" value="0.05" units="cm"/>
      <inkml:brushProperty name="height" value="0.05" units="cm"/>
    </inkml:brush>
  </inkml:definitions>
  <inkml:trace contextRef="#ctx0" brushRef="#br0">107 1 16384,'0'0'511,"-5"3"-276,-3 4-176,0 0 0,0 0 0,1 1 0,0 0 0,0 0 0,1 1 0,0-1 0,0 1 0,1 1 0,0-1 0,1 1 0,0 0 0,1 0 0,0 0 0,-3 14 0,3-9 32,1-1 0,0 1-1,1 0 1,0 0-1,1 0 1,1 0 0,0 0-1,1 0 1,1 0 0,8 25-1,-10-36-59,1 0 0,0 0 0,0-1 0,0 1 0,0-1 0,0 0 0,1 1 0,-1-1-1,1 0 1,0 0 0,0-1 0,0 1 0,0-1 0,1 1 0,-1-1 0,1 0 0,-1 0-1,1-1 1,0 1 0,0-1 0,0 1 0,-1-1 0,1 0 0,0-1 0,0 1 0,1-1-1,5 0 1,9-1 45,-1-1 0,1-1 0,-1 0 0,31-11 0,-35 10-62,-7 2-187,0-1 0,0 1 1,0-2-1,0 1 0,-1-1 0,11-8 0,17-17-7577,-19 16 860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4.981"/>
    </inkml:context>
    <inkml:brush xml:id="br0">
      <inkml:brushProperty name="width" value="0.05" units="cm"/>
      <inkml:brushProperty name="height" value="0.05" units="cm"/>
    </inkml:brush>
  </inkml:definitions>
  <inkml:trace contextRef="#ctx0" brushRef="#br0">1 0 15360,'0'7'1215,"1"1"-861,0 0 0,0 0 0,1-1-1,0 1 1,1 0 0,4 9 0,3 10-15,56 215 493,-35-123-608,-25-100-192,1 0 0,1 0 0,1 0 0,11 17 0,-10-12-32,-4-6 0,7-70 22,-10 46-3,1-6 13,0 0 1,1 0-1,13-21 1,-16 30-21,0 1 0,1-1 1,-1 0-1,1 0 1,-1 1-1,1 0 0,0-1 1,0 1-1,0 0 0,0 1 1,0-1-1,0 0 0,0 1 1,1 0-1,-1-1 1,1 2-1,-1-1 0,6-1 1,-2 2 67,-1-1 1,0 1-1,1 1 0,-1-1 1,0 1-1,1 0 1,-1 0-1,0 1 1,0 0-1,7 3 0,25 16-311,-12-4-4404,-4-2-3756,-14-9 3847</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5.474"/>
    </inkml:context>
    <inkml:brush xml:id="br0">
      <inkml:brushProperty name="width" value="0.05" units="cm"/>
      <inkml:brushProperty name="height" value="0.05" units="cm"/>
    </inkml:brush>
  </inkml:definitions>
  <inkml:trace contextRef="#ctx0" brushRef="#br0">107 1 13824,'-1'2'384,"-67"159"5013,57-133-5130,4-10-44,-8 30 0,13-44-200,1 0 1,1 1 0,-1-1 0,1 1 0,-1-1 0,1 0 0,1 1 0,-1-1 0,1 0 0,-1 1 0,1-1 0,2 6 0,-2-9-20,0 0 1,-1 0-1,1 0 0,0 0 1,0-1-1,-1 1 1,1 0-1,0-1 1,0 1-1,0-1 1,0 1-1,0-1 0,0 1 1,0-1-1,0 1 1,0-1-1,0 0 1,0 0-1,0 1 1,0-1-1,0 0 0,0 0 1,1 0-1,-1 0 1,0 0-1,0-1 1,0 1-1,0 0 1,1-1-1,4 0 16,0-1 1,-1 1-1,1-1 0,7-4 0,2-4-20,0 0 0,0-2 0,-1 1 0,14-16 0,2-1 0,-19 18 0,0 1 0,0-1 0,17-20 0,-25 27 0,-1 0 0,0 0 0,0 0 0,0 0 0,-1 0 0,1-1 0,-1 1 0,0-1 0,0 1 0,0-1 0,0 1 0,0-1 0,-1 0 0,0 1 0,1-1 0,-2-4 0,1 7 0,0 0 0,0 0 0,0 0 0,-1 0 0,1 0 0,0 0 0,0 0 0,-1 0 0,1 1 0,-1-1 0,1 0 0,-1 0 0,1 0 0,-1 1 0,0-1 0,1 0 0,-1 0 0,0 1 0,0-1 0,1 1 0,-1-1 0,0 1 0,0-1 0,0 1 0,0-1 0,0 1 0,-1-1 0,1 1 0,1 0 0,-1-1 0,0 1 0,1 0 0,-1 0 0,1 0 0,-1 0 0,1 0 0,-1 0 0,0 0 0,1 0 0,-1 0 0,1 0 0,-1 0 0,0 0 0,1 0 0,-1 0 0,1 1 0,-1-1 0,1 0 0,-1 0 0,0 1 0,1-1 0,-1 0 0,1 1 0,0-1 0,-1 1 0,1-1 0,-1 1 0,1 4 0,2-2 0,-1 0 0,1 0 0,0 0 0,0 0 0,0-1 0,0 1 0,0 0 0,1-1 0,-1 0 0,1 0 0,-1 1 0,1-1 0,0-1 0,5 4 0,2 2 0,-3-2-691,0 1 0,0-1 0,0-1 0,1 0 0,0 0 0,13 5 0,-17-8 254,0 0 0,0-1 0,0 0 0,0 1 0,0-1 0,0 0 0,0-1 0,0 1 0,0-1 0,0 0 0,0 0 0,0 0 0,0 0 0,-1-1 0,1 0 0,4-2 0,9-5-4192</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6.025"/>
    </inkml:context>
    <inkml:brush xml:id="br0">
      <inkml:brushProperty name="width" value="0.05" units="cm"/>
      <inkml:brushProperty name="height" value="0.05" units="cm"/>
    </inkml:brush>
  </inkml:definitions>
  <inkml:trace contextRef="#ctx0" brushRef="#br0">1 1 12800,'0'10'1664,"3"9"-222,-3-15-1179,0 0 1,0 0-1,1 0 0,0 0 0,0 0 0,0 0 0,0 0 1,0 0-1,1 0 0,0-1 0,-1 1 0,1-1 0,1 1 0,-1-1 1,5 6-1,11 7 262,11 8-197,-23-19-269,0-1 0,0 1 0,0 0 0,-1 1-1,1 0 1,-1 0 0,-1 0 0,6 9 0,3 8 24,11 26 0,-11-20-11,-11-25-68,0 1-1,-1 0 1,1 0-1,-1 0 1,0 0 0,0 6-1,2 8-7,-2-17 4,-1-1-1,1 0 0,-1 0 0,1 0 0,0 0 0,-1 0 1,1 0-1,0 0 0,0 0 0,0 0 0,0 0 0,0-1 1,0 1-1,0 0 0,0-1 0,0 1 0,0 0 1,1-1-1,-1 1 0,0-1 0,0 0 0,0 1 0,1-1 1,-1 0-1,2 0 0,-3 0-6,1 0 0,-1 0-1,1 0 1,-1 0 0,0 0 0,1 0 0,-1 0-1,1 0 1,-1-1 0,1 1 0,-1 0 0,0 0-1,1 0 1,-1-1 0,0 1 0,1 0 0,-1 0-1,1-1 1,-1 1 0,0 0 0,0-1 0,1 1-1,-1 0 1,1-2 0,0-2-48,-1 1 21,0 0 0,0 0 0,0 0 0,-1 0 0,1 0 0,-1 0 0,1 0 0,-1 0 1,-2-5-1,-2-8-32,2-1 55,-2-12-21,-3-36 0,8 57 29,0-1 0,0 1 0,1 0 0,0-1-1,0 1 1,1 0 0,0 0 0,1 0 0,3-8-1,-6 15 7,1-1-1,-1 1 0,1 0 0,-1 0 0,1 0 1,-1 0-1,1 0 0,0 0 0,-1 0 0,1 0 1,0 1-1,0-1 0,0 0 0,-1 0 0,1 1 1,0-1-1,0 0 0,0 1 0,0-1 0,1 1 1,-1-1-1,0 1 0,0 0 0,0-1 0,0 1 1,0 0-1,0 0 0,1 0 0,-1 0 0,0 0 1,0 0-1,0 0 0,0 0 0,1 0 0,-1 0 1,0 1-1,0-1 0,0 0 0,0 1 0,0-1 1,0 1-1,0 0 0,0-1 0,0 1 0,1 1 1,2 1 10,0 0 0,0 0 1,-1 1-1,0 0 0,1-1 1,-1 1-1,-1 1 0,1-1 1,4 9-1,43 112 264,-44-108-1770,-2 0 0,3 20-1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6.556"/>
    </inkml:context>
    <inkml:brush xml:id="br0">
      <inkml:brushProperty name="width" value="0.05" units="cm"/>
      <inkml:brushProperty name="height" value="0.05" units="cm"/>
    </inkml:brush>
  </inkml:definitions>
  <inkml:trace contextRef="#ctx0" brushRef="#br0">0 1 17407,'0'0'384,"6"13"982,14 2-662,5 3-363,-12-2-238,-1 1 1,-1 0-1,-1 1 0,0 0 1,-1 0-1,9 29 0,-9-22-28,1-1 1,1-1-1,20 32 0,-26-50-55,-5-9-17,-5-9-5,-1 5 2,0 0 0,1 0 0,0 0 0,1-1 0,0 0 0,1 0 0,-1 0 0,2 0 0,-1 0 0,1-1 0,1 1 0,-1-1 0,2 0 0,-1 1 0,1-1 0,1 1 0,2-14 0,-1 15-1,0 0 0,0 1 0,1-1 0,0 1-1,1 0 1,0 0 0,0 0 0,6-8 0,-9 14 4,0-1 0,0 1 0,0 0 0,0 0 0,0-1 0,0 1 0,0 0 0,1 0 0,-1 0 0,0 0 0,0 0 0,1 1 0,-1-1 0,1 0 0,-1 1 0,1-1 0,-1 1 0,1-1 0,-1 1 0,1 0 0,0-1 0,-1 1 0,1 0 0,-1 0 0,1 0 0,0 0 0,-1 1 0,1-1 0,-1 0 0,1 1 0,-1-1 0,1 1 0,-1-1 0,1 1 0,-1 0 0,1 0 0,-1 0 0,0 0 0,1 0 0,-1 0 0,0 0 0,0 0 0,0 0 0,0 0 0,1 2 0,21 28-1295,4 20 3529,-7 4-2517,-8-18-5487,-2-6-4725,-6-22 8295</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5:26:07.208"/>
    </inkml:context>
    <inkml:brush xml:id="br0">
      <inkml:brushProperty name="width" value="0.05" units="cm"/>
      <inkml:brushProperty name="height" value="0.05" units="cm"/>
    </inkml:brush>
  </inkml:definitions>
  <inkml:trace contextRef="#ctx0" brushRef="#br0">0 426 12288,'3'-2'896,"23"-17"2075,-5 4-1139,23-22-1,-38 32-1786,0-1 0,0-1 0,-1 1 0,0-1 0,0 0 0,-1 0 0,0 0 0,4-9 0,-7 11-19,23-63 304,-23 63-302,0 0 0,0-1 0,0 1-1,0 0 1,-1-1 0,0 1 0,0-1-1,0 1 1,-1-1 0,-1-7 0,1 13-24,1-1 1,0 1-1,0-1 1,0 1-1,0 0 1,0-1-1,0 1 1,0 0-1,-1-1 1,1 1-1,0 0 1,0-1-1,0 1 1,-1 0-1,1 0 1,0-1-1,0 1 1,-1 0-1,1 0 1,0-1 0,-1 1-1,1 0 1,0 0-1,-1 0 1,1 0-1,0-1 1,-1 1-1,1 0 1,0 0-1,-1 0 1,1 0-1,-1 0 1,0 0-1,-11 9 76,-9 21 14,19-29-80,-3 10 3,0-1 0,0 0 1,0 1-1,2 0 0,-1 0 0,1 0 0,1 0 0,-2 16 1,4-20-11,-1 0 0,1-1 0,0 1 1,0-1-1,1 1 0,0 0 0,0-1 0,1 0 1,0 1-1,0-1 0,0 0 0,1 0 0,0 0 1,0 0-1,0 0 0,5 5 0,-7-9-12,0-1 0,1 1 0,-1-1 0,1 0 0,-1 1 0,1-1 0,0 0 0,0 0 0,-1 0 0,1 0-1,0 0 1,0 0 0,0-1 0,0 1 0,0-1 0,0 1 0,0-1 0,0 0 0,0 0 0,2 0 0,0 0-21,-1-1 0,1 0 1,-1 1-1,0-2 0,1 1 1,-1 0-1,0-1 0,0 1 0,1-1 1,3-4-1,5-3-148,-1-1 0,-1-1 0,0 1 1,13-19-1,-15 17-30,0-1 0,-1 1 0,0-1-1,-1-1 1,-1 1 0,0-1 0,5-27 0,-4 11 151,-2 0 0,0-54 0,-4 79 190,0 0 1,0 1 0,-1-1 0,1 0-1,-1 0 1,0 1 0,0-1-1,0 0 1,-1 1 0,-3-8-1,9 22 140,-1-1-1,0 1 1,-1 0-1,0 0 0,2 16 1,0-1 6,95 354 1571,-89-347-1703,-6-18-189,1 0 0,10 19-1,0-8-3451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39.410"/>
    </inkml:context>
    <inkml:brush xml:id="br0">
      <inkml:brushProperty name="width" value="0.05" units="cm"/>
      <inkml:brushProperty name="height" value="0.05" units="cm"/>
    </inkml:brush>
  </inkml:definitions>
  <inkml:trace contextRef="#ctx0" brushRef="#br0">322 692 22527,'-16'14'0,"-1"-1"0,0-1 0,-1-1 0,-1 0 0,1-2 0,-2 0 0,1-1 0,-30 8 0,46-15 5,-1 0-1,0 0 0,1-1 0,-1 1 0,0-1 1,0 0-1,1 0 0,-1 0 0,0 0 1,0-1-1,1 1 0,-1-1 0,0 0 0,1 0 1,-1-1-1,1 1 0,-1-1 0,1 1 1,0-1-1,0 0 0,0 0 0,0-1 0,-4-3 1,2 0 5,1 1 0,0-1 0,1 0 1,-1 0-1,1 0 0,0 0 0,1-1 1,0 1-1,0-1 0,0 0 0,1 0 1,-1-8-1,0-6-7,1-1-1,1 0 1,1 0-1,1 0 1,0 0 0,2 1-1,1-1 1,1 1-1,11-28 1,11-17-5,57-95 1,-35 70-1,-36 62 2,21-60 0,-35 89-3,0 0-1,0 0 1,0 0-1,0 0 0,-1 0 1,1 0-1,0 0 1,0 0-1,0 0 0,0 0 1,0 0-1,0 0 1,-1 0-1,1 0 0,0 0 1,0 0-1,0 0 1,0 0-1,0 0 1,0 0-1,-1 0 0,1 0 1,0 0-1,0 0 1,0 0-1,0 0 0,0-1 1,0 1-1,0 0 1,-1 0-1,1 0 0,0 0 1,0 0-1,0 0 1,0 0-1,0 0 1,0-1-1,0 1 0,0 0 1,0 0-1,0 0 1,0 0-1,0 0 0,0 0 1,0-1-1,0 1 1,0 0-1,0 0 1,0 0-1,0 0 0,0 0 1,0 0-1,0-1 1,0 1-1,-11 10-545,2 4-2587,0 1-9877</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0.882"/>
    </inkml:context>
    <inkml:brush xml:id="br0">
      <inkml:brushProperty name="width" value="0.05" units="cm"/>
      <inkml:brushProperty name="height" value="0.05" units="cm"/>
    </inkml:brush>
  </inkml:definitions>
  <inkml:trace contextRef="#ctx0" brushRef="#br0">430 159 17151,'0'0'2816,"-2"-5"-2560,-5-7-109,0 0-1,-1 0 1,0 1-1,-1-1 1,0 2-1,-21-19 0,23 23-103,-1 0 0,0 0-1,0 1 1,0 0-1,-1 0 1,1 1-1,-1 0 1,-1 0 0,1 1-1,0 1 1,-15-3-1,18 5-17,0 0-1,0 0 1,0 1 0,-1-1-1,1 2 1,0-1-1,0 1 1,1-1-1,-1 2 1,-8 3-1,-6 4 44,-26 19 0,39-25-39,0 1 0,1 0 1,0 0-1,0 0 0,0 0 1,0 1-1,1 0 0,0 0 1,1 1-1,-1-1 0,1 1 1,0 0-1,1 0 0,-1 1 1,-1 9-1,2-10-16,1 1-1,0 1 1,1-1-1,0 0 1,0 0-1,1 0 1,0 1 0,2 8-1,-2-14-9,0 1-1,1-1 1,0 0 0,0 1-1,0-1 1,0 0-1,1 0 1,-1 1 0,1-1-1,0 0 1,0 0-1,0-1 1,0 1 0,0 0-1,1-1 1,-1 1 0,1-1-1,0 0 1,0 0-1,-1 0 1,6 3 0,4-1 17,0 0 1,0 0 0,0-1-1,0 0 1,20 1 0,66-1 152,-19-2-108,-57 1-39,1 0-1,0 1 1,0 2 0,41 13-1,-55-15-17,-1 0 0,0 1 0,0 0 0,0 1 0,-1 0 0,0 0 0,0 1 0,0-1 0,0 2 0,-1-1 0,0 1 0,0-1 0,-1 2 0,0-1 0,7 14 0,0 1-8,0-1 0,24 29 0,-6-10 0,-28-36 37,1 0 0,-1 0 0,0-1 0,1 1 0,-2 1-1,1-1 1,0 0 0,-1 0 0,0 1 0,1 6 0,-2-10-21,-1 0 0,1 0 0,-1 0 1,1 1-1,-1-1 0,0 0 1,0-1-1,1 1 0,-1 0 0,0 0 1,0 0-1,-1 1 0,-1 0 7,-65 74-23,44-54 0,23-21 0,0-1 0,0 1 0,0 0 0,0-1 0,1 1 0,-1 0 0,0-1 0,0 0 0,0 1 0,0-1 0,0 1 0,0-1 0,-1 0 0,1 0 0,0 0 0,0 1 0,0-1 0,0 0 0,0 0 0,0-1 0,-1 1 0,-7 0 0,-11 6-2262,-11-3-5673</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1.483"/>
    </inkml:context>
    <inkml:brush xml:id="br0">
      <inkml:brushProperty name="width" value="0.05" units="cm"/>
      <inkml:brushProperty name="height" value="0.05" units="cm"/>
    </inkml:brush>
  </inkml:definitions>
  <inkml:trace contextRef="#ctx0" brushRef="#br0">1 1 13824,'0'0'6293,"6"6"-6080,20 20-37,80 76 542,-82-81-618,0-2 0,50 30 1,69 33 155,-99-59-158,-33-18-71,0 1 0,-1-1 1,0 1-1,13 11 0,-15-10-1861,2 2-3457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1.863"/>
    </inkml:context>
    <inkml:brush xml:id="br0">
      <inkml:brushProperty name="width" value="0.05" units="cm"/>
      <inkml:brushProperty name="height" value="0.05" units="cm"/>
    </inkml:brush>
  </inkml:definitions>
  <inkml:trace contextRef="#ctx0" brushRef="#br0">186 0 18047,'0'0'128,"-11"1"768,5 0-787,1 1-1,-1 0 0,1 0 1,0 1-1,0 0 0,0-1 1,0 2-1,1-1 0,-1 0 1,1 1-1,-6 6 0,3-2-51,1 0-1,0 1 1,1-1-1,-1 1 1,-6 17-1,2 2-44,1 0 0,2 0-1,-5 37 1,-15 153 346,24-124-4706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4.952"/>
    </inkml:context>
    <inkml:brush xml:id="br0">
      <inkml:brushProperty name="width" value="0.05" units="cm"/>
      <inkml:brushProperty name="height" value="0.05" units="cm"/>
    </inkml:brush>
  </inkml:definitions>
  <inkml:trace contextRef="#ctx0" brushRef="#br0">469 374 10496,'0'0'6399,"1"-6"-6121,2-16 27,-1 0 0,-1 0-1,-1 0 1,-1 0 0,-6-38 0,5 50-227,-1 0-1,1 0 1,-2 0 0,1 1-1,-1-1 1,-1 1 0,0 0-1,0 0 1,0 0 0,-1 1-1,-1 0 1,0 0 0,0 0-1,0 1 1,-10-8 0,8 9-47,0 1 1,0-1 0,0 2-1,-1-1 1,0 1-1,0 0 1,-19-3-1,11 4 34,0 0 0,-1 2 0,-30 1 0,40 1-55,1 0 0,0 1 0,0 0 1,1 0-1,-1 0 0,0 1 0,1 1 1,0-1-1,-1 1 0,1 0 1,1 1-1,-8 6 0,6-5-1,1 0 0,0 1 1,1-1-1,0 2 0,0-1 0,0 1 1,1 0-1,0 0 0,0 0 0,-3 11 0,7-16-9,0 0 0,0 0 0,0 0 0,1 0 0,-1 0 0,1 1 0,0-1 0,0 0 0,0 0 0,0 1 0,0-1 0,1 0 0,0 0 0,0 0 0,-1 0 0,3 4 0,-1-3 0,1 1 0,0-1 0,0 0 0,0 1 0,0-1 0,0-1 0,1 1 0,0 0 0,5 3 0,3 1 0,0 0 0,0-1 0,1-1 0,0 0 0,0 0 0,18 4 0,-4-4 0,56 6 0,-64-11 0,0 1 0,1 1 0,-1 1 0,-1 0 0,1 2 0,21 9 0,-35-13 4,-1 0 0,1 0-1,-1 1 1,0 0 0,0-1-1,0 2 1,0-1 0,0 0-1,-1 1 1,0 0 0,1 0-1,-1 0 1,-1 0 0,1 0-1,0 0 1,-1 1 0,0-1-1,0 1 1,-1 0 0,1 0-1,-1 0 1,0-1-1,0 1 1,-1 0 0,1 0-1,-1 0 1,0 0 0,0 0-1,-1 0 1,0 0 0,0 0-1,0 0 1,0 0 0,-3 5-1,-5 10-3,-1-1 0,-1 0 0,0 0 0,-2-1 0,0-1 0,-1 0 0,-19 18 0,33-35 2,-1 1 0,1-1-1,0 0 1,0 1-1,0-1 1,-1 0 0,1 1-1,0-1 1,0 0-1,-1 0 1,1 1 0,0-1-1,-1 0 1,1 0-1,0 0 1,-1 1 0,1-1-1,0 0 1,-1 0 0,1 0-1,-1 0 1,1 0-1,0 0 1,-1 0 0,1 0-1,0 0 1,-1 0-1,1 0 1,-1 0 0,1 0-1,0 0 1,-1 0-1,1 0 1,0 0 0,-1 0-1,1-1 1,0 1 0,-1 0-1,1 0 1,0 0-1,-1-1 1,1 1 0,0 0-1,-1 0 1,1-1-1,0 1 1,0 0 0,-1-1-1,1 1 1,0 0-1,0 0 1,0-1 0,0 1-1,-1-1 1,1 1-1,0 0 1,0-1 0,0 1-1,0 0 1,0-1 0,0 1-1,0-1 1,-2-27 131,5-21-87,3-1 0,2 1 1,1 0-1,3 1 0,28-71 0,-38 114-316,6-14-3809</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5.513"/>
    </inkml:context>
    <inkml:brush xml:id="br0">
      <inkml:brushProperty name="width" value="0.05" units="cm"/>
      <inkml:brushProperty name="height" value="0.05" units="cm"/>
    </inkml:brush>
  </inkml:definitions>
  <inkml:trace contextRef="#ctx0" brushRef="#br0">121 45 15616,'0'0'3839,"6"0"-3732,-1 1-97,1-1 0,0 1 0,-1 0 1,1 0-1,-1 0 0,0 1 0,1 0 0,-1 0 0,0 0 0,0 1 1,0 0-1,-1 0 0,1 0 0,0 0 0,-1 1 0,0-1 0,0 1 0,0 0 1,-1 1-1,1-1 0,-1 1 0,0-1 0,0 1 0,0 0 0,-1 0 1,0 0-1,0 1 0,0-1 0,-1 0 0,1 1 0,-1-1 0,-1 1 0,1-1 1,-1 1-1,0 0 0,0-1 0,0 1 0,-1-1 0,-2 11 0,-3-1 54,1 0 0,-2-1 0,0 1 0,-15 21 0,18-30-29,0 0-1,-1-1 1,1 1-1,-1-1 1,-1 1-1,1-2 1,-1 1-1,0 0 1,0-1-1,0 0 0,0-1 1,-13 6-1,16-8-2,1-1-1,-1 1 1,0-1 0,0 1-1,0-1 1,0 0-1,0 0 1,0 0-1,0 0 1,0-1-1,0 1 1,0-1-1,0 0 1,0 1 0,1-1-1,-1-1 1,-5-2-1,4 2 13,0-1 0,0 0-1,0-1 1,1 1 0,-1-1 0,1 0 0,0 0-1,0 0 1,0 0 0,-2-5 0,1 3-15,1-1 0,0 1 0,0-1 0,1 0 0,0 0 0,0 0 0,1 0 0,0 0 0,0 0 0,0-1 1,1 1-1,0 0 0,1 0 0,0 0 0,1-8 0,7-7-37,0 1 0,1 0 0,1 1 0,1 0 0,0 0 0,2 2 0,16-19 0,-28 35-267,-1 1 1,0-1-1,1 1 0,-1-1 1,1 1-1,0 0 0,-1 0 1,1 0-1,0 0 0,0 0 1,0 0-1,-1 0 0,1 1 1,0-1-1,4 0 0,9-3-11756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6.004"/>
    </inkml:context>
    <inkml:brush xml:id="br0">
      <inkml:brushProperty name="width" value="0.05" units="cm"/>
      <inkml:brushProperty name="height" value="0.05" units="cm"/>
    </inkml:brush>
  </inkml:definitions>
  <inkml:trace contextRef="#ctx0" brushRef="#br0">25 39 14336,'6'-8'981,"-3"5"-839,0 0 0,-1 1 0,1-1 0,0 1 0,0 0 0,1 0 1,-1 0-1,0 0 0,1 0 0,-1 1 0,1-1 0,-1 1 0,1 0 0,0 0 0,-1 0 1,1 1-1,0-1 0,0 1 0,0 0 0,0 0 0,-1 1 0,1-1 0,0 1 0,0-1 0,-1 1 1,1 1-1,5 1 0,-2-1-96,-1 1 1,1 1-1,-1-1 1,1 1-1,-1 0 0,0 0 1,0 1-1,-1 0 1,1 0-1,-1 0 1,0 1-1,-1 0 1,7 10-1,-5-6-16,0 1-1,-1 0 0,-1 0 1,0 0-1,0 1 1,-1-1-1,2 19 1,-4-23-20,-1 1 1,0-1-1,-1 1 1,1-1 0,-1 1-1,-1-1 1,1 1-1,-1-1 1,-1 0 0,1 0-1,-1 0 1,-1 0-1,-4 7 1,4-6 29,-2 0 0,1-1 0,-1 0 0,0 0 0,0 0 0,-1-1 0,0 0-1,0 0 1,-10 6 0,13-10 5,0 0 0,1 0 0,-1-1-1,0 1 1,0-1 0,0 0 0,0 0 0,0 0-1,0 0 1,-1-1 0,1 0 0,0 0 0,0 0-1,0 0 1,0-1 0,0 0 0,-1 1-1,1-2 1,0 1 0,0 0 0,1-1 0,-6-2-1,5 2-4,0-1 1,-1 1-1,1-1 0,0 0 0,0 0 0,1 0 0,-1-1 1,1 0-1,0 1 0,0-1 0,0 0 0,0 0 0,0-1 1,1 1-1,0-1 0,-2-6 0,2 5-11,1-1 1,-1 0-1,2 0 1,-1 0-1,1 0 0,0 0 1,1 0-1,-1 0 1,1 0-1,3-10 0,2-2-18,1 1-1,0 0 0,1 0 0,1 0 1,1 1-1,1 1 0,15-20 0,-22 30-86,21-20-1106,-11 18-2608,3 8-4239,-5 3 2611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6.901"/>
    </inkml:context>
    <inkml:brush xml:id="br0">
      <inkml:brushProperty name="width" value="0.05" units="cm"/>
      <inkml:brushProperty name="height" value="0.05" units="cm"/>
    </inkml:brush>
  </inkml:definitions>
  <inkml:trace contextRef="#ctx0" brushRef="#br0">132 13 12416,'0'0'6165,"5"-3"-5952,-1 2-192,0-1 1,0 1-1,-1 0 1,1 0-1,0 0 0,0 0 1,0 0-1,0 1 1,0 0-1,0 0 0,4 0 1,-5 1-16,-1-1 0,0 1 0,1 0 0,-1-1-1,0 1 1,0 0 0,0 0 0,0 1 0,0-1 0,0 0 0,0 1 0,0-1 0,-1 1 0,1-1 0,0 1 0,-1 0 0,1 0 0,-1 0 0,0 0 0,0 0 0,0 0 0,0 0 0,0 0-1,1 4 1,0 2-6,0 1 0,0-1 0,-1 1 0,0-1 0,-1 1 0,0 0 0,0-1 0,-1 1 0,0 0 0,0-1 0,-1 1 0,0-1 0,-1 0 0,-4 10 0,3-9 0,0 0 0,0 0 0,-1 0 0,-1-1 0,0 1 0,0-1 0,0-1 0,-1 1 0,0-1 0,-1 0 0,1-1 0,-9 6 0,12-10 34,1 0-1,-1-1 0,0 1 1,1-1-1,-1 0 0,0 0 1,0 0-1,0-1 0,0 1 0,0-1 1,1 0-1,-1 0 0,0 0 1,0-1-1,0 1 0,0-1 1,0 0-1,1 0 0,-1-1 0,0 1 1,1-1-1,-1 1 0,1-1 1,-1 0-1,1-1 0,0 1 1,0 0-1,0-1 0,0 0 0,1 1 1,-1-1-1,1-1 0,-1 1 1,1 0-1,0 0 0,0-1 1,1 1-1,-1-1 0,1 0 0,-2-4 1,1-2 56,1 0-1,0 0 1,1 0 0,0-1 0,0 1 0,1 0 0,1 0 0,-1 0 0,2 1-1,-1-1 1,1 0 0,1 1 0,5-11 0,-7 15-208,1 0 0,1 0 1,-1 0-1,1 0 0,-1 1 1,1-1-1,1 1 0,-1 0 1,1 0-1,5-4 0,-6 6-420,0 0 0,0 0 0,1 0 0,-1 1 0,0-1 0,1 1 0,-1 0 0,0 0 0,1 1 0,-1-1 0,1 1 0,-1 0 0,1 0 0,7 2 0,5 1-7312</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7.243"/>
    </inkml:context>
    <inkml:brush xml:id="br0">
      <inkml:brushProperty name="width" value="0.05" units="cm"/>
      <inkml:brushProperty name="height" value="0.05" units="cm"/>
    </inkml:brush>
  </inkml:definitions>
  <inkml:trace contextRef="#ctx0" brushRef="#br0">1 12 16000,'0'0'767,"0"10"1,9-5-640,10-5 128,4 0-128,10-2 0,7-3-256,-8-3 128,-2 3-3199,0 3 127,0-2-4608</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7.584"/>
    </inkml:context>
    <inkml:brush xml:id="br0">
      <inkml:brushProperty name="width" value="0.05" units="cm"/>
      <inkml:brushProperty name="height" value="0.05" units="cm"/>
    </inkml:brush>
  </inkml:definitions>
  <inkml:trace contextRef="#ctx0" brushRef="#br0">10 17 15104,'0'0'384,"-10"9"767,14-3 129,4 0-896,10-3 0,7-3-256,7 0 128,9-3-128,-7-3 0,-2-1 0,-4-1 0,-7 2-128,-4 1 0,-2 3-512,-6-2 128</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8.286"/>
    </inkml:context>
    <inkml:brush xml:id="br0">
      <inkml:brushProperty name="width" value="0.05" units="cm"/>
      <inkml:brushProperty name="height" value="0.05" units="cm"/>
    </inkml:brush>
  </inkml:definitions>
  <inkml:trace contextRef="#ctx0" brushRef="#br0">289 1 13184,'0'0'5375,"-6"4"-5033,-3 3-289,0 0-1,1 1 1,0 0 0,1 0 0,0 1 0,0 0-1,-7 13 1,-41 80 265,48-88-269,-8 17 27,1 0 0,2 1 0,1 0-1,1 1 1,2 0 0,1 1 0,2-1 0,-1 49 0,6-71-56,1 0 0,1 0 0,0 0 1,0-1-1,1 1 0,0-1 0,1 1 1,1-1-1,-1 0 0,10 14 0,-11-20-8,-1 0-1,1 0 1,0-1-1,0 1 0,1-1 1,-1 0-1,1 0 1,-1 0-1,1-1 0,0 1 1,8 3-1,-9-5-3,0 0 0,1-1 0,-1 1 0,0 0 0,1-1 0,-1 0 0,0 0 0,1 0 0,-1 0 0,1-1 0,-1 1 1,0-1-1,0 0 0,1 0 0,-1 0 0,0 0 0,0 0 0,3-3 0,0 1 9,-1 0-1,1-1 1,-1 0 0,0 0 0,0 0 0,-1-1 0,1 0-1,-1 0 1,0 0 0,0 0 0,-1 0 0,1-1 0,-1 0-1,0 0 1,-1 0 0,0 0 0,4-12 0,-6 14-15,1-1 0,0 1 0,-1 0 1,0-1-1,0 1 0,0-1 0,0 1 0,-1 0 1,0-1-1,0 1 0,0 0 0,0 0 0,-1-1 1,1 1-1,-1 0 0,0 0 0,0 1 0,-1-1 1,1 0-1,-1 1 0,0 0 0,0-1 1,0 1-1,0 0 0,-1 0 0,-6-4 0,2 3-70,1 0-1,-1 0 0,0 1 0,0 0 0,-1 1 0,1 0 0,0 0 1,-1 1-1,1 0 0,-1 0 0,1 1 0,-1 0 0,0 0 1,1 1-1,-1 0 0,1 1 0,-15 4 0,16-3-1088,-1 0 0,1 0 0,0 0 0,0 1 0,0 0 0,0 1 0,-5 5 0,-9 7-5243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8.847"/>
    </inkml:context>
    <inkml:brush xml:id="br0">
      <inkml:brushProperty name="width" value="0.05" units="cm"/>
      <inkml:brushProperty name="height" value="0.05" units="cm"/>
    </inkml:brush>
  </inkml:definitions>
  <inkml:trace contextRef="#ctx0" brushRef="#br0">109 1 15232,'0'0'1045,"-3"5"-832,-11 24-81,1-1 0,2 2-1,-14 52 1,-10 102 130,32-170-318,2-6 131,-1 1 0,1-1 0,1 0 0,-1 0-1,2 9 1,-1-15-43,1 0-1,-1 0 0,1 1 0,-1-1 0,1 0 1,0 0-1,0 0 0,0 0 0,0-1 0,0 1 1,0 0-1,1 0 0,-1-1 0,1 1 1,-1 0-1,1-1 0,-1 0 0,1 1 0,0-1 1,0 0-1,-1 0 0,1 0 0,0 0 1,3 1-1,1 0 31,1 0 1,-1 0 0,1-1-1,0 0 1,0 0 0,0-1-1,12 0 1,50-10 239,-27 3-359,-5 3-1666,7 0-6793,-23 0 3524</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49.227"/>
    </inkml:context>
    <inkml:brush xml:id="br0">
      <inkml:brushProperty name="width" value="0.05" units="cm"/>
      <inkml:brushProperty name="height" value="0.05" units="cm"/>
    </inkml:brush>
  </inkml:definitions>
  <inkml:trace contextRef="#ctx0" brushRef="#br0">83 1 14720,'0'0'277,"-5"11"747,-6 15-261,2 0 1,0 0 0,2 1-1,-7 53 1,2 114-542,7-74 47,-5 90-121,9-119-5586,1-61-4482</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51.603"/>
    </inkml:context>
    <inkml:brush xml:id="br0">
      <inkml:brushProperty name="width" value="0.05" units="cm"/>
      <inkml:brushProperty name="height" value="0.05" units="cm"/>
    </inkml:brush>
  </inkml:definitions>
  <inkml:trace contextRef="#ctx0" brushRef="#br0">310 259 19583,'-11'15'112,"-1"-1"0,0 0 0,0-1 0,-2-1 0,-19 15 0,29-23-77,-1-1 0,0 0 1,0-1-1,-1 1 0,1-1 0,0 0 0,-1 0 0,1 0 0,-1-1 0,0 0 0,0 0 0,1-1 0,-1 1 0,0-1 0,0 0 0,1-1 0,-1 0 0,0 0 0,0 0 0,-8-3 0,9 2-14,0 1 0,0-1-1,0-1 1,0 1-1,0-1 1,0 0 0,1 0-1,-1 0 1,1-1 0,0 1-1,0-1 1,0 0-1,1 0 1,0-1 0,-1 1-1,1-1 1,1 1 0,-1-1-1,1 0 1,0 0-1,0 0 1,0 0 0,1-1-1,-1 1 1,1 0 0,1-1-1,-1 1 1,1-1-1,0-9 1,3 2-11,0-1 0,1 0 0,1 1 0,0 0 0,1 0 0,0 0 0,1 1 0,0 0 0,1 0 0,1 1 0,0 0-1,0 0 1,1 1 0,16-13 0,-20 19-10,1 4-21,-1 4-64,0 1 63,2 0 22,-1-4 0,-5-2 11,0 1-1,0-1 1,0 0-1,0 0 0,0 0 1,0 0-1,0 0 1,0 0-1,-1 0 0,1 0 1,0-1-1,-1 1 1,1-1-1,-1 1 0,1-1 1,-1 0-1,0 1 1,2-5-1,8-6 48,-8 10-58,0-1 0,1 2 0,-1-1 0,1 0 0,-1 1 0,1-1 0,0 1 0,-1 0 0,1 0 0,0 1 0,0-1 0,0 1 0,0 0 0,0 0 0,-1 0 0,1 0 0,8 2 0,-7-1 0,-1 0 0,1 1 0,0 0 0,0-1 0,-1 2 0,1-1 0,-1 0 0,0 1 0,0 0 0,0 0 0,0 0 0,0 0 0,4 6 0,-7-8 0,0 0 0,-1 0 0,1 0 0,-1 0 0,0 0 0,1 0 0,-1 0 0,0 0 0,0 0 0,1 0 0,-1 0 0,0 0 0,0 0 0,0 0 0,0 0 0,0 0 0,0 0 0,-1 1 0,1 2 0,2 34-216,-1-30 46,0 0-1,-1 0 1,0 0 0,0 0-1,-1 0 1,0 0-1,0 0 1,-1 0 0,-2 8-1,-3 2-3284,2 0-7681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52.494"/>
    </inkml:context>
    <inkml:brush xml:id="br0">
      <inkml:brushProperty name="width" value="0.05" units="cm"/>
      <inkml:brushProperty name="height" value="0.05" units="cm"/>
    </inkml:brush>
  </inkml:definitions>
  <inkml:trace contextRef="#ctx0" brushRef="#br0">23 125 15232,'0'0'149,"3"-6"192,5-6 61,1 1 0,-1 0 0,2 0 0,-1 1 0,15-11 0,-19 17-320,1-1 0,0 1 0,1 0 0,-1 0-1,1 0 1,0 1 0,0 0 0,0 1 0,0-1 0,0 1 0,1 1 0,10-2 0,-13 3-50,0-1-1,1 1 0,-1 1 0,0-1 1,0 1-1,1 0 0,-1 0 0,0 0 1,0 1-1,0 0 0,0 0 0,0 0 0,-1 0 1,1 1-1,-1 0 0,1 0 0,-1 0 1,0 0-1,0 1 0,0 0 0,-1 0 1,0 0-1,1 0 0,-1 0 0,0 1 1,-1-1-1,4 8 0,-2-2-11,-1 0 0,0 0 0,0 0 0,-1 0 0,0 1 0,-1-1 1,0 1-1,-1-1 0,0 1 0,-1 0 0,-2 14 0,1-18-9,1 1 0,-2-1 0,1 0 0,-1 0 0,0 0-1,0 0 1,-1 0 0,0-1 0,0 0 0,-1 0 0,1 0 0,-1 0 0,-1 0 0,1-1 0,-1 0 0,-10 7 0,11-9 52,0 1 0,0-1 0,-1 0 0,1-1 0,-1 1 0,1-1 0,-1 0 0,0 0 0,0-1 0,0 0 0,0 0 0,0 0 0,0-1 0,0 0 0,0 0 0,0-1 0,-1 1 0,1-1 0,0 0 0,1-1 0,-9-2 0,6 0-21,0 1 0,0-1 0,0 0 0,0 0 0,1-1-1,0 0 1,0-1 0,0 1 0,1-1 0,-1-1 0,2 1-1,-9-11 1,11 12-129,1 0 1,-1 0-1,1 0 0,0 0 0,0-1 0,0 1 0,1 0 0,-1-1 1,2 1-1,-1-1 0,0 1 0,1-1 0,0 0 0,1 1 0,-1-1 1,1 1-1,0-1 0,0 1 0,1-1 0,2-7 0,0 6-1356,0-1-1,0 1 1,0 1-1,1-1 1,10-11-1,9-10-5894</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6:52.975"/>
    </inkml:context>
    <inkml:brush xml:id="br0">
      <inkml:brushProperty name="width" value="0.05" units="cm"/>
      <inkml:brushProperty name="height" value="0.05" units="cm"/>
    </inkml:brush>
  </inkml:definitions>
  <inkml:trace contextRef="#ctx0" brushRef="#br0">120 36 15232,'0'0'512,"17"-12"1663,-13 13-2078,-1-1 0,0 1 0,0 0 0,1 0-1,-1 0 1,0 0 0,0 1 0,0-1-1,0 1 1,0-1 0,0 1 0,-1 0 0,6 5-1,0 0-18,-1 1-1,0 0 0,7 9 0,-8-7-62,0 0-1,0-1 1,-1 2 0,0-1-1,-1 1 1,0-1-1,-1 1 1,0 0-1,0 1 1,0 17-1,-2-22-9,-1 0 0,0 0 1,0 0-1,-1 0 0,0 0 0,0 0 0,-1 0 0,0-1 0,0 1 0,0 0 0,-1-1 0,0 0 0,0 0 0,-1 0 0,0 0 0,0 0 0,0-1 0,-7 7 0,4-6 62,0-1-1,-1 1 0,0-2 1,0 1-1,0-1 0,0-1 0,0 1 1,-1-1-1,0-1 0,1 0 1,-1 0-1,0-1 0,-11 1 0,16-2-11,-1 0 0,0 0-1,0 0 1,1-1 0,-1 0-1,0 0 1,1 0 0,-1 0-1,1-1 1,-1 0 0,-6-3-1,8 3-36,1 0 0,-1 0-1,1 0 1,0-1 0,-1 1-1,1 0 1,0-1 0,0 0 0,1 1-1,-1-1 1,1 0 0,-1 0-1,1 0 1,0 0 0,0 0-1,0 0 1,0 0 0,0-6-1,0-4 33,1 0 0,0 0 0,1 0 0,1 0 0,0 0 0,0 0-1,1 0 1,1 1 0,0-1 0,1 1 0,7-13 0,-4 9-589,1 1 0,0 0 0,1 0 1,1 1-1,0 0 0,1 1 0,25-22 0,-18 21-4111,-1 2-3755</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20.056"/>
    </inkml:context>
    <inkml:brush xml:id="br0">
      <inkml:brushProperty name="width" value="0.05" units="cm"/>
      <inkml:brushProperty name="height" value="0.05" units="cm"/>
    </inkml:brush>
  </inkml:definitions>
  <inkml:trace contextRef="#ctx0" brushRef="#br0">51 700 6656,'17'-2'575,"-29"-5"659,9 5-1082,0 1-1,0-1 1,0 1 0,0-1 0,0 0 0,0 0 0,1 0 0,-1-1 0,-3-3 0,2-2 18,1 0 1,1 0 0,-1 0-1,2 0 1,-1-1 0,1 1-1,0-1 1,1-11 0,-3-13 469,2 22-591,0 0 0,0 0 0,1 0 0,0 0 0,1 0 1,0 0-1,1 0 0,1 0 0,-1 0 0,2 0 0,-1 1 1,2 0-1,-1-1 0,1 2 0,1-1 0,0 0 0,0 1 0,1 0 1,0 1-1,0 0 0,1 0 0,10-9 0,42-32 242,113-72-1,-144 104-205,2 1-1,1 1 1,0 1 0,0 2-1,1 2 1,44-9 0,-34 11 4,21-4 58,79-4 1,203 22 492,-321-3-582,1 1 0,-1 1 0,40 14 0,-33-9 28,44 7 1,-60-14-34,4 0 83,-1 0 0,1 2 0,20 6 0,27 15 173,131 55 811,-148-56-1113,164 86 93,-155-76-76,-34-22-25,0 1 1,-1 2-1,32 26 0,-55-40 7,0-1-1,1 1 1,0-1-1,-1 0 0,1 1 1,0-1-1,0 0 1,-1 0-1,1 0 0,0 0 1,0 0-1,0-1 1,0 1-1,1-1 0,-1 1 1,4-1-1,34 8 31,-32-4-36,-8-4 0,1 0 0,-1 1 0,1-1 0,0 0 0,-1 1-1,0-1 1,1 1 0,-1-1 0,1 1 0,-1-1 0,0 1-1,1-1 1,-1 1 0,0 0 0,1-1 0,-1 1 0,0-1-1,0 1 1,0 0 0,1-1 0,-1 1 0,0-1-1,0 1 1,0 0 0,0-1 0,0 1 0,0 0 0,0-1-1,0 1 1,-1 0 0,1 0 0,0 1-16,-7-23-14831,2 3 13716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20.577"/>
    </inkml:context>
    <inkml:brush xml:id="br0">
      <inkml:brushProperty name="width" value="0.05" units="cm"/>
      <inkml:brushProperty name="height" value="0.05" units="cm"/>
    </inkml:brush>
  </inkml:definitions>
  <inkml:trace contextRef="#ctx0" brushRef="#br0">159 0 3584,'20'7'5376,"-18"-2"-1572,-11 0-547,25 3-2383,67 65-321,-27-21-444,-24-24 117,-2 1 0,-1 1 0,-1 1 0,36 53 0,-65-83-196,1 0-1,-1 0 1,1-1-1,-1 1 1,1 0-1,-1 0 1,1-1-1,-1 1 1,0 0-1,1-1 0,-1 1 1,0-1-1,0 1 1,1-1-1,-1 1 1,0-1-1,0 0 1,0 1-1,0-1 1,-1 0-1,-57 22 270,-152 47 41,176-59-289,0-2 1,-1-2-1,0-1 1,-38-1-1,67-4-8,16-1 63,3-1-3348</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22.481"/>
    </inkml:context>
    <inkml:brush xml:id="br0">
      <inkml:brushProperty name="width" value="0.05" units="cm"/>
      <inkml:brushProperty name="height" value="0.05" units="cm"/>
    </inkml:brush>
  </inkml:definitions>
  <inkml:trace contextRef="#ctx0" brushRef="#br0">468 0 11904,'-5'2'250,"1"0"1,0-1 0,-1 0 0,0 0-1,1 0 1,-1 0 0,0-1 0,1 0-1,-1 0 1,0 0 0,-8-2-1,-8 1-58,10 1-62,0 0 0,-1 1 0,1 0 0,0 1 0,0 0 0,0 1 0,1 0 1,-1 1-1,-12 6 0,20-8-105,0 0 0,0 0 0,0 0 1,0 0-1,0 1 0,0-1 0,1 1 1,-1 0-1,1 0 0,0 0 0,-3 5 0,-16 40 294,1-1-87,-19 26 3,3 1-1,4 2 1,-38 131 0,65-195-126,5-12-115,0 0 0,0 0 0,0 0 0,0 0 0,0 0 1,0 0-1,0 0 0,0-1 0,0 1 0,0 0 0,-1 0 0,1 0 0,0 0 0,0 0 0,0 0 0,0 0 0,0 0 0,0 0 0,0 0 0,0 0 1,0 0-1,-1 0 0,1 0 0,0 0 0,0 0 0,0 0 0,0 0 0,0 0 0,0 0 0,0 0 0,0 0 0,0 0 0,0 0 0,-1 0 0,1 0 1,0 1-1,0-1 0,0 0 0,0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07.950"/>
    </inkml:context>
    <inkml:brush xml:id="br0">
      <inkml:brushProperty name="width" value="0.05" units="cm"/>
      <inkml:brushProperty name="height" value="0.05" units="cm"/>
    </inkml:brush>
  </inkml:definitions>
  <inkml:trace contextRef="#ctx0" brushRef="#br0">0 1 14336,'0'0'4863,"4"11"-4756,0 2-94,50 184 230,-44-160-174,2 0 0,1-1 0,25 49 0,18 47 466,-56-132-529,0 0 1,0-1 0,0 1 0,0 0-1,0 0 1,0 0 0,0 0-1,0 0 1,0 0 0,0 0-1,0-1 1,0 1 0,0 0 0,0 0-1,0 0 1,0 0 0,1 0-1,-1 0 1,0 0 0,0-1-1,0 1 1,0 0 0,0 0 0,0 0-1,0 0 1,0 0 0,0 0-1,0 0 1,1 0 0,-1 0-1,0 0 1,0 0 0,0 0 0,0 0-1,0 0 1,0 0 0,1 0-1,-1 0 1,0 0 0,0 0-1,0 0 1,0 0 0,0 0 0,0 0-1,0 0 1,1 0 0,-1 0-1,0 0 1,0 0 0,0 0-1,0 0 1,0 0 0,0 0 0,0 0-1,1 0 1,-1 0 0,0 0-1,0 0 1,0 0 0,0 1-1,0-1 1,0 0 0,0 0 0,0 0-1,0 0 1,0 0 0,0 0-1,4-9 136,6-17 85,0 1 1,19-33-1,-6 13-98,-19 37-117,23-42 122,-25 46-126,1 0 1,-1 0 0,1 1 0,0-1 0,0 1 0,0 0 0,1 0 0,-1 0-1,8-4 1,-10 6-9,0 1 0,0 0 0,0 0 0,-1 0 0,1 0 0,0 0 0,0 0 0,0 1 0,-1-1 0,1 0 0,0 0 0,0 0 0,0 1 0,-1-1 0,1 1 0,0-1 0,0 0 0,-1 1 0,1-1 0,0 1 0,-1-1 0,1 1 0,-1 0 0,1-1 0,-1 1 0,1 0 0,-1-1 0,1 1 0,-1 0 0,1-1 0,-1 1 0,0 0 0,1 1 0,11 29 0,-12-31 0,4 14 0,0-1 0,-1 1 0,0-1 0,0 21 0,-3-31 0,1 1 0,-1 0 0,0-1 0,-1 1 0,1-1 0,-1 1 0,1-1 0,-1 0 0,0 1 0,0-1 0,-1 0 0,1 1 0,0-1 0,-1 0 0,0 0 0,0 0 0,0 0 0,0-1 0,-1 1 0,1 0 0,-1-1 0,1 0 0,-5 3 0,-4 1-1,0 0-1,-23 8 0,30-13-69,0 1 0,0-1-1,0-1 1,0 1 0,0-1 0,0 1-1,0-1 1,0 0 0,0 0 0,0-1-1,0 1 1,0-1 0,-6-2 0,10 3-152,-1 0 0,1 0 0,0 0 1,0-1-1,-1 1 0,1 0 0,0 0 0,-1 0 1,-1-3-2229,2 3 2228,0-1 1,0 1-1,0 0 0,0-1 0,0 1 0,0-1 1,-1-2-1699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08.311"/>
    </inkml:context>
    <inkml:brush xml:id="br0">
      <inkml:brushProperty name="width" value="0.05" units="cm"/>
      <inkml:brushProperty name="height" value="0.05" units="cm"/>
    </inkml:brush>
  </inkml:definitions>
  <inkml:trace contextRef="#ctx0" brushRef="#br0">1 4 16767,'0'0'1536,"9"-4"-1152,0 4 128,6 4-384,6 13 128,4 13-128,-5-4 0,-3 4-128,-2-4 128,-5 1-384,-1-7 128,-7 1-2176,2-10 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08.661"/>
    </inkml:context>
    <inkml:brush xml:id="br0">
      <inkml:brushProperty name="width" value="0.05" units="cm"/>
      <inkml:brushProperty name="height" value="0.05" units="cm"/>
    </inkml:brush>
  </inkml:definitions>
  <inkml:trace contextRef="#ctx0" brushRef="#br0">95 106 11392,'0'0'896,"-13"-17"0,-8-15-128,6 11 0,0 3-128,7 6 0,1 9-512,1 1 128,1 2-256,1 11-1536,11 0 0,-1 2-7680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09.001"/>
    </inkml:context>
    <inkml:brush xml:id="br0">
      <inkml:brushProperty name="width" value="0.05" units="cm"/>
      <inkml:brushProperty name="height" value="0.05" units="cm"/>
    </inkml:brush>
  </inkml:definitions>
  <inkml:trace contextRef="#ctx0" brushRef="#br0">17 2 16000,'0'0'639,"-1"0"-516,1 0-1,-1-1 0,1 1 0,-1 0 0,1 0 1,-1 0-1,1 0 0,-1 0 0,1 0 0,-1 0 0,0 0 1,1 0-1,-1 0 0,1 0 0,-1 0 0,1 0 1,-1 1-1,1-1 0,-1 0 0,1 0 0,-1 1 0,0 0-81,0 1 0,1-1 0,-1 1 0,1-1 0,-1 1 0,1-1 0,0 1 0,0 0 0,-1-1 0,1 1 0,0-1 0,1 1 0,-1-1-1,0 1 1,0 0 0,1-1 0,-1 1 0,1 1 0,14 31 176,-13-31-188,20 40 46,11 23 58,49 131 1,-80-188-325,1-1 1,0 0-1,0-1 1,1 1-1,0 0 1,10 13-1,9 0-6475</inkml:trace>
  <inkml:trace contextRef="#ctx0" brushRef="#br0" timeOffset="1">64 325 13696,'0'0'1536,"-10"-2"-512,5-7-1,-1-3-639,15-6 128,6-3-256,10 4 128,3 0-256,0 2 128,2 6-128,-3-3 0,-3 3-128,-3 3 0,-6 3-1664,0 3 1,0 0-9601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09.352"/>
    </inkml:context>
    <inkml:brush xml:id="br0">
      <inkml:brushProperty name="width" value="0.05" units="cm"/>
      <inkml:brushProperty name="height" value="0.05" units="cm"/>
    </inkml:brush>
  </inkml:definitions>
  <inkml:trace contextRef="#ctx0" brushRef="#br0">16 1 16384,'0'3'383,"1"58"1076,-2 70-251,-5-17-882,-3 64 109,13 189-1,-3-354-453,1 0 1,0 1 0,1-1 0,0 0-1,1-1 1,11 25 0,-2-22-2938,-2-8-6696,-5-4 5599</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50.522"/>
    </inkml:context>
    <inkml:brush xml:id="br0">
      <inkml:brushProperty name="width" value="0.05" units="cm"/>
      <inkml:brushProperty name="height" value="0.05" units="cm"/>
    </inkml:brush>
  </inkml:definitions>
  <inkml:trace contextRef="#ctx0" brushRef="#br0">1 13 20991,'25'-4'0,"-8"1"0,1 0 0,31 0 0,-46 3 0,1 0 0,0 0 0,0 1 0,-1-1 0,1 1 0,0 0 0,-1 0 0,1 0 0,0 1 0,-1-1 0,1 1 0,-1 0 0,0 0 0,0 0 0,0 0 0,0 0 0,0 1 0,4 4 0,-4-4 0,2 3 0,-1 0 0,0 0 0,0 0 0,-1 0 0,5 10 0,-8-14 0,1 0 0,-1 0 0,1 0 0,-1 0 0,0 0 0,1 0 0,-1 0 0,0 0 0,0 0 0,-1 0 0,1 0 0,0 0 0,-1 0 0,1 0 0,-1 0 0,0-1 0,1 1 0,-1 0 0,0 0 0,0 0 0,0-1 0,0 1 0,-1 0 0,1-1 0,-3 3 0,2-1 7,-1 1 0,1-1 0,-1 1 0,1-1 0,0 1 0,1 0 0,-1 0 0,1 0 0,-2 8 0,2-8 0,-1 1 1,1 0-1,-1-1 0,0 1 1,0 0-1,-1-1 0,-2 4 0,4-6-6,0-1 4,0 0-1,1 0 0,-1 0 1,1-1-1,-1 1 0,0 0 0,0-1 1,0 1-1,1 0 0,-1-1 0,0 1 1,0-1-1,0 1 0,0-1 0,-1 1 1,0-1-1,-1 0 1,1 0-1,0 0 1,-1-1-1,1 1 1,0-1-1,0 1 1,0-1-1,-1 0 1,1 0-1,0 0 1,-2-2-1,3 3-10,1 0-1,-1 0 0,0-1 0,1 1 1,-1 0-1,0 0 0,1 0 0,-1 0 1,1 0-1,-1 0 0,0 0 0,1 0 1,-1 0-1,0 0 0,1 0 0,-1 0 1,1 0-1,-1 0 0,0 1 0,1-1 1,-1 0-1,1 0 0,-1 1 1,0-1-1,1 0 0,-1 1 0,1-1 1,-1 1-1,-11 17-3958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51.424"/>
    </inkml:context>
    <inkml:brush xml:id="br0">
      <inkml:brushProperty name="width" value="0.05" units="cm"/>
      <inkml:brushProperty name="height" value="0.05" units="cm"/>
    </inkml:brush>
  </inkml:definitions>
  <inkml:trace contextRef="#ctx0" brushRef="#br0">232 0 11648,'0'0'7807,"-5"4"-7572,-18 15-71,1 1-1,2 1 1,0 1-1,1 0 1,1 2-1,1 0 1,1 1-1,1 0 1,2 1 0,0 1-1,-11 37 1,22-59-124,1 0 1,0 0-1,0 0 1,-1 10-1,2-13-14,0 0 0,0-1-1,1 1 1,-1 0 0,0 0 0,1-1-1,-1 1 1,1 0 0,0-1 0,-1 1-1,1-1 1,0 1 0,0-1-1,0 1 1,0-1 0,2 3 0,-1-4-8,-1 1 1,1-1 0,0 1 0,-1-1-1,1 0 1,-1 1 0,1-1 0,0 0-1,-1 0 1,1 0 0,-1 0 0,1-1-1,0 1 1,-1 0 0,1-1 0,-1 1-1,1-1 1,2-1 0,1 1 9,42-14 79,-35 10-64,0 1-1,1 0 1,-1 1-1,1 1 1,25-3-1,-30 5-42,-5 0 0,0 0 0,0 0 0,0 0 0,0 1 0,0-1 0,0 1 0,4 0 0,-6 0 0,0 0 0,0-1 0,0 1 0,0 0 0,0 0 0,0 0 0,0 0 0,0-1 0,0 1 0,0 1 0,-1-1 0,1 0 0,0 0 0,-1 0 0,1 0 0,-1 0 0,1 1 0,-1-1 0,0 0 0,1 2 0,0 2 7,0 0 0,0 0 0,0 0-1,0 0 1,-1 0 0,0 1-1,0-1 1,0 0 0,-1 0 0,1 0-1,-1 0 1,-1 0 0,1 0 0,-1-1-1,1 1 1,-2 0 0,1-1 0,-5 9-1,6-13-65,1 1 0,0-1 0,-1 0 0,1 1 0,-1-1 0,1 1 0,-1-1 0,1 0 0,-1 0 0,0 1 0,1-1 0,-1 0 0,1 0 0,-1 0 0,1 0 0,-1 0 0,0 1 0,1-1 0,-1 0 0,1 0 0,-1 0 0,0-1 0,0 1 0,-8-2-4042,9 2 3922</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52.707"/>
    </inkml:context>
    <inkml:brush xml:id="br0">
      <inkml:brushProperty name="width" value="0.05" units="cm"/>
      <inkml:brushProperty name="height" value="0.05" units="cm"/>
    </inkml:brush>
  </inkml:definitions>
  <inkml:trace contextRef="#ctx0" brushRef="#br0">250 1 21119,'-2'6'107,"-10"22"-77,-1-1 0,-1 0 0,-1-1-1,-19 25 1,17-30-11,-69 78 624,85-98-624,-1 1 0,1 0-1,0-1 1,0 1 0,0 0 0,0 0 0,0 0 0,0 0 0,1 0 0,-1 0 0,0 3 0,1-4-19,0 1 1,-1-1-1,1 0 0,0 1 0,-1-1 1,1 0-1,-1 1 0,0-1 1,1 0-1,-1 0 0,0 1 1,1-1-1,-1 0 0,0 0 0,0 0 1,0 0-1,0 0 0,0 0 1,-1 0-1,1-1 0,0 1 0,0 0 1,0-1-1,-2 2 0,-4 1-279,7-3 108,-1 0-1,0 1 1,1-1-1,-1 0 1,0 0-1,1 1 1,-1-1-1,0 0 1,1 0-1,-1 0 1,0 0-1,0 0 1,1 0-1,-1 0 1,0 0 0,1 0-1,-1 0 1,0 0-1,1 0 1,-1-1-1,0 1 1,1 0-1,-2-1 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53.428"/>
    </inkml:context>
    <inkml:brush xml:id="br0">
      <inkml:brushProperty name="width" value="0.05" units="cm"/>
      <inkml:brushProperty name="height" value="0.05" units="cm"/>
    </inkml:brush>
  </inkml:definitions>
  <inkml:trace contextRef="#ctx0" brushRef="#br0">6 294 14208,'0'0'1685,"0"6"-981,-2 3-471,-1 30 589,3-37-746,0 1-1,0-1 1,0 1-1,0-1 1,0 1 0,0-1-1,1 1 1,0-1 0,-1 1-1,1-1 1,1 4-1,-1-6-49,0 1 0,0-1 0,-1 1 0,1-1 0,0 1 0,-1-1 0,1 0-1,0 1 1,0-1 0,0 0 0,0 0 0,-1 0 0,1 1 0,0-1 0,0 0 0,0 0-1,0 0 1,-1 0 0,1-1 0,0 1 0,0 0 0,0 0 0,0 0 0,-1-1-1,1 1 1,0 0 0,0-1 0,0 1 0,-1-1 0,1 1 0,0-1 0,-1 1 0,1-1-1,1 0 1,23-24 323,-24 25-345,106-138 785,-91 121-695,-1-1-1,-1-1 0,-1 0 1,0-1-1,-2 0 0,0-1 1,9-26-1,-20 46-91,1 0 1,-1 0-1,0 1 0,0-1 0,0 0 1,0 0-1,0-1 0,0 1 0,0 0 1,0 0-1,0 0 0,0 0 0,0 1 1,-1-1-1,1 0 0,0 0 1,-1 0-1,1 0 0,-1 0 0,1 0 1,-1 0-1,1 0 0,-1 1 0,0-1 1,1 0-1,-1 0 0,0 1 0,0-1 1,1 1-1,-1-1 0,0 0 1,0 1-1,0 0 0,0-1 0,0 1 1,0-1-1,0 1 0,0 0 0,-1-1 1,-2 1 2,0-1 0,1 0 1,-1 1-1,1-1 0,-1 1 1,0 0-1,1 0 0,-1 0 1,0 1-1,-4 0 0,-1 3-5,-1 0 0,1 1-1,0 0 1,1 0-1,-1 1 1,1 0-1,0 0 1,0 1 0,1 0-1,0 1 1,0-1-1,-9 16 1,7-10 3,1 0 1,0 1-1,1 0 0,1 0 1,0 1-1,1 0 0,-5 24 1,9-31 21,0 1 0,0-1 0,1 0 0,0 0 0,1 0 0,-1 0 0,2 0 0,-1 0 1,1 0-1,4 10 0,-5-15-17,0 0-1,0 0 1,1 0 0,-1 0 0,1-1 0,0 1 0,-1-1 0,1 1-1,1-1 1,-1 1 0,0-1 0,0 0 0,1 0 0,-1 0 0,1-1 0,0 1-1,0 0 1,-1-1 0,1 0 0,0 0 0,0 0 0,0 0 0,0 0-1,1 0 1,-1-1 0,0 0 0,0 1 0,0-1 0,5-1 0,14-2 85,-1-1-1,1-2 1,32-11 0,11-4 154,72-16-1249</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17:53.818"/>
    </inkml:context>
    <inkml:brush xml:id="br0">
      <inkml:brushProperty name="width" value="0.05" units="cm"/>
      <inkml:brushProperty name="height" value="0.05" units="cm"/>
    </inkml:brush>
  </inkml:definitions>
  <inkml:trace contextRef="#ctx0" brushRef="#br0">84 2 19199,'0'0'662,"-1"-1"-620,1 1 1,-1 0 0,0 0-1,1 0 1,-1 0 0,0-1-1,0 1 1,1 0 0,-1 0-1,0 0 1,1 1 0,-1-1-1,0 0 1,1 0 0,-1 0-1,0 0 1,1 1 0,-1-1-1,0 1 1,-5 4 26,0 1 0,0 0 0,1 0 0,0 0 0,0 1 0,0-1 0,1 1 1,0 1-1,1-1 0,-1 0 0,1 1 0,1 0 0,-1 0 0,-1 14 0,2-9-49,0 1 0,1 0-1,1 0 1,1 0 0,-1 0 0,2 0 0,5 23 0,-6-32-6,0-1 0,1 0 0,-1 0 0,1 0 0,-1 0 0,1 0 0,1 0 0,-1-1 0,0 1 0,1-1 0,0 1 0,0-1 0,0 0 0,0 0 0,0 0 0,1 0 0,-1-1 0,1 0 0,0 1 0,-1-1 0,1 0 0,0-1 0,0 1 0,1-1 0,-1 0 0,6 1 1,-3-1 6,0-1 1,-1 0-1,1 0 1,0-1 0,0 0-1,0 0 1,0-1 0,-1 1-1,1-2 1,-1 1 0,1-1-1,-1 0 1,0 0 0,0 0-1,11-9 1,-2-1-372,0 0 0,20-22 0,-25 22-2321,0 1 1,-1-1-1,13-25 0,-5 2-3622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0.438"/>
    </inkml:context>
    <inkml:brush xml:id="br0">
      <inkml:brushProperty name="width" value="0.05" units="cm"/>
      <inkml:brushProperty name="height" value="0.05" units="cm"/>
    </inkml:brush>
  </inkml:definitions>
  <inkml:trace contextRef="#ctx0" brushRef="#br0">1 110 16639,'0'0'2966,"7"-3"-2646,173-58-72,-100 35-4421,-45 16-307,1 1-2560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0.818"/>
    </inkml:context>
    <inkml:brush xml:id="br0">
      <inkml:brushProperty name="width" value="0.05" units="cm"/>
      <inkml:brushProperty name="height" value="0.05" units="cm"/>
    </inkml:brush>
  </inkml:definitions>
  <inkml:trace contextRef="#ctx0" brushRef="#br0">1 156 17407,'0'0'128,"15"-6"0,9-3 128,8-6 0,8-2 128,5 0 128,9 2-384,-7 0 128,-2 4-256,-3-4 0,-7 2-7167,-6 1 127,-3 1 5248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3.438"/>
    </inkml:context>
    <inkml:brush xml:id="br0">
      <inkml:brushProperty name="width" value="0.05" units="cm"/>
      <inkml:brushProperty name="height" value="0.05" units="cm"/>
    </inkml:brush>
  </inkml:definitions>
  <inkml:trace contextRef="#ctx0" brushRef="#br0">1 14 21247,'34'-9'0,"-23"5"0,-5 4 0,-18 9-1664,-3-3 128,0 0-11135</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4.392"/>
    </inkml:context>
    <inkml:brush xml:id="br0">
      <inkml:brushProperty name="width" value="0.05" units="cm"/>
      <inkml:brushProperty name="height" value="0.05" units="cm"/>
    </inkml:brush>
  </inkml:definitions>
  <inkml:trace contextRef="#ctx0" brushRef="#br0">160 306 11392,'-5'3'384,"-150"97"3712,261-168-3208,70-38-497,-127 80-219,200-95 438,-193 97-323,1 3 0,93-21 0,-149 42-138,-4 2-58,-12 6-21,-25 9 4,-70 22 47,-118 48 163,93-29-156,178-87-128,53-10-50,-30 15-6,-39 14-4,-26 12 21,-6 3-3,-36 24-94,40-29 135,-63 46-682,22-14-2665,12-8-6956</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4.933"/>
    </inkml:context>
    <inkml:brush xml:id="br0">
      <inkml:brushProperty name="width" value="0.05" units="cm"/>
      <inkml:brushProperty name="height" value="0.05" units="cm"/>
    </inkml:brush>
  </inkml:definitions>
  <inkml:trace contextRef="#ctx0" brushRef="#br0">0 1 16511,'0'0'1792,"8"2"-1557,39 7-77,0-2 0,0-1 0,0-3 0,58-3-1,45-1 1123,-155 8-803,-9 4-361,9-7-47,-25 23 123,2 1 0,2 1 0,-33 44 0,42-48 166,-26 48 1,21-29-6908,17-35 3869</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5.783"/>
    </inkml:context>
    <inkml:brush xml:id="br0">
      <inkml:brushProperty name="width" value="0.05" units="cm"/>
      <inkml:brushProperty name="height" value="0.05" units="cm"/>
    </inkml:brush>
  </inkml:definitions>
  <inkml:trace contextRef="#ctx0" brushRef="#br0">0 1 17279,'0'0'2432,"2"6"-2197,12 57 159,8 97-1,-9-59-241,-6-61-62,3-1 1,1 0 0,26 63-1,-32-87-50,-1 1 0,0-1-1,-1 1 1,-1 0-1,-1 0 1,-1 32 0,-2-43 226</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6.525"/>
    </inkml:context>
    <inkml:brush xml:id="br0">
      <inkml:brushProperty name="width" value="0.05" units="cm"/>
      <inkml:brushProperty name="height" value="0.05" units="cm"/>
    </inkml:brush>
  </inkml:definitions>
  <inkml:trace contextRef="#ctx0" brushRef="#br0">1 0 16639,'0'0'1280,"1"5"-1173,43 322 810,-43-321-871,0 0-1,0 1 1,1-1-1,3 8 1,1 6 132,-5-18-114,-1 2-363,-2-9-4010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6.866"/>
    </inkml:context>
    <inkml:brush xml:id="br0">
      <inkml:brushProperty name="width" value="0.05" units="cm"/>
      <inkml:brushProperty name="height" value="0.05" units="cm"/>
    </inkml:brush>
  </inkml:definitions>
  <inkml:trace contextRef="#ctx0" brushRef="#br0">1 192 15488,'0'0'128,"9"-15"128,6-6 0,6-1 127,3-3-127,2 3 0,3-2-128,-3 7 128,0 5-256,-5-1 128,-6 2-128,0 5 0,-6 3-640,1 3 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7.217"/>
    </inkml:context>
    <inkml:brush xml:id="br0">
      <inkml:brushProperty name="width" value="0.05" units="cm"/>
      <inkml:brushProperty name="height" value="0.05" units="cm"/>
    </inkml:brush>
  </inkml:definitions>
  <inkml:trace contextRef="#ctx0" brushRef="#br0">6 59 12544,'0'0'512,"-6"6"1280,10 3-1408,6-9 128,1 0-256,8-5 0,3-1-128,6 0-1,-1-3-127,5 0 128,1-1-128,-8 3 128,-8-7-128,-4 7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7.598"/>
    </inkml:context>
    <inkml:brush xml:id="br0">
      <inkml:brushProperty name="width" value="0.05" units="cm"/>
      <inkml:brushProperty name="height" value="0.05" units="cm"/>
    </inkml:brush>
  </inkml:definitions>
  <inkml:trace contextRef="#ctx0" brushRef="#br0">182 0 13184,'0'0'4095,"-9"11"-3967,-27 28-182,-44 49 374,34-29-4041,35-42-5623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7.979"/>
    </inkml:context>
    <inkml:brush xml:id="br0">
      <inkml:brushProperty name="width" value="0.05" units="cm"/>
      <inkml:brushProperty name="height" value="0.05" units="cm"/>
    </inkml:brush>
  </inkml:definitions>
  <inkml:trace contextRef="#ctx0" brushRef="#br0">1 157 11904,'0'0'4607,"7"-5"-4031,111-78 256,-100 71-679,0 1-1,29-14 1,-28 16-3332,0 1-3465,-14 5 1802</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8.561"/>
    </inkml:context>
    <inkml:brush xml:id="br0">
      <inkml:brushProperty name="width" value="0.05" units="cm"/>
      <inkml:brushProperty name="height" value="0.05" units="cm"/>
    </inkml:brush>
  </inkml:definitions>
  <inkml:trace contextRef="#ctx0" brushRef="#br0">0 1 14848,'0'0'3071,"1"9"-2943,12 192 440,-12-111-5722</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9.062"/>
    </inkml:context>
    <inkml:brush xml:id="br0">
      <inkml:brushProperty name="width" value="0.05" units="cm"/>
      <inkml:brushProperty name="height" value="0.05" units="cm"/>
    </inkml:brush>
  </inkml:definitions>
  <inkml:trace contextRef="#ctx0" brushRef="#br0">1 149 8960,'4'-17'1685,"-2"15"-1553,-1 0 0,1-1 0,0 1 0,0 0 0,0 0 0,0 0 1,0 0-1,0 1 0,1-1 0,-1 0 0,0 1 0,1 0 0,-1-1 0,1 1 0,5-1 0,47-11 750,-39 10-442,15-3-2,-1-1 1,0-2 0,0-1 0,-1-1 0,-1-1 0,28-17-1,-55 29-428,-1-1-1,0 1 0,0 0 0,1 0 1,-1 0-1,0 0 0,0-1 1,1 1-1,-1 0 0,0 0 0,0 0 1,1 0-1,-1 0 0,0 0 0,1 0 1,-1 0-1,0 0 0,0 0 0,1 0 1,-1 0-1,0 0 0,1 0 0,-1 0 1,0 0-1,0 0 0,1 0 0,-1 0 1,0 0-1,1 0 0,-1 0 0,0 0 1,0 1-1,1-1 0,-1 0 0,0 0 1,0 0-1,0 1 0,1-1 0,-1 0 1,0 0-1,0 1 0,1-1 0,1 17 297,-9 21 142,-18 14-162,17-37-195,-13 33-1,19-43-84,1-1-1,0 1 1,0 0-1,0 0 1,0 0-1,1 0 1,0 0 0,0 0-1,0-1 1,1 1-1,1 8 1,0-10 7,-1 0-1,0 0 1,1 0 0,-1-1 0,1 1 0,0-1-1,0 1 1,0-1 0,0 1 0,1-1 0,-1 0 0,1 0-1,-1 0 1,1-1 0,0 1 0,-1-1 0,1 1 0,0-1-1,0 0 1,0 0 0,0 0 0,0 0 0,4 0-1,8 2 4,1-1 0,0-1-1,18-1 1,-30 0-24,1-4-2984</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29.764"/>
    </inkml:context>
    <inkml:brush xml:id="br0">
      <inkml:brushProperty name="width" value="0.05" units="cm"/>
      <inkml:brushProperty name="height" value="0.05" units="cm"/>
    </inkml:brush>
  </inkml:definitions>
  <inkml:trace contextRef="#ctx0" brushRef="#br0">86 1 13568,'0'0'256,"-6"15"2176,-6 17-2153,-9 22 733,-23 96 0,43-149-1011,1 1 0,-1-1 0,1 0 0,0 1 0,0-1-1,0 1 1,0 0 0,0-1 0,0 1 0,0-1 0,0 1-1,0-1 1,1 1 0,-1-1 0,1 0 0,-1 1 0,1-1-1,-1 1 1,1-1 0,0 0 0,0 0 0,0 1 0,0-1-1,0 0 1,0 0 0,0 0 0,0 0 0,0 0 0,0 0-1,0 0 1,1 0 0,-1-1 0,0 1 0,1 0-1,-1-1 1,1 1 0,-1-1 0,1 1 0,-1-1 0,1 0-1,-1 0 1,1 0 0,-1 0 0,3 0 0,2 0 6,1 0 1,0 0 0,0-1 0,0-1-1,0 1 1,0-1 0,-1 0-1,12-5 1,-11 3 18,0 0 0,1 0-1,-2-1 1,1 0 0,10-10 0,-15 13-21,0 0 1,0 0-1,0 0 1,0 0 0,-1-1-1,1 1 1,-1 0-1,1-1 1,-1 1 0,0-1-1,0 0 1,0 1-1,0-1 1,-1 0-1,1 1 1,-1-1 0,0 0-1,1 0 1,-1 1-1,0-1 1,-1-4-1,0 5 26,0 1 0,1-1 0,-1 0 0,0 0-1,0 1 1,-1-1 0,1 1 0,0-1 0,-1 1-1,1-1 1,0 1 0,-1 0 0,0 0-1,-1-1 1,1 0 5,0 1 0,1 0 0,-1 0 0,0-1 1,1 1-1,-1-1 0,1 0 0,-1 1 0,1-1 0,0 0 0,0 0 0,0 0 0,0 0 0,-1-2 0,1 2-27,1 0 0,-1 0 0,1-1 0,0 1 0,0 0 0,-1 0 0,1 0 0,1 0 0,-1 0 0,0 0-1,0 0 1,1 0 0,-1 0 0,1 0 0,0 0 0,-1 0 0,1 0 0,0 0 0,0 1 0,0-1 0,1 0 0,-1 0 0,0 1 0,1-1 0,-1 1 0,1-1 0,-1 1 0,1 0-1,0 0 1,3-2 0,-4 3-9,0 0 0,0-1 0,0 2 0,1-1 0,-1 0 0,0 0 0,0 0 0,0 1 0,0-1 0,0 0 0,0 1 0,0-1 0,0 1 0,0-1 0,0 1 0,0 0 0,0-1 0,0 1 0,0 0 0,0 0 0,0-1 0,-1 1 0,1 0 0,1 2 0,19 29 2,-11-16 18,1-2-4,1-1 0,1 0 0,0-1 0,1 0 0,0-1 0,1 0 0,19 9 0,-16-14-739,-1 0-5381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0.626"/>
    </inkml:context>
    <inkml:brush xml:id="br0">
      <inkml:brushProperty name="width" value="0.05" units="cm"/>
      <inkml:brushProperty name="height" value="0.05" units="cm"/>
    </inkml:brush>
  </inkml:definitions>
  <inkml:trace contextRef="#ctx0" brushRef="#br0">0 0 17151,'0'0'150,"2"21"746,20 45-338,-8-24-347,16 82 1,-24-77-84,-7-47-126,1 0 0,0 1 1,0-1-1,0 0 0,0 0 0,0 0 0,0 0 0,0 0 0,0 0 0,0 0 1,0 1-1,0-1 0,0 0 0,0 0 0,0 0 0,1 0 0,-1 0 1,0 0-1,0 0 0,0 1 0,0-1 0,0 0 0,0 0 0,0 0 1,0 0-1,0 0 0,0 0 0,0 0 0,0 0 0,1 0 0,-1 0 1,0 1-1,0-1 0,0 0 0,0 0 0,0 0 0,0 0 0,0 0 1,0 0-1,1 0 0,-1 0 0,0 0 0,0 0 0,0 0 0,0 0 1,0 0-1,0 0 0,1 0 0,-1 0 0,7-5 38,7-9-38,-6 3 27,0 0 0,-1 0 0,-1 0 0,0-1 0,0 0 0,-1 0 0,4-15 0,2-6 102,-8 28-105,-1-1-1,1 1 1,0 0-1,1 0 1,-1 0 0,1 0-1,0 1 1,0 0-1,5-4 1,-8 7-19,0 1 0,1 0-1,-1-1 1,0 1 0,1 0 0,-1 0 0,0 0-1,1 1 1,-1-1 0,0 0 0,1 0 0,-1 1 0,0-1-1,0 0 1,1 1 0,-1 0 0,0-1 0,0 1-1,0 0 1,1-1 0,0 3 0,30 19-8,-23-14 1,0 1 0,0-1 0,0 1 0,-1 1 0,-1 0 0,0 0 0,11 21 0,-16-19 0,11-33 0,-6 1 25,-2 6 45,0 0 1,1 0-1,1 0 0,9-15 1,-15 27-62,1-1 1,0 1 0,0-1 0,0 1-1,0 0 1,0-1 0,1 1 0,-1 0 0,0 1-1,1-1 1,0 0 0,-1 1 0,1-1-1,0 1 1,0 0 0,0 0 0,0 0-1,0 0 1,0 1 0,0-1 0,0 1 0,0 0-1,0-1 1,0 2 0,0-1 0,5 1-1,-4 0-7,-1-1-1,1 2 0,-1-1 1,0 0-1,1 1 0,-1-1 1,0 1-1,0 0 0,0 0 1,0 0-1,0 1 0,0-1 1,0 1-1,2 3 0,-1-1 5,-1 0-1,1 1 1,-1-1-1,0 1 1,-1 0-1,0 0 1,3 9-1,-1 5 11,0 1 0,-2-1 0,0 39 0,-2-17-144,0-41-512,-2-22-10389,2 10 5803</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1.148"/>
    </inkml:context>
    <inkml:brush xml:id="br0">
      <inkml:brushProperty name="width" value="0.05" units="cm"/>
      <inkml:brushProperty name="height" value="0.05" units="cm"/>
    </inkml:brush>
  </inkml:definitions>
  <inkml:trace contextRef="#ctx0" brushRef="#br0">1 326 15872,'2'-1'128,"7"-3"-22,0-1 0,-1 0 0,1-1 1,-1 0-1,0-1 0,-1 1 1,1-1-1,-2-1 0,1 1 1,-1-1-1,0 0 0,0-1 0,5-11 1,6-14 293,-2-1 1,12-43 0,-22 63-297,-4 13-79,0-1 1,0 1-1,-1-1 0,1 1 0,-1-1 1,0 0-1,1 1 0,-1-1 0,0 0 1,-1 1-1,1-1 0,0 0 0,-1 1 1,0-1-1,-1-4 0,2 7-16,-1-1 1,1 0-1,-1 0 0,1 1 0,-1-1 0,1 1 0,-1-1 1,0 0-1,1 1 0,-1-1 0,0 1 0,1-1 0,-1 1 1,0 0-1,0-1 0,0 1 0,1 0 0,-1-1 0,-1 1 1,0 0-3,0 0 0,0 0 1,1 0-1,-1 0 0,0 0 0,0 1 1,0-1-1,0 0 0,1 1 1,-1 0-1,0-1 0,-1 2 1,-5 2-3,1 1 0,-1 0 0,1 0 0,0 1 0,1-1-1,-1 2 1,1-1 0,1 1 0,-1-1 0,1 2 0,0-1 0,1 0 0,-7 15 0,4-7 0,1 1 1,1 0-1,0 0 0,1 1 1,1-1-1,-2 22 0,5-30 1,-1 0-1,2 0 0,-1 0 1,1-1-1,0 1 0,0 0 1,1-1-1,0 1 0,1-1 1,3 9-1,-4-12 0,0 0-1,1 0 1,-1-1-1,1 1 1,-1-1-1,1 0 1,0 0-1,1 0 1,-1 0-1,0 0 1,1 0-1,0-1 1,-1 0 0,1 0-1,0 0 1,0 0-1,0-1 1,1 1-1,5 0 1,10 1 17,1-1 0,40-1 0,-35-1-216,-18-2-1386</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1.639"/>
    </inkml:context>
    <inkml:brush xml:id="br0">
      <inkml:brushProperty name="width" value="0.05" units="cm"/>
      <inkml:brushProperty name="height" value="0.05" units="cm"/>
    </inkml:brush>
  </inkml:definitions>
  <inkml:trace contextRef="#ctx0" brushRef="#br0">0 160 16256,'0'0'895,"30"-20"-639,-11 9 128,-2-3-256,7 1 128,3-2-128,3 0 0,0-4-128,0 8 128,4 0-128,-12 2 0,-1 1-2175,1 1-1,-1 1-7552</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2"/>
    </inkml:context>
    <inkml:brush xml:id="br0">
      <inkml:brushProperty name="width" value="0.05" units="cm"/>
      <inkml:brushProperty name="height" value="0.05" units="cm"/>
    </inkml:brush>
  </inkml:definitions>
  <inkml:trace contextRef="#ctx0" brushRef="#br0">0 57 15872,'7'-4'533,"0"-1"-299,1 2 0,0-1 0,0 1 0,0 1-1,0-1 1,11-1 0,55-5 574,-48 7-565,-15 0-145,4 1-11,0-1 1,-1-1-1,22-6 1,-35 8-280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2.900"/>
    </inkml:context>
    <inkml:brush xml:id="br0">
      <inkml:brushProperty name="width" value="0.05" units="cm"/>
      <inkml:brushProperty name="height" value="0.05" units="cm"/>
    </inkml:brush>
  </inkml:definitions>
  <inkml:trace contextRef="#ctx0" brushRef="#br0">13 292 14592,'0'0'917,"-2"-8"-554,-2-5-177,2-1 1,0 0 0,-1-17 0,3 25-137,0 0 0,1-1 1,-1 1-1,1 0 1,0-1-1,1 1 0,0 0 1,0 0-1,0 0 0,7-11 1,-2 6 57,2 0 0,-1 1 0,2 0 0,-1 0 0,1 1 0,1 0 0,-1 1 0,2 0 0,-1 1 0,1 0 0,0 1 0,0 0 0,1 1 0,0 0 0,15-3 0,-26 8-98,1-1 1,-1 0 0,0 1-1,0 0 1,1-1 0,-1 1-1,0 0 1,1 0 0,-1 1 0,0-1-1,0 0 1,1 1 0,-1-1-1,0 1 1,0 0 0,0 0-1,1-1 1,-1 1 0,0 1-1,0-1 1,0 0 0,-1 1-1,1-1 1,0 1 0,0-1-1,-1 1 1,1 0 0,1 2-1,-1-1-3,-1 1 0,1-1 0,-1 0 0,0 1 0,0-1 0,0 1 0,-1 0-1,1-1 1,-1 1 0,0 0 0,0-1 0,0 1 0,0 0 0,-1-1 0,1 1 0,-3 7-1,-9 22-6,-23 47 0,11-29 0,-1 7 0,-2-1 0,-63 96 0,80-139 0,14-19 8,2-2 13,-1 0 0,1 1 0,0 0-1,13-10 1,-17 14-20,0 1-1,0 0 1,1-1 0,-1 1-1,0 0 1,0 0-1,1 0 1,-1 1 0,1-1-1,-1 0 1,1 1 0,-1 0-1,1-1 1,-1 1-1,1 0 1,-1 0 0,1 1-1,-1-1 1,0 0 0,1 1-1,-1 0 1,1-1-1,-1 1 1,0 0 0,3 2-1,3 2 11,0 0-1,-1 1 0,0 0 0,0 0 0,6 9 1,-7-9-2,0 1 1,0-1-1,0-1 1,1 1-1,0-1 1,8 5-1,22 7-5,58 17-1,-26-9-52,-56-22-1515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3.343"/>
    </inkml:context>
    <inkml:brush xml:id="br0">
      <inkml:brushProperty name="width" value="0.05" units="cm"/>
      <inkml:brushProperty name="height" value="0.05" units="cm"/>
    </inkml:brush>
  </inkml:definitions>
  <inkml:trace contextRef="#ctx0" brushRef="#br0">51 2 9216,'5'-1'8682,"-48"151"-7900,39-129-741,0 1-1,2 0 0,0-1 0,2 1 1,2 26-1,-2-45-26,0 1 1,0-1-1,1 0 0,0 0 0,-1 0 1,1 0-1,1 0 0,-1 0 0,0 0 1,1 0-1,-1 0 0,1-1 0,2 4 1,-2-4-4,0-1 0,0 0 1,-1 0-1,1 1 0,0-2 1,0 1-1,0 0 1,0 0-1,0 0 0,0-1 1,0 1-1,1-1 0,-1 0 1,0 0-1,0 0 0,0 0 1,0 0-1,0 0 0,4-1 1,8 0-11,0-2 0,0 1 0,0-2 0,-1 0 0,1 0 0,17-10 0,-20 8-1026,-1 0-1,-1 0 1,1-1 0,-1-1 0,8-8 0,3-5-7572</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3.705"/>
    </inkml:context>
    <inkml:brush xml:id="br0">
      <inkml:brushProperty name="width" value="0.05" units="cm"/>
      <inkml:brushProperty name="height" value="0.05" units="cm"/>
    </inkml:brush>
  </inkml:definitions>
  <inkml:trace contextRef="#ctx0" brushRef="#br0">20 1 14976,'0'0'384,"-1"0"-210,0 0 1,-1 1 0,1-1 0,0 1 0,1 0 0,-1-1 0,0 1 0,0 0 0,0 0 0,0-1 0,0 1 0,1 0 0,-1 0 0,-1 2-1,0 25 127,0 0 0,2 1 0,1-1 0,9 52 1,-8-61-208,2 13-57,1 0 0,1 0-1,2 0 1,2-1-1,0 0 1,16 30-1,-23-55-408,4 10-423,-5-7-6272</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4.127"/>
    </inkml:context>
    <inkml:brush xml:id="br0">
      <inkml:brushProperty name="width" value="0.05" units="cm"/>
      <inkml:brushProperty name="height" value="0.05" units="cm"/>
    </inkml:brush>
  </inkml:definitions>
  <inkml:trace contextRef="#ctx0" brushRef="#br0">1 1 14336,'0'0'2815,"0"7"-2473,0 27-298,-1 125 467,24 184 0,-15-318-2271,-8-25 1670,0 1-1,0-1 0,0 0 0,0 1 0,0-1 0,0 0 0,0 1 0,0-1 0,1 0 0,-1 1 0,0-1 0,0 0 0,0 1 0,1-1 0,-1 0 0,0 1 0,0-1 0,1 0 0,-1 0 0,0 1 0,1-1 0,-1 0 0,0 0 0,1 0 0,-1 0 0,0 1 0,1-1 0,-1 0 0,0 0 0,1 0 0,-1 0 0,1 0 0,-1 0 0,0 0 0,1 0 0,-1 0 0,1 0 0,-1 0 0,0 0 0,1 0 0,-1 0 0,0 0 0,1-1 0,-1 1 0,0 0 1,1 0-1,-1 0 0,0 0 0,1-1 0,-1 1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4.488"/>
    </inkml:context>
    <inkml:brush xml:id="br0">
      <inkml:brushProperty name="width" value="0.05" units="cm"/>
      <inkml:brushProperty name="height" value="0.05" units="cm"/>
    </inkml:brush>
  </inkml:definitions>
  <inkml:trace contextRef="#ctx0" brushRef="#br0">0 68 12160,'0'0'0,"10"-5"128,7-5 128,2 1 0,5 3-128,-2-3 128,3 2-256,1-3 128,2 4-5632,-5 3 128,1 1 5376</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4.849"/>
    </inkml:context>
    <inkml:brush xml:id="br0">
      <inkml:brushProperty name="width" value="0.05" units="cm"/>
      <inkml:brushProperty name="height" value="0.05" units="cm"/>
    </inkml:brush>
  </inkml:definitions>
  <inkml:trace contextRef="#ctx0" brushRef="#br0">17 1 13824,'0'0'256,"-10"6"1002,9 1-1148,-1 0-1,1 0 1,0 0 0,0 0-1,1 0 1,0 0-1,0 0 1,0 0 0,1 0-1,2 7 1,-1 5 7,3 16-28,0-1 1,2 1 0,2-2-1,12 34 1,-19-63-370,0 5-2939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5.642"/>
    </inkml:context>
    <inkml:brush xml:id="br0">
      <inkml:brushProperty name="width" value="0.05" units="cm"/>
      <inkml:brushProperty name="height" value="0.05" units="cm"/>
    </inkml:brush>
  </inkml:definitions>
  <inkml:trace contextRef="#ctx0" brushRef="#br0">0 27 15104,'0'0'768,"4"5"-534,5 7-144,0 1-1,-1 0 0,0 0 1,-1 1-1,0 0 0,8 27 1,-9-20-36,0 1 0,-2 0 0,0 1 0,1 30 0,-3-13-34,0-24 10,-1 0 0,-1 1 1,-1-1-1,-3 21 0,2-31 79,0-7-40,-3-15-14,0-27-32,5 23 103,1 0 0,0-1-1,2 1 1,1 0 0,0 0 0,1 0 0,1 1 0,1 0 0,10-20-1,-15 36-110,-1 0 0,1 0 0,0 0 0,0 0 0,0 1 0,0-1 0,0 1 0,0-1 0,1 1 0,-1 0 0,1 0 0,0 0 0,0 0-1,3-2 1,-5 4-10,1 0 0,-1-1 0,1 1 0,0 0 0,-1 0 0,1 0-1,-1 0 1,1 0 0,-1 0 0,1 0 0,-1 0 0,1 1-1,-1-1 1,1 1 0,-1-1 0,0 1 0,1-1 0,-1 1 0,1 0-1,-1 0 1,0 0 0,0 0 0,0 0 0,1 0 0,-1 0-1,0 0 1,0 0 0,0 0 0,-1 1 0,1-1 0,0 0 0,0 2-1,4 7-45,0 0 0,-2 0 0,1 0 0,-1 0 0,-1 0 0,3 21 0,1-1-56,-6-7-21,1-14 106,2-16 57,12-42 382,20-59 327,-29 91-623,2 1 0,-1 0-1,2 1 1,14-20 0,-21 31-113,1 1-1,0 0 1,0 0 0,0 0 0,1 0-1,-1 0 1,1 1 0,6-4 0,-9 6-14,0-1 0,0 1 0,0-1 1,0 1-1,0 0 0,0-1 0,0 1 0,0 0 1,1 0-1,-1 0 0,0 0 0,0 0 1,0 0-1,0 0 0,0 0 0,1 1 0,-1-1 1,0 0-1,0 1 0,0-1 0,0 0 0,0 1 1,0 0-1,0-1 0,0 1 0,0 0 0,0-1 1,0 1-1,-1 0 0,1 0 0,0 0 0,0 0 1,-1-1-1,1 1 0,-1 0 0,1 0 0,0 2 1,4 7 24,-1 1 0,-1-1 1,0 0-1,0 1 0,2 20 0,1 57-652,-6-32-4454,0-33-5035</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6.043"/>
    </inkml:context>
    <inkml:brush xml:id="br0">
      <inkml:brushProperty name="width" value="0.05" units="cm"/>
      <inkml:brushProperty name="height" value="0.05" units="cm"/>
    </inkml:brush>
  </inkml:definitions>
  <inkml:trace contextRef="#ctx0" brushRef="#br0">40 354 14208,'2'0'277,"6"-1"-35,-1 0 0,1-1 0,0 0 0,0 0 0,-1 0 0,0-1 1,1 0-1,-1-1 0,0 0 0,0 0 0,-1 0 0,8-6 0,6-7 67,-1 0 0,25-28 0,-35 35-254,0-1-1,-1 1 0,0-2 1,-1 1-1,-1-1 0,10-23 0,-14 29-38,0 0-1,0-1 0,-1 1 1,1 0-1,-1-1 0,-1 1 0,0-1 1,0 0-1,0 1 0,0-1 1,-1 1-1,0-1 0,-1 1 1,1 0-1,-1-1 0,-3-5 0,5 11-15,-1 0 0,1 0 0,0 0 0,-1 0 0,1 1 0,-1-1 0,1 0 0,-1 0 0,1 1 0,-1-1 0,0 0 0,1 1 0,-1-1 0,0 0 0,0 1 0,1-1 0,-1 1 0,0-1 0,0 1 0,0 0 0,0-1 0,1 1 0,-1 0 0,0-1 0,0 1 0,0 0 0,0 0 0,0 0 0,-1 0 0,-2 1 0,1 0 0,0 0 0,0 0 0,-1 0 0,1 1 0,-5 3 0,4-3 0,-15 9 0,0 1 0,0 2 0,1-1 0,1 2 0,0 1 0,1 0 0,-19 24 0,26-28 0,1 0 0,0 1 0,1 0 0,0 0 0,1 0 0,0 1 0,1 0 0,1 0 0,0 0 0,1 1 0,0-1 0,0 22 0,3-30 7,0 0-1,0-1 0,1 1 1,0 0-1,0-1 0,0 1 0,1-1 1,0 1-1,0-1 0,0 0 1,1 0-1,0 0 0,0 0 0,0 0 1,0-1-1,6 6 0,-6-7-82,-1-1 0,1 1 0,0-1 0,1 0 1,-1 0-1,0 0 0,1 0 0,-1-1 0,1 1 0,-1-1 0,1 0 0,-1 0 0,1 0 0,0-1 0,0 1 0,0-1 0,-1 0 0,1 0 0,0 0 0,0 0 0,0-1 0,-1 0 0,1 1 0,4-3 0,19-9-3145,0 1-6229</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6.414"/>
    </inkml:context>
    <inkml:brush xml:id="br0">
      <inkml:brushProperty name="width" value="0.05" units="cm"/>
      <inkml:brushProperty name="height" value="0.05" units="cm"/>
    </inkml:brush>
  </inkml:definitions>
  <inkml:trace contextRef="#ctx0" brushRef="#br0">0 0 17919,'0'0'640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7.176"/>
    </inkml:context>
    <inkml:brush xml:id="br0">
      <inkml:brushProperty name="width" value="0.05" units="cm"/>
      <inkml:brushProperty name="height" value="0.05" units="cm"/>
    </inkml:brush>
  </inkml:definitions>
  <inkml:trace contextRef="#ctx0" brushRef="#br0">177 1 14592,'0'0'1813,"-7"5"-1600,-23 16-6,-28 26 0,50-41-150,1 1 0,0 0 1,1 0-1,0 1 1,0 0-1,0 0 1,1 0-1,0 1 1,1-1-1,-5 13 0,9-20-48,0 0-1,-1 1 0,1-1 1,0 1-1,0-1 0,0 0 1,1 1-1,-1-1 0,0 0 0,0 1 1,1-1-1,-1 0 0,1 0 1,-1 1-1,1-1 0,0 0 0,-1 0 1,1 0-1,0 0 0,0 0 1,0 1-1,0-2 0,0 1 0,0 0 1,0 0-1,0 0 0,0 0 1,0-1-1,0 1 0,1 0 1,-1-1-1,0 1 0,2 0 0,6 2 53,0 0 0,1-1 0,15 3 0,-16-3-53,9 3 62,0 1 1,-1 0-1,1 2 0,29 17 1,-34-17-61,-12-8-9,-1 0 0,1 0 0,-1 1-1,1-1 1,-1 1 0,1-1-1,-1 0 1,1 1 0,-1-1 0,0 1-1,1-1 1,-1 1 0,1-1-1,-1 1 1,0-1 0,0 1 0,1 0-1,-1-1 1,0 1 0,0-1-1,0 1 1,0 0 0,1-1-1,-1 1 1,0-1 0,0 1 0,0 0-1,-1-1 1,1 1 0,0 0-1,0-1 1,0 1 0,0-1 0,0 1-1,-1 0 1,1-1 0,0 1-1,-1-1 1,0 2 0,-19 23 57,13-18-38,-102 104-322,64-67-996,39-38-131,0 0 0,-1-1-1,-10 7 1,0-1-5824</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7.547"/>
    </inkml:context>
    <inkml:brush xml:id="br0">
      <inkml:brushProperty name="width" value="0.05" units="cm"/>
      <inkml:brushProperty name="height" value="0.05" units="cm"/>
    </inkml:brush>
  </inkml:definitions>
  <inkml:trace contextRef="#ctx0" brushRef="#br0">1 1 16511,'10'138'1415,"-3"-69"-1166,3 9-46,25 96 0,-15-58 266,-10-153-5823,-6 17-3606</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7.928"/>
    </inkml:context>
    <inkml:brush xml:id="br0">
      <inkml:brushProperty name="width" value="0.05" units="cm"/>
      <inkml:brushProperty name="height" value="0.05" units="cm"/>
    </inkml:brush>
  </inkml:definitions>
  <inkml:trace contextRef="#ctx0" brushRef="#br0">183 1 15360,'2'7'533,"9"18"219,-7-19-647,-1 1-1,0-1 0,-1 1 0,1 0 0,-1 0 1,-1 0-1,1 0 0,-1 0 0,-1 0 0,1 11 0,-3 29 189,1-21-130,-6 33 0,7-58-157,0 1 0,-1-1 1,1 0-1,-1 0 0,1 0 0,-1 0 0,0 0 0,1 0 0,-1 0 1,0 0-1,0 0 0,0 0 0,0 0 0,0-1 0,0 1 0,0 0 0,0-1 1,0 1-1,0-1 0,0 1 0,0-1 0,0 1 0,-1-1 0,1 0 1,0 1-1,0-1 0,0 0 0,-1 0 0,1 0 0,0 0 0,0 0 1,-1 0-1,0-1 0,-5 1 33,1-1 1,-1 0-1,1-1 0,-12-3 0,10 2-1,0-1 0,-1 0-1,1-1 1,1 0-1,-1 0 1,1 0 0,0-1-1,0 0 1,0-1-1,1 0 1,0 0-1,0 0 1,1 0 0,0-1-1,0 0 1,1 0-1,0 0 1,1-1 0,-1 1-1,-1-11 1,4 18-28,1-1 1,0 0 0,0 0 0,0 0-1,0 1 1,0-1 0,0 0 0,0 0-1,1 0 1,-1 0 0,1 1 0,-1-1-1,1 0 1,0 1 0,-1-1 0,1 0-1,0 1 1,0-1 0,0 1 0,0-1-1,1 1 1,-1-1 0,0 1 0,1 0-1,-1 0 1,2-2 0,4-1-392,0 1 1,0-1 0,0 1-1,15-4 1,1-1-3064,-3 1-6241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8.280"/>
    </inkml:context>
    <inkml:brush xml:id="br0">
      <inkml:brushProperty name="width" value="0.05" units="cm"/>
      <inkml:brushProperty name="height" value="0.05" units="cm"/>
    </inkml:brush>
  </inkml:definitions>
  <inkml:trace contextRef="#ctx0" brushRef="#br0">0 0 17663,'0'0'128,"1"1"-46,1 0-1,-1 0 1,0 1-1,0-1 1,0 0-1,0 0 1,0 1-1,0-1 1,0 0-1,1 3 0,17 87 785,32 90-1,-17-66-462,-24-81-548,37 122-5491,-35-124-4284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8.630"/>
    </inkml:context>
    <inkml:brush xml:id="br0">
      <inkml:brushProperty name="width" value="0.05" units="cm"/>
      <inkml:brushProperty name="height" value="0.05" units="cm"/>
    </inkml:brush>
  </inkml:definitions>
  <inkml:trace contextRef="#ctx0" brushRef="#br0">1 104 15104,'0'0'768,"0"-10"-256,9 5 127,8-1-255,8-3 128,8-1-384,5 3 128,7-2-256,-6-3 0,-1-1-4223,0 2-1,-3 0-1664</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38.982"/>
    </inkml:context>
    <inkml:brush xml:id="br0">
      <inkml:brushProperty name="width" value="0.05" units="cm"/>
      <inkml:brushProperty name="height" value="0.05" units="cm"/>
    </inkml:brush>
  </inkml:definitions>
  <inkml:trace contextRef="#ctx0" brushRef="#br0">153 32 14080,'3'-15'1280,"-3"2"-648,-6 9 155,5 4-727,0 1-1,0-1 1,0 0-1,0 1 1,0-1-1,0 1 1,0-1-1,0 1 1,0 0 0,0-1-1,0 1 1,0 0-1,0-1 1,1 1-1,-1 0 1,-1 2-1,-2 3 200,-65 94 1530,68-98-1772,0 0 0,0 0-1,0 0 1,1 0 0,-1 0-1,0 0 1,1 0-1,-1 0 1,1 0 0,0 0-1,0 0 1,0 0 0,0 1-1,0-1 1,0 0-1,0 0 1,1 0 0,-1 0-1,1 0 1,-1 0 0,1 0-1,0 0 1,1 3-1,0-3-2,0 0 0,0 1 0,0-1-1,0 0 1,0 0 0,1 0-1,-1 0 1,0 0 0,1 0 0,0-1-1,-1 1 1,1-1 0,0 0 0,0 0-1,4 1 1,15 3 53,0-2 1,38 1-1,-40-3-30,-1 0-1,1 1 0,-1 1 1,23 6-1,-41-8-28,0-1-1,0 0 1,-1 0-1,1 0 1,0 0-1,0 1 1,-1-1-1,1 0 1,0 1-1,-1-1 1,1 1-1,0-1 1,-1 1 0,1-1-1,-1 1 1,1-1-1,-1 1 1,2 0-1,-3 0 1,1 0-1,-1 0 1,1 0-1,-1-1 0,1 1 1,-1 0-1,1 0 1,-1-1-1,0 1 1,1-1-1,-1 1 1,0-1-1,0 1 1,0-1-1,1 1 0,-1-1 1,-2 1-1,-54 31 15,-108 68 84,151-91-386,-22 16 355,17-18-3148,0-7-4528,4-3 1585</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3.052"/>
    </inkml:context>
    <inkml:brush xml:id="br0">
      <inkml:brushProperty name="width" value="0.05" units="cm"/>
      <inkml:brushProperty name="height" value="0.05" units="cm"/>
    </inkml:brush>
  </inkml:definitions>
  <inkml:trace contextRef="#ctx0" brushRef="#br0">63 231 19839,'-7'-24'10,"-12"-33"124,-11-65 0,23 99-28,19 67-106,21 105 0,-4 46 22,-21-203 212,-8 3-194,0-1 0,0 1-1,-1-1 1,0 1 0,0-1-1,-2-6 1,-1-10 66,-19-84 183,13 69-208,3-1 1,-4-41 0,14 21 24,7 81-106,16 82 0,15 128 0,-40-227-3,0 2-44,-2-11-58,-6-18-252,-10-38-4025,8 27-345,0 0-2547</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3.913"/>
    </inkml:context>
    <inkml:brush xml:id="br0">
      <inkml:brushProperty name="width" value="0.05" units="cm"/>
      <inkml:brushProperty name="height" value="0.05" units="cm"/>
    </inkml:brush>
  </inkml:definitions>
  <inkml:trace contextRef="#ctx0" brushRef="#br0">0 205 10752,'0'0'7935,"9"-4"-7807,283-175 875,-257 159-1350,-32 19-884,-26 12-8327,12-6 4716</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4.294"/>
    </inkml:context>
    <inkml:brush xml:id="br0">
      <inkml:brushProperty name="width" value="0.05" units="cm"/>
      <inkml:brushProperty name="height" value="0.05" units="cm"/>
    </inkml:brush>
  </inkml:definitions>
  <inkml:trace contextRef="#ctx0" brushRef="#br0">13 0 15872,'0'0'384,"0"0"-276,-1 0 1,0 1 0,0-1 0,1 0 0,-1 0 0,0 0 0,1 1 0,-1-1 0,0 0 0,1 0 0,-1 1-1,0-1 1,1 1 0,-1-1 0,1 1 0,-1-1 0,1 1 0,-2 0 0,2 3-18,1 0 0,-1 0 1,1 0-1,-1 0 0,1 0 0,0 0 1,1 0-1,-1 0 0,4 6 0,0 4 85,71 239 528,-59-175-599,-14-57-37,1-1-1,1 0 1,1 0 0,0-1 0,19 38 0,-23-54-46,0 0 0,0 0 0,1 0 1,-1 0-1,1 0 0,-1-1 0,1 1 0,0-1 1,0 0-1,0 0 0,1 0 0,-1 0 0,0-1 1,1 1-1,-1-1 0,1 0 0,-1 0 0,1 0 1,0 0-1,-1-1 0,1 0 0,0 1 0,-1-1 1,1-1-1,7 0 0,-6 0-220,0 0 1,0 0-1,0-1 0,0 1 1,0-1-1,-1 0 0,1 0 1,-1-1-1,1 0 0,-1 0 1,0 0-1,0 0 0,0 0 1,0-1-1,-1 0 0,1 1 0,-1-1 1,4-7-1,2-4-11748</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4.654"/>
    </inkml:context>
    <inkml:brush xml:id="br0">
      <inkml:brushProperty name="width" value="0.05" units="cm"/>
      <inkml:brushProperty name="height" value="0.05" units="cm"/>
    </inkml:brush>
  </inkml:definitions>
  <inkml:trace contextRef="#ctx0" brushRef="#br0">1 0 16384,'0'3'405,"5"132"2368,5-39-2624,1-121-9492,-4 10 3199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5.015"/>
    </inkml:context>
    <inkml:brush xml:id="br0">
      <inkml:brushProperty name="width" value="0.05" units="cm"/>
      <inkml:brushProperty name="height" value="0.05" units="cm"/>
    </inkml:brush>
  </inkml:definitions>
  <inkml:trace contextRef="#ctx0" brushRef="#br0">42 2 15488,'0'0'512,"-12"-2"-256,7 2-1,-5 2-127,5 2 0,-1 1-128,2 5 0,4 1-2943,4 0 127,-2 2-4352</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5.566"/>
    </inkml:context>
    <inkml:brush xml:id="br0">
      <inkml:brushProperty name="width" value="0.05" units="cm"/>
      <inkml:brushProperty name="height" value="0.05" units="cm"/>
    </inkml:brush>
  </inkml:definitions>
  <inkml:trace contextRef="#ctx0" brushRef="#br0">1 1 14080,'0'0'640,"0"0"-573,0 0 1,0 0 0,0 0 0,0 0-1,0 0 1,0 0 0,0 1 0,0-1-1,0 0 1,0 0 0,0 0 0,0 0-1,0 0 1,0 0 0,1 0 0,-1 1 0,0-1-1,0 0 1,0 0 0,0 0 0,0 0-1,0 0 1,0 0 0,0 0 0,1 0-1,-1 0 1,0 0 0,0 0 0,0 0-1,0 0 1,0 0 0,0 0 0,0 0-1,1 0 1,-1 0 0,0 0 0,0 0 0,0 0-1,0 0 1,0 0 0,0 0 0,1 0-1,-1 0 1,0 0 0,0 0 0,0 0-1,0 0 1,0 0 0,0 0 0,0 0-1,1 0 1,-1 0 0,0 0 0,0 0 0,0-1-1,0 1 1,0 0 0,0 0 0,0 0-1,0 0 1,0 0 0,0 0 0,0 0-1,0-1 1,0 1 0,0 0 0,1 0-1,3 11 62,1 1-1,-2 0 0,1 0 0,2 19 0,-1-1-1,11 55 158,-12-56-191,2 0 0,1 0 1,13 36-1,-17-63 1,-1-10-74,-2-16-29,0 20 28,0-14 28,1 0 0,6-35 1,-6 47-41,1-1 0,0 1 0,0-1 0,1 1 0,0 0 1,0-1-1,0 2 0,0-1 0,1 0 0,8-9 0,-10 14-8,-1 0 0,1-1 0,0 1 0,-1 0 0,1 0 0,0 0 0,0 1 0,0-1 0,-1 0 0,1 1 0,0-1 0,0 1 0,0 0 0,0-1 0,0 1 0,0 0 0,0 0 0,0 0 0,0 1 0,0-1 0,0 0 0,0 1 0,0-1 0,0 1 0,0 0 0,-1 0 0,1-1 0,0 1 0,3 2 0,2 2 0,-1 0 0,1 0 0,-1 0 0,1 1 0,9 11 0,-12-11 0,-4-5 0,0-1 0,0 1 0,1-1 0,-1 0 0,0 1 0,1-1 0,-1 1 0,1-1 0,-1 1 0,0-1 0,1 0 0,-1 1 0,1-1 0,-1 0 0,1 0 0,-1 1 0,1-1 0,-1 0 0,1 0 0,0 0 0,-1 1 0,1-1 0,-1 0 0,1 0 0,-1 0 0,1 0 0,0 0 0,-1 0 0,1 0 0,-1-1 0,1 1 0,-1 0 0,1 0 0,-1 0 0,1 0 0,0-1 0,-1 1 0,1 0 0,-1-1 0,0 1 0,1 0 0,-1-1 0,1 1 0,15-19 0,-15 17 0,66-109 361,-62 101-338,-3 6 0,1 1 0,0-1 0,-1 0 0,2 1 0,-1 0-1,4-4 1,-6 6-20,-1 0 0,1 1-1,0-1 1,0 0-1,-1 1 1,1-1 0,0 1-1,0-1 1,-1 1-1,1-1 1,0 1-1,0 0 1,0-1 0,0 1-1,0 0 1,0 0-1,0 0 1,-1 0 0,1 0-1,0 0 1,0 0-1,0 0 1,0 0 0,0 0-1,0 0 1,0 0-1,0 1 1,0-1 0,0 0-1,-1 1 1,1-1-1,0 1 1,0-1 0,0 1-1,-1-1 1,2 1-1,8 14 36,-1 0-1,-1 0 0,0 1 0,-1 0 0,10 33 0,-4-12-4,-9-26-91,-3-8-375,0 1 1,0 0-1,0-1 1,1 1 0,-1-1-1,1 1 1,0-1-1,0 0 1,1 0-1,-1 0 1,6 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6.046"/>
    </inkml:context>
    <inkml:brush xml:id="br0">
      <inkml:brushProperty name="width" value="0.05" units="cm"/>
      <inkml:brushProperty name="height" value="0.05" units="cm"/>
    </inkml:brush>
  </inkml:definitions>
  <inkml:trace contextRef="#ctx0" brushRef="#br0">0 230 15104,'6'5'960,"-3"-4"-752,0 1 1,0-1 0,0 0 0,0 1 0,0-2 0,1 1 0,-1 0 0,0-1 0,0 1 0,1-1 0,-1 0 0,0 0-1,0 0 1,6-1 0,51-12 763,-34 7-662,-16 3-235,-1 0-1,0 0 1,1 0 0,-1-2-1,-1 1 1,1-1-1,0 0 1,-1-1-1,0 0 1,12-11 0,-11 8-27,-1 0 1,0 0 0,0-1-1,-1 0 1,-1 0 0,1-1 0,-1 0-1,4-11 1,-9 20-46,0 0 0,-1 0 0,1 0 0,0 0 0,-1 0 0,1-1 0,-1 1 1,0 0-1,0 0 0,0 0 0,0 0 0,0-1 0,0 1 0,0 0 0,-1 0 0,1 0 0,-1 0 0,0 0 0,0-3 0,-1 4 3,1 0-1,0-1 0,0 1 0,-1 0 0,1-1 0,-1 1 1,1 0-1,-1 0 0,1 0 0,-1 0 0,0 0 1,1 1-1,-1-1 0,0 0 0,0 1 0,0-1 0,-3 1 1,-1-1 4,-1 1 0,0 0 0,1 0 1,-1 1-1,1-1 0,-1 2 0,0-1 0,1 1 1,0 0-1,-1 0 0,-7 4 0,8-2-10,-1 0 0,1 0 0,-1 1 0,1-1 0,1 2 0,-1-1 0,1 0 0,0 1 0,0 0 0,1 0 0,-1 1 0,1-1 0,1 1 0,-1 0 0,1 0 0,0 0 0,1 1 0,0-1 0,0 0 0,1 1 0,-1 0 0,2-1 0,-1 1 0,1 0 0,0-1 0,1 1 0,0-1 0,3 15 0,-3-18 0,1 0 0,-1 0 0,1 0 0,0 0 0,0-1 0,0 1 0,1-1 0,-1 1 0,1-1 0,0 0 0,0 0 0,0 0 0,0-1 0,0 1 0,1-1 0,-1 0 0,1 0 0,4 2 0,8 3 0,0-1 0,0-1 0,21 4 0,5 2 0,-21-4 253,26 7-171,-14-7-3105,-14-3-10416</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6.707"/>
    </inkml:context>
    <inkml:brush xml:id="br0">
      <inkml:brushProperty name="width" value="0.05" units="cm"/>
      <inkml:brushProperty name="height" value="0.05" units="cm"/>
    </inkml:brush>
  </inkml:definitions>
  <inkml:trace contextRef="#ctx0" brushRef="#br0">224 0 14848,'0'0'1536,"-8"8"-1174,-47 43 171,-52 63 1,92-96-384,-12 13 99,26-29-224,-1-1 0,1 1-1,0 0 1,0 0-1,0-1 1,1 1-1,-1 0 1,0 0-1,1 0 1,-1 0 0,1 0-1,-1 0 1,1 0-1,0 3 1,0-5-12,1 1 0,-1 0 0,0 0 0,1-1-1,-1 1 1,1 0 0,-1-1 0,1 1 0,0-1 0,-1 1 0,1-1 0,0 1 0,-1-1 0,1 1 0,0-1 0,-1 1 0,1-1 0,0 0 0,0 1 0,0-1 0,-1 0 0,1 0-1,1 0 1,25 5 169,-17-4-77,3 0-19,0 0 1,0-1-1,-1 0 1,16-3-1,-20 2-47,1-1 0,-1 2 0,0-1 0,1 1 0,-1 0 0,0 1 0,1 0 0,-1 0 0,0 1 0,0 0 0,0 1 0,14 5 0,-20-7-28,0 0 1,0 1 0,0-1 0,-1 0-1,1 1 1,-1-1 0,1 1 0,-1-1-1,1 1 1,-1 0 0,0-1 0,0 1-1,0 0 1,0 0 0,0 0 0,0 0-1,-1 0 1,1 0 0,0 0 0,-1 0 0,0 0-1,1 0 1,-1 0 0,0 1 0,0-1-1,0 0 1,-1 0 0,1 0 0,0 0-1,-1 0 1,0 0 0,1 0 0,-1 0-1,0 0 1,0 0 0,-2 3 0,-1 2-6,0 0 0,0 0 0,-1-1 0,0 0 1,0 0-1,-1 0 0,0 0 0,-10 7 0,-7 1-2263,7-7-2760,4-1-3580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7.047"/>
    </inkml:context>
    <inkml:brush xml:id="br0">
      <inkml:brushProperty name="width" value="0.05" units="cm"/>
      <inkml:brushProperty name="height" value="0.05" units="cm"/>
    </inkml:brush>
  </inkml:definitions>
  <inkml:trace contextRef="#ctx0" brushRef="#br0">0 0 15616,'0'0'277,"1"7"597,10 20 201,20 37-1,-3-8-535,38 135 309,-49-137-672,-8-22-84,-7-21-59,2 0 0,-1 1 0,1-1 0,8 14-1,-11-24-30,0 1 0,-1-2-1,1 1 1,0 0-1,-1 0 1,1 0 0,0 0-1,0 0 1,0 0-1,0-1 1,0 1 0,0 0-1,0-1 1,0 1 0,0-1-1,0 1 1,0-1-1,0 0 1,2 1 0,13-4-3256</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7.439"/>
    </inkml:context>
    <inkml:brush xml:id="br0">
      <inkml:brushProperty name="width" value="0.05" units="cm"/>
      <inkml:brushProperty name="height" value="0.05" units="cm"/>
    </inkml:brush>
  </inkml:definitions>
  <inkml:trace contextRef="#ctx0" brushRef="#br0">157 47 16767,'1'2'256,"5"6"-169,-1 0 0,0 0-1,0 0 1,-1 1-1,0-1 1,-1 1-1,0 0 1,0 1-1,0-1 1,-2 0-1,1 1 1,-1-1-1,0 1 1,-1-1-1,0 1 1,-1 0-1,-3 17 1,4-25-78,0 0-1,-1 1 1,1-1 0,-1 0 0,0 0 0,0 1 0,0-1 0,0 0-1,0 0 1,0 0 0,0 0 0,-1 0 0,1 0 0,-1 0 0,0-1-1,1 1 1,-1-1 0,0 1 0,0-1 0,0 1 0,-3 1 0,2-2 1,-1-1 0,1 1 0,0 0 0,0-1 0,-1 0 0,1 0 1,0 0-1,-1 0 0,1 0 0,0-1 0,0 1 0,-1-1 0,-4-2 1,-1 0 30,0-1 0,0 0 0,1-1-1,0 0 1,0 0 0,0-1 0,1 0 0,-1 0 0,-10-12 0,15 13-20,0 0 0,0 0 1,0 0-1,1 0 0,-1-1 0,1 1 0,1-1 0,-1 1 0,1-1 0,0 1 0,0-1 0,1 0 0,-1 0 0,1 1 0,1-1 0,0-10 0,0 12-15,0-1 0,0 1 0,1 0 0,-1-1 0,1 1 0,0 0 0,0 0 0,0 0 0,0 0 1,1 0-1,0 0 0,-1 1 0,1-1 0,1 1 0,-1 0 0,0 0 0,1 0 0,0 1 0,0-1 0,-1 1 0,8-4 0,39-8-3462,-25 5-7658</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7.789"/>
    </inkml:context>
    <inkml:brush xml:id="br0">
      <inkml:brushProperty name="width" value="0.05" units="cm"/>
      <inkml:brushProperty name="height" value="0.05" units="cm"/>
    </inkml:brush>
  </inkml:definitions>
  <inkml:trace contextRef="#ctx0" brushRef="#br0">0 1 16767,'0'0'768,"2"1"-234,0 0-436,0 0 0,-1 1-1,1 0 1,0-1 0,-1 1 0,1 0 0,-1 0 0,0 0 0,1 0 0,-1 0 0,0 0 0,0 0 0,0 3-1,10 34 397,-7-21-268,62 218 734,-34-134-755,2 10-410,-33-107-13,3 16-747,-3-5-3718</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8.130"/>
    </inkml:context>
    <inkml:brush xml:id="br0">
      <inkml:brushProperty name="width" value="0.05" units="cm"/>
      <inkml:brushProperty name="height" value="0.05" units="cm"/>
    </inkml:brush>
  </inkml:definitions>
  <inkml:trace contextRef="#ctx0" brushRef="#br0">1 192 14976,'0'0'128,"0"-9"128,4-2 0,3 0 128,6 1-256,8-1 128,5-4-129,8-6 1,7-3-128,-1 1 128,1 3-3199,-1 1 127,-3 2-3968</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48.480"/>
    </inkml:context>
    <inkml:brush xml:id="br0">
      <inkml:brushProperty name="width" value="0.05" units="cm"/>
      <inkml:brushProperty name="height" value="0.05" units="cm"/>
    </inkml:brush>
  </inkml:definitions>
  <inkml:trace contextRef="#ctx0" brushRef="#br0">105 33 15232,'0'0'128,"8"-16"896,-8 15-933,1 1 0,-1-1 0,1 0 0,0 0 0,-1 1 0,1-1 0,-1 0 0,0 0 1,1 0-1,-1 0 0,0 0 0,1 0 0,-1 0 0,0 0 0,0 0 0,0 0 0,0-1 1,-11 7 1468,-21 24-643,18-11-715,1 1 0,-19 37 1,29-50-184,1 1 0,-1-1 1,1 0-1,0 1 0,1 0 0,-1-1 1,1 1-1,1 0 0,-1 0 0,1 0 1,0 0-1,1 0 0,0-1 0,1 9 1,-1-12-5,1 0 1,-1 0 0,1 1-1,0-1 1,-1-1-1,1 1 1,1 0 0,-1 0-1,0-1 1,5 4 0,31 23 136,-12-9-92,17 12 91,11 11-73,-49-38-63,-1-1 0,1 1 0,-1 0-1,0 0 1,-1 1 0,1-1 0,-1 1 0,3 8-1,-5-14-11,-1 1-1,0 0 0,0-1 0,1 1 1,-1-1-1,0 1 0,0 0 1,0-1-1,0 1 0,0 0 0,0-1 1,0 1-1,0 0 0,0-1 0,0 1 1,0 0-1,0-1 0,0 1 1,-1 0-1,1-1 0,0 1 0,-1-1 1,1 1-1,0 0 0,-1-1 0,1 1 1,0-1-1,-1 1 0,1-1 1,-1 1-1,1-1 0,-1 0 0,1 1 1,-1-1-1,0 1 0,1-1 1,-1 0-1,1 0 0,-1 1 0,0-1 1,-29 4 137,21-3-118,-28 7-324,21-4-3214</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0.865"/>
    </inkml:context>
    <inkml:brush xml:id="br0">
      <inkml:brushProperty name="width" value="0.05" units="cm"/>
      <inkml:brushProperty name="height" value="0.05" units="cm"/>
    </inkml:brush>
  </inkml:definitions>
  <inkml:trace contextRef="#ctx0" brushRef="#br0">137 347 19967,'0'0'128,"2"-7"-21,8-21 8,12-58-1,-19 74-82,-2 0-1,0 0 0,0 0 1,-1 0-1,0 0 1,-1 0-1,-1 0 1,-3-16-1,3 21-21,-1-5 21,-1 1 0,1 0 1,-2 1-1,-6-13 0,10 21-27,0 1-1,0-1 1,0 0 0,0 0-1,-1 1 1,1-1-1,0 1 1,-1-1-1,1 1 1,-1 0 0,0-1-1,1 1 1,-1 0-1,0 0 1,0 0 0,0 0-1,0 1 1,1-1-1,-1 0 1,0 1-1,0-1 1,-1 1 0,1 0-1,0 0 1,0 0-1,0 0 1,0 0 0,0 0-1,0 0 1,-3 1-1,0 1-3,-1-1 0,1 1 0,-1 1 0,1-1 0,0 1 0,0 0 0,0 0 0,0 0 0,1 1 0,-1-1 0,1 1 0,0 0 0,-4 5 0,6-6 0,1-1 0,-1 1 0,1 0 0,0-1 0,0 1 0,0 0 0,0 0 0,0 0 0,1 0 0,-1 0 0,1-1 0,0 1 0,0 0 0,0 0 0,0 0 0,0 0 0,1 0 0,0 0 0,-1 0 0,1 0 0,0 0 0,0-1 0,0 1 0,1 0 0,-1-1 0,1 1 0,1 2 0,10 11 0,0-1 0,1 0 0,0-1 0,1-1 0,1 0 0,0-1 0,18 11 0,30 23 0,-44-31 0,-13-11 0,0 1 0,-1 0 0,0 1 0,0-1 0,8 11 0,-12-14 0,-1 0 0,0 0 0,0 0 0,1 1 0,-2-1 0,1 0 0,0 1 0,0-1 0,-1 1 0,1-1 0,-1 1 0,0-1 0,0 1 0,0-1 0,0 1 0,0 0 0,-1-1 0,1 1 0,-1-1 0,1 0 0,-1 1 0,-2 3 0,-1 3 0,0-1 0,-1 1 0,0-1 0,0 0 0,-1 0 0,0-1 0,-1 0 0,0 0 0,0 0 0,0-1 0,-1 0 0,1 0 0,-2-1 0,1 0 0,0 0 0,-1-1 0,-12 4 0,20-8 3,-1 1-1,1-1 0,-1 0 0,1 0 0,-1 0 1,1 0-1,-1 0 0,1-1 0,-1 1 0,1 0 1,-1-1-1,1 1 0,-1-1 0,1 1 0,0-1 1,-1 0-1,1 1 0,0-1 0,-1 0 0,1 0 1,0 0-1,0 0 0,0 0 0,0 0 1,0 0-1,0-1 0,0 1 0,-1-2 0,-1-2 7,1 0 1,-1 0-1,1 0 0,0 0 0,0-1 0,-2-9 0,2 1 0,1 0 0,1-1 0,0 0 0,0 1 0,1-1 0,4-16 0,24-87 56,-28 115-65,14-42-7,-10 33-56,-1-1 0,0 0 1,-1 0-1,0 0 0,2-25 0,-7 33-435</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1.546"/>
    </inkml:context>
    <inkml:brush xml:id="br0">
      <inkml:brushProperty name="width" value="0.05" units="cm"/>
      <inkml:brushProperty name="height" value="0.05" units="cm"/>
    </inkml:brush>
  </inkml:definitions>
  <inkml:trace contextRef="#ctx0" brushRef="#br0">1 1 16384,'0'0'1813,"5"0"-1344,-3 0-438,0 0-4,0-1 1,-1 1-1,1 0 1,0 0-1,0 0 1,-1 0-1,1 1 1,0-1-1,-1 0 1,1 1 0,0-1-1,-1 1 1,1 0-1,-1-1 1,1 1-1,-1 0 1,1 0-1,-1 0 1,0 0-1,1 0 1,-1 0-1,0 1 1,0-1-1,0 0 1,0 1-1,0-1 1,0 0-1,0 1 1,0-1-1,-1 1 1,1 0-1,0 2 1,3 17 64,-1-1 1,0 1-1,-2 0 1,-2 26 0,1 6-44,1-22 2,-1-16-19,0 1 1,1-1-1,0 0 0,1 1 0,1-1 0,1 0 1,0 0-1,8 19 0,-11-33-28,-1 0 0,0 0 0,1 0 0,-1 0 0,1 0 0,-1-1 0,1 1 0,0 0 1,-1 0-1,1 0 0,0-1 0,-1 1 0,1 0 0,0-1 0,0 1 0,0-1 0,0 1 0,0-1 0,0 1 0,-1-1 0,1 1 0,0-1 0,0 0 0,0 0 0,0 1 0,0-1 0,0 0 1,1 0-1,-1 0 0,1 0 0,0-1 10,-1 0 0,1 0 0,0 0 0,-1 1 0,0-1 0,1-1 0,-1 1 0,0 0 0,1 0 0,-1 0 0,0-1-1,0 1 1,0-1 0,0 1 0,0-1 0,0 1 0,-1-1 0,1 1 0,0-3 0,11-35 148,-10 30-104,1 0 1,-1 0-1,2 0 1,-1 0-1,7-10 0,-5 11-36,-1 0 15,1 1-1,0 1 1,0-1 0,1 1 0,10-11-1,-15 16-31,1 0 0,0 0 0,-1 0-1,1 0 1,0 0 0,0 0 0,-1 1-1,1-1 1,0 0 0,0 1-1,0 0 1,0-1 0,0 1 0,0 0-1,0 0 1,0 0 0,0 0 0,0 0-1,0 1 1,0-1 0,0 1 0,0-1-1,-1 1 1,1 0 0,0-1-1,0 1 1,0 0 0,-1 0 0,4 3-1,-3-3-1,0 0 0,0 1 0,0-1 0,-1 1 0,1 0 0,-1 0 0,1-1 0,-1 1 0,1 0 0,-1 0 0,0 0 0,0 0-1,0 1 1,0-1 0,0 0 0,-1 0 0,1 0 0,-1 1 0,1 2 0,-1 2 12,0 1 0,-1-1 0,0 0 0,0-1 1,-3 11-1,2-13-5,1 0 0,-1 0 1,0-1-1,0 1 0,0 0 1,-1-1-1,0 1 0,1-1 0,-1 0 1,0 0-1,-4 3 0,0-1-34,1 0-1,-1 0 0,0 0 0,-15 6 1,-7-2-1106,8-10-2988,2-1-7039</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1.907"/>
    </inkml:context>
    <inkml:brush xml:id="br0">
      <inkml:brushProperty name="width" value="0.05" units="cm"/>
      <inkml:brushProperty name="height" value="0.05" units="cm"/>
    </inkml:brush>
  </inkml:definitions>
  <inkml:trace contextRef="#ctx0" brushRef="#br0">0 0 14208,'0'0'640,"0"6"0,0 7 128,4-2-1,1 6-255,1 2 128,-2 3-256,3 8 0,6 8-256,2-4 128,1 0-256,-9-10 128,-3-3-128,0-10 0,-3-2-2944</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2.257"/>
    </inkml:context>
    <inkml:brush xml:id="br0">
      <inkml:brushProperty name="width" value="0.05" units="cm"/>
      <inkml:brushProperty name="height" value="0.05" units="cm"/>
    </inkml:brush>
  </inkml:definitions>
  <inkml:trace contextRef="#ctx0" brushRef="#br0">6 43 17279,'0'0'384,"-2"-9"128,-2-8-128,4 8 128,0 1-384,6 8 128,0 6-2048,1 1 129</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2.597"/>
    </inkml:context>
    <inkml:brush xml:id="br0">
      <inkml:brushProperty name="width" value="0.05" units="cm"/>
      <inkml:brushProperty name="height" value="0.05" units="cm"/>
    </inkml:brush>
  </inkml:definitions>
  <inkml:trace contextRef="#ctx0" brushRef="#br0">34 33 15616,'0'0'3327,"-20"-18"-2068,16 15-1177,3 3-40,1 0 0,-1 0-1,1-1 1,-1 1 0,1 0 0,-1-1 0,1 1 0,-1 0 0,1-1 0,-1 1 0,1-1 0,-1 1-1,1-1 1,0 1 0,-1-1 0,1 1 0,0-1 0,-1 1 0,1-1 0,0 1 0,0-1-1,-1 0 1,1 0 214,1 1-240,0 0-1,-1 1 1,1-1-1,0 1 1,-1-1-1,1 1 1,-1-1-1,1 1 1,-1-1-1,1 1 1,-1-1 0,1 1-1,-1 0 1,0-1-1,1 1 1,-1 0-1,0-1 1,1 1-1,-1 0 1,0 0-1,0-1 1,0 2-1,4 19 25,-4-20-31,4 71 186,-3-18-134,1-26-14,21 340 162,-23-365-219,2 34 161,-2-36-183,0 1 0,1 0-1,-1-1 1,0 1 0,0-1 0,1 1 0,-1-1 0,1 1 0,0-1-1,-1 1 1,1-1 0,0 0 0,0 1 0,0-1 0,0 0-1,1 2 1,-8-42-10207,4 19 3071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2.958"/>
    </inkml:context>
    <inkml:brush xml:id="br0">
      <inkml:brushProperty name="width" value="0.05" units="cm"/>
      <inkml:brushProperty name="height" value="0.05" units="cm"/>
    </inkml:brush>
  </inkml:definitions>
  <inkml:trace contextRef="#ctx0" brushRef="#br0">14 119 11776,'0'0'1792,"-13"0"384,20 0-1025,1-9-1023,11 1 128,11-1-128,0-6 128,5-2-512,1 2 128,0 0-5503,5 0 127,2 0 2688</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3.308"/>
    </inkml:context>
    <inkml:brush xml:id="br0">
      <inkml:brushProperty name="width" value="0.05" units="cm"/>
      <inkml:brushProperty name="height" value="0.05" units="cm"/>
    </inkml:brush>
  </inkml:definitions>
  <inkml:trace contextRef="#ctx0" brushRef="#br0">117 3 14720,'0'0'768,"8"-1"955,-8 1-1676,0 0-1,0 0 1,0-1 0,0 1 0,0 0-1,0 0 1,0 0 0,1 0-1,-1 0 1,0 0 0,0 0 0,0 0-1,0 0 1,0 0 0,0 0-1,0 0 1,1 0 0,-1-1 0,0 1-1,0 0 1,0 0 0,0 0 0,0 0-1,0 0 1,0 0 0,1 0-1,-1 0 1,0 0 0,0 0 0,0 1-1,0-1 1,0 0 0,0 0-1,1 0 1,-1 0 0,0 0 0,0 0-1,0 0 1,0 0 0,0 0-1,0 0 1,0 0 0,0 0 0,0 0-1,0 1 1,1-1 0,-1 0-1,0 0 1,0 0 0,0 0 0,0 0-1,0 0 1,0 0 0,0 1 0,0-1-1,0 0 1,0 0 0,0 0-1,-14 17 466,0 0 0,-20 34 0,3-3-106,25-41-329,1 1 1,0-1-1,1 1 1,0 0-1,-6 17 1,9-23-64,1-1 1,0 1-1,-1-1 0,1 1 0,0 0 1,0-1-1,-1 1 0,1 0 1,1-1-1,-1 1 0,0 0 1,0-1-1,0 1 0,1-1 1,-1 1-1,1 0 0,0-1 1,-1 1-1,1-1 0,0 1 1,0-1-1,0 0 0,0 1 1,0-1-1,0 0 0,0 0 1,0 0-1,1 0 0,-1 1 1,0-2-1,1 1 0,-1 0 1,1 0-1,-1 0 0,1-1 1,-1 1-1,1-1 0,2 1 1,8 2 48,1 0 1,0-2-1,1 1 1,15-2-1,-13 0-12,-1 1-1,27 5 1,-35-5-44,-1 1-1,1 0 1,-1 0-1,1 1 1,-1 0-1,0 0 1,0 0-1,0 1 1,0 0 0,5 5-1,-10-8 0,1 1 0,0 0-1,-1 0 1,1 0 0,-1 0 0,0 0-1,0 0 1,0 1 0,0-1 0,0 0-1,0 1 1,0-1 0,-1 0 0,1 1-1,-1-1 1,0 1 0,0-1 0,0 1-1,0-1 1,0 0 0,0 1-1,-1-1 1,1 1 0,-1-1 0,1 0-1,-1 1 1,0-1 0,0 0 0,0 1-1,-1-1 1,0 2 0,-4 5 26,-1 0 0,0 0 1,0 0-1,0-1 0,-1 0 0,0-1 0,-1 0 1,0 0-1,0-1 0,-12 7 0,14-10-958,1 0-1,-1 0 1,0 0-1,0-1 0,-11 2 1,1-1-11511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4.691"/>
    </inkml:context>
    <inkml:brush xml:id="br0">
      <inkml:brushProperty name="width" value="0.05" units="cm"/>
      <inkml:brushProperty name="height" value="0.05" units="cm"/>
    </inkml:brush>
  </inkml:definitions>
  <inkml:trace contextRef="#ctx0" brushRef="#br0">5 1 16384,'0'0'3093,"-1"6"-2880,-1 13-112,1 1 0,0 0 0,1-1 0,6 34 0,21 83 275,-6-36 23,-20-93-362,0-1 1,1 0-1,0 1 0,0-1 1,1 0-1,0 0 0,3 6 1,-5-10 47,-1 1-85,0-2-427</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5.112"/>
    </inkml:context>
    <inkml:brush xml:id="br0">
      <inkml:brushProperty name="width" value="0.05" units="cm"/>
      <inkml:brushProperty name="height" value="0.05" units="cm"/>
    </inkml:brush>
  </inkml:definitions>
  <inkml:trace contextRef="#ctx0" brushRef="#br0">1 0 14848,'0'0'4223,"0"10"-3988,26 255 371,-17-193-444,-7-24-92,-2-42-3318,-6-26-10704</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5.473"/>
    </inkml:context>
    <inkml:brush xml:id="br0">
      <inkml:brushProperty name="width" value="0.05" units="cm"/>
      <inkml:brushProperty name="height" value="0.05" units="cm"/>
    </inkml:brush>
  </inkml:definitions>
  <inkml:trace contextRef="#ctx0" brushRef="#br0">29 239 8832,'0'0'1152,"-7"-15"0,-5-11 0,7 11 0,1 3-640,13 1 0,12 0 128,3-4 0,8-4-384,2 2 128,6 0-257,-3-3 1,6-5-128,-1 8 0,-1-1-12031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5.834"/>
    </inkml:context>
    <inkml:brush xml:id="br0">
      <inkml:brushProperty name="width" value="0.05" units="cm"/>
      <inkml:brushProperty name="height" value="0.05" units="cm"/>
    </inkml:brush>
  </inkml:definitions>
  <inkml:trace contextRef="#ctx0" brushRef="#br0">0 88 13440,'0'0'384,"10"-7"0,3-6 384,4 5 0,4-1-256,7 0-1,4-3-255,3 3 0,1 3-128,0 4 0,3-1-128,-13-1 128,-5 4-128,-6-2 0,-2 2-640,-7-4 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6.295"/>
    </inkml:context>
    <inkml:brush xml:id="br0">
      <inkml:brushProperty name="width" value="0.05" units="cm"/>
      <inkml:brushProperty name="height" value="0.05" units="cm"/>
    </inkml:brush>
  </inkml:definitions>
  <inkml:trace contextRef="#ctx0" brushRef="#br0">22 84 14080,'0'0'2005,"4"6"-1600,2 18-234,-1 0-1,-1 0 1,-1 0-1,-1 43 1,1-2 0,3-13-467,-3-28-3312,-4-34 3704,0 1 0,-1 0 0,0 1 0,0-1-1,-1 0 1,-5-12 0,-6-19 663,9 23-318,0 1-66,1 0-1,0 0 1,-3-33 0,7 43-341,1 0 1,-1 1 0,1-1 0,-1 0-1,2 1 1,-1-1 0,1 0 0,-1 1-1,2 0 1,-1-1 0,0 1-1,1 0 1,0 0 0,0 1 0,7-9-1,-3 5 34,0 1 0,1 0 0,0 0 0,0 1 0,0 0 0,12-6 0,-15 9 22,1 1 0,0-1 1,-1 1-1,1 0 0,0 0 0,0 1 0,0 0 0,0 0 0,1 0 0,-1 1 1,9 0-1,1 1 79,-12-1-99,0 1 0,0-1-1,0 0 1,0 1 0,0 0 0,1 0-1,4 2 1,-8-2-59,1 0 0,-1 0 0,0 0 0,1 0 0,-1 1 0,0-1 0,0 0 0,0 0 0,0 1 0,0-1 0,0 1 0,0-1 1,-1 1-1,1-1 0,0 1 0,-1-1 0,0 1 0,1 0 0,-1-1 0,0 1 0,1 0 0,-1 2 0,0 15 56,-1-1 0,-6 36 0,1 8 9,4-35-91,1-12 51,1 1 0,0-1 0,4 28-1,-3-42-37,-1-1-1,0 1 0,0 0 0,1 0 0,-1 0 0,0-1 0,1 1 0,-1 0 0,0-1 1,1 1-1,-1 0 0,1-1 0,0 1 0,-1-1 0,1 1 0,-1-1 0,1 1 1,0-1-1,-1 1 0,1-1 0,0 0 0,0 1 0,-1-1 0,1 0 0,1 1 1,22 0-1624,-14-1-535,5 0-9081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6.776"/>
    </inkml:context>
    <inkml:brush xml:id="br0">
      <inkml:brushProperty name="width" value="0.05" units="cm"/>
      <inkml:brushProperty name="height" value="0.05" units="cm"/>
    </inkml:brush>
  </inkml:definitions>
  <inkml:trace contextRef="#ctx0" brushRef="#br0">1 0 14592,'0'0'405,"0"15"982,0 12-672,2 69 702,-1-86-1337,0 1-1,1 0 0,1-1 0,0 0 1,0 1-1,8 16 0,-10-26-71,-1 0-1,1 0 0,-1 0 0,1 1 0,-1-1 0,1 0 1,0-1-1,0 1 0,-1 0 0,1 0 0,0 0 0,0 0 1,0-1-1,0 1 0,0 0 0,0-1 0,0 1 0,1-1 1,-1 1-1,0-1 0,0 1 0,0-1 0,0 0 0,1 0 1,-1 1-1,0-1 0,1 0 0,1-1-2,-1 0-1,1 1 1,-1-1-1,1 0 1,-1 0-1,0 0 1,0-1 0,0 1-1,1 0 1,-1-1-1,-1 0 1,4-2-1,2-3-4,-1-1-1,1 1 1,-1-1-1,-1-1 1,0 1-1,5-10 0,-8 11 15,0 0-1,0 1 1,-1-1-1,0 0 1,0 0-1,0 0 0,-1 0 1,-1-9-1,1 12 34,0-1-1,-1 1 0,1-1 0,-1 1 0,-1 0 1,1-1-1,0 1 0,-1 0 0,0 0 1,0 0-1,0 0 0,-1 0 0,-4-5 0,7 8-27,-1 0-1,0 1 1,0-1-1,0 0 1,1 1-1,-1-1 1,0 1-1,0-1 1,0 1-1,0-1 1,0 1-1,0 0 0,0-1 1,0 1-1,0 0 1,0 0-1,-1 0 1,-1 4 134,9 6-105,16 13-86,1-2 1,0 0 0,47 31-1,-53-44-2036,11-5-8459,-13-3 6501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7.356"/>
    </inkml:context>
    <inkml:brush xml:id="br0">
      <inkml:brushProperty name="width" value="0.05" units="cm"/>
      <inkml:brushProperty name="height" value="0.05" units="cm"/>
    </inkml:brush>
  </inkml:definitions>
  <inkml:trace contextRef="#ctx0" brushRef="#br0">0 21 17279,'6'-7'534,"-2"3"-463,3-6 568,-4 10-272,-2 7-100,1 24-50,2-1 1,2 1 0,0-1-1,13 34 1,-15-52-175,-3-4-7,2-1-1,-1 1 1,1 0-1,0-1 0,8 13 1,-11-19-34,1-1 0,-1 0 1,0 0-1,0 0 1,1 0-1,-1 0 0,0 0 1,1 0-1,-1 0 1,0 0-1,1 0 0,-1 0 1,0 0-1,0 0 1,1 0-1,-1 0 0,0 0 1,1 0-1,-1 0 1,0 0-1,1 0 0,-1 0 1,0-1-1,0 1 1,1 0-1,-1 0 0,0 0 1,0-1-1,1 1 0,-1 0 1,0 0-1,0 0 1,0-1-1,1 1 0,-1 0 1,0 0-1,0-1 1,0 1-1,0 0 0,0-1 1,0 1-1,0 0 1,0-1-1,1 1 0,-1 0 1,0-1-1,6-15 14,16-107 602,-21 120-607,1-6 33,0 0 1,1 1 0,1-1-1,7-13 1,-10 21-40,-1 0 0,1 0 0,-1 0 0,1 0 0,0 1 0,-1-1 0,1 0 0,0 1 0,0-1 0,0 0 0,0 1 0,-1-1 0,1 1 0,0-1 0,0 1 0,0-1 0,0 1 0,0 0 1,0 0-1,2-1 0,-2 2-3,1-1 0,-1 0 1,0 1-1,1-1 0,-1 1 1,0 0-1,1-1 0,-1 1 1,0 0-1,0 0 0,1 0 1,-1 0-1,0 0 1,0 0-1,0 0 0,0 0 1,0 0-1,1 3 0,2 2-5,3 3-43,0 0-1,-1 1 1,0 0 0,7 18 0,-12-27 40,-1-1 0,0 1 0,0-1 0,0 1 0,1-1 0,-1 1 0,0-1 0,1 1 0,-1-1 0,0 1 0,1-1 0,-1 0 0,1 1 0,-1-1 0,1 0 0,-1 1 0,1-1 0,-1 0 0,1 1 0,-1-1 6,1 0-1,-1 0 0,0 0 1,0 0-1,0 0 0,1 0 1,-1 0-1,0 0 0,0 0 1,0 0-1,1 0 0,-1 0 1,0-1-1,0 1 0,0 0 1,0 0-1,1 0 0,-1 0 1,0 0-1,0 0 0,0-1 1,0 1-1,0 0 0,1 0 1,-1 0-1,0 0 0,0 0 1,0-1-1,0 1 0,0 0 1,0 0-1,0 0 0,0-1 1,0 1-1,0 0 0,0 0 1,0 0-1,0-1 0,0 1 1,0 0-1,0 0 0,0 0 1,0-1-1,0 1 0,1-6 19,0-1-1,1 1 0,0-1 1,0 1-1,0 0 1,4-7-1,1-4 117,-5 11-61,1 0 0,0 0 0,0 0 1,7-11-1,-9 16-65,-1 0 1,1 1 0,-1-1 0,1 0 0,0 0 0,-1 1 0,1-1 0,0 0-1,-1 1 1,1-1 0,0 0 0,0 1 0,0-1 0,0 1 0,0 0 0,0-1-1,0 1 1,-1 0 0,1-1 0,0 1 0,0 0 0,0 0 0,0 0-1,0 0 1,0 0 0,0 0 0,0 0 0,0 0 0,0 0 0,0 1 0,0-1-1,0 0 1,0 1 0,0-1 0,0 1 0,0-1 0,0 1 0,0-1 0,-1 1-1,1-1 1,0 1 0,0 0 0,6 6-3,-1 0 0,0-1 1,-1 2-1,0-1 0,0 1 0,0-1 1,-1 2-1,6 14 0,3 18-6142</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7.776"/>
    </inkml:context>
    <inkml:brush xml:id="br0">
      <inkml:brushProperty name="width" value="0.05" units="cm"/>
      <inkml:brushProperty name="height" value="0.05" units="cm"/>
    </inkml:brush>
  </inkml:definitions>
  <inkml:trace contextRef="#ctx0" brushRef="#br0">1 357 16128,'0'0'746,"10"0"1174,-2-1-1624,-1 0 0,1 0-1,0-1 1,-1 0 0,1 0 0,-1 0-1,0-1 1,9-5 0,-1 0-159,-1-1-1,25-19 1,-20 13-37,37-35 223,-51 45-299,0 0 0,-1 0 0,1-1 0,-1 0 0,-1 0 1,1 0-1,-1 0 0,4-10 0,-4 7-21,-1-1 1,0 0-1,0 0 0,-1 0 1,0 0-1,-1 0 0,-1-20 1,1 27-5,-1 0 1,1 0 0,-1 0 0,1 1 0,-1-1 0,0 0-1,0 0 1,-1 0 0,1 1 0,0-1 0,-1 1 0,0-1-1,1 1 1,-1 0 0,0-1 0,0 1 0,-1 0 0,1 0-1,0 0 1,-1 1 0,1-1 0,-1 1 0,1-1 0,-1 1-1,0 0 1,1 0 0,-1 0 0,0 0 0,0 0 0,0 1-1,-3-1 1,3 1 0,0 0 0,0 0 0,0 1 0,0-1 0,0 1 0,0-1 0,0 1 0,0 0 0,0 0 0,0 1 0,1-1 0,-1 1 0,0-1 0,1 1 0,-1 0 0,1 0 0,0 0 0,-4 4 0,0 0 0,1 0 0,0 1 0,1 0 0,-1 0 0,1 0 0,-3 9 0,0 1 0,1 1 0,1-1 0,1 1 0,1 1 0,0-1 0,1 0 0,1 35 0,1-44 0,1 1 0,0 0 0,0 0 0,1 0 0,0 0 0,1-1 0,0 1 0,0-1 0,1 0 0,1 0 0,-1 0 0,1-1 0,1 1 0,0-1 0,0-1 0,11 12 0,-11-14 19,-1-1-1,1 0 1,0-1-1,0 1 1,1-1-1,-1 0 1,1-1 0,-1 0-1,1 0 1,0 0-1,0-1 1,0 1-1,0-2 1,0 1-1,0-1 1,0 0-1,0-1 1,11-1-1,1-2-631,-1-1 0,0 0-1,0-2 1,-1 0 0,29-16-1,-12 5-12569</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9.159"/>
    </inkml:context>
    <inkml:brush xml:id="br0">
      <inkml:brushProperty name="width" value="0.05" units="cm"/>
      <inkml:brushProperty name="height" value="0.05" units="cm"/>
    </inkml:brush>
  </inkml:definitions>
  <inkml:trace contextRef="#ctx0" brushRef="#br0">1 76 16128,'0'0'2837,"7"0"-2624,15-2-80,1-1 0,-1-1 0,0-1 0,0-1-1,30-12 1,50-14-4087,-78 27-6947</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3:59.500"/>
    </inkml:context>
    <inkml:brush xml:id="br0">
      <inkml:brushProperty name="width" value="0.05" units="cm"/>
      <inkml:brushProperty name="height" value="0.05" units="cm"/>
    </inkml:brush>
  </inkml:definitions>
  <inkml:trace contextRef="#ctx0" brushRef="#br0">1 72 14464,'0'10'1045,"1"-8"-928,-1 0 1,1 0-1,-1 0 1,1 0-1,-1-1 1,1 1-1,0 0 1,0 0-1,0-1 1,0 1-1,0-1 1,1 1-1,-1-1 1,0 1-1,1-1 1,-1 0-1,1 1 1,-1-1-1,1 0 1,-1 0-1,1 0 1,0 0 0,0-1-1,-1 1 1,1 0-1,0-1 1,0 1-1,0-1 1,0 0-1,0 1 1,0-1-1,0 0 1,0 0-1,2-1 1,10 0 112,-1 0-1,0-1 1,0-1 0,13-4 0,-10 3-31,19-6-14,-1-2 0,44-20 0,-61 25-98,14-6-2100,-17-2-6600,-7 2 2107</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1.194"/>
    </inkml:context>
    <inkml:brush xml:id="br0">
      <inkml:brushProperty name="width" value="0.05" units="cm"/>
      <inkml:brushProperty name="height" value="0.05" units="cm"/>
    </inkml:brush>
  </inkml:definitions>
  <inkml:trace contextRef="#ctx0" brushRef="#br0">1 120 13568,'0'0'5525,"2"-6"-5312,22-72 555,-23 76-743,0 0 1,1-1-1,-1 1 0,1 0 0,-1 0 1,1 0-1,0 1 0,0-1 0,-1 0 1,1 1-1,0-1 0,1 1 0,-1-1 1,0 1-1,0 0 0,1 0 0,-1 0 1,0 0-1,1 1 0,-1-1 0,4 0 1,-2 0-1,1 1 1,0-1-1,1 1 1,-1 0-1,0 0 1,0 0-1,0 1 1,0-1-1,9 4 1,-12-3-24,-1 0 0,1-1 0,-1 1 0,1 1 0,-1-1 0,0 0 0,0 0 1,1 0-1,-1 1 0,0-1 0,0 0 0,0 1 0,0-1 0,0 1 0,-1-1 0,1 1 0,0 0 0,-1-1 1,1 1-1,-1 0 0,0-1 0,1 1 0,-1 0 0,0 0 0,0-1 0,0 1 0,0 0 0,0 0 1,-1-1-1,1 1 0,-1 0 0,0 1 0,-1 7 5,-1-1 1,0 0-1,0 0 1,-7 13-1,2-6-7,-13 22 0,2 2 0,-23 70 0,41-106 7,0-1 0,0 0 0,1 0 0,-1 1 0,1-1 0,0 0-1,0 1 1,0-1 0,0 0 0,1 1 0,-1-1 0,1 0 0,1 5-1,-1-7 0,0 0-1,0 1 0,0-1 1,-1 0-1,1 0 0,0 0 1,1 0-1,-1 0 0,0 0 1,0 0-1,0 0 0,1 0 1,-1 0-1,0-1 0,1 1 1,-1 0-1,1-1 0,-1 0 1,0 1-1,1-1 0,-1 0 1,1 1-1,-1-1 0,1 0 1,-1 0-1,1 0 0,-1-1 1,1 1-1,2-1 0,13-2 97,1-2 1,23-8-1,17-5 82,-14 8-2061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1.594"/>
    </inkml:context>
    <inkml:brush xml:id="br0">
      <inkml:brushProperty name="width" value="0.05" units="cm"/>
      <inkml:brushProperty name="height" value="0.05" units="cm"/>
    </inkml:brush>
  </inkml:definitions>
  <inkml:trace contextRef="#ctx0" brushRef="#br0">56 0 16384,'0'0'127,"0"13"876,-1 0-710,-1 0 0,0 0 0,-1 0 0,0 0 0,-1 0 0,-6 12 0,-12 42-168,19-51-77,1-1-1,0 1 1,1-1 0,0 1-1,3 23 1,-1-32-7,0-1-1,0 0 0,1 0 1,0 0-1,0 1 0,0-2 1,5 9-1,-5-11-10,0 0 1,0 0-1,0 0 1,0-1-1,1 1 1,-1 0 0,1-1-1,0 0 1,0 0-1,0 0 1,0 0-1,0 0 1,0 0-1,4 0 1,-2-1 2,0 0 0,0 0 1,-1 0-1,1-1 0,0 0 1,0 0-1,0-1 0,0 1 1,-1-1-1,1 0 1,0 0-1,5-3 0,10-3 49,26-13 0,-36 15-147,1 0 0,-2-1 0,1-1 0,-1 0 0,10-8 1,3-12-6800,-16 15-2245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1.944"/>
    </inkml:context>
    <inkml:brush xml:id="br0">
      <inkml:brushProperty name="width" value="0.05" units="cm"/>
      <inkml:brushProperty name="height" value="0.05" units="cm"/>
    </inkml:brush>
  </inkml:definitions>
  <inkml:trace contextRef="#ctx0" brushRef="#br0">0 1 15744,'0'0'2559,"1"9"-1513,1 4-768,0 0 0,2 0 0,8 23 0,3 8-25,5 32 24,13 102 1,-33-175-265,1 1 0,-1-1 1,1 1-1,0 0 0,0-1 1,0 1-1,1-1 0,-1 0 1,1 1-1,0-1 0,0 0 1,0 0-1,0 0 0,0 0 1,5 4-1,-5-4-184,0-13-4615,0 2-1969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2.405"/>
    </inkml:context>
    <inkml:brush xml:id="br0">
      <inkml:brushProperty name="width" value="0.05" units="cm"/>
      <inkml:brushProperty name="height" value="0.05" units="cm"/>
    </inkml:brush>
  </inkml:definitions>
  <inkml:trace contextRef="#ctx0" brushRef="#br0">1 0 16767,'0'0'3072,"7"6"-2581,329 209 1173,-308-199-1669,-15-9-88,0 0 0,-1 1 1,0 0-1,22 20 0,-28-19-1411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2.746"/>
    </inkml:context>
    <inkml:brush xml:id="br0">
      <inkml:brushProperty name="width" value="0.05" units="cm"/>
      <inkml:brushProperty name="height" value="0.05" units="cm"/>
    </inkml:brush>
  </inkml:definitions>
  <inkml:trace contextRef="#ctx0" brushRef="#br0">277 0 17663,'0'11'406,"0"-5"-239,-1 1 1,1 0-1,-2-1 1,1 1-1,-1-1 1,0 0-1,-4 10 1,-26 43 175,6-12-149,-42 92 126,-59 179 0,118-280-320,9-38-18,0 0-1,0 0 1,0-1 0,0 1-1,0 0 1,0 0 0,0 0-1,0 0 1,1 0-1,-1 0 1,0 0 0,0 0-1,0 0 1,0 0 0,0 0-1,0 0 1,0 0 0,0 0-1,1 0 1,-1 0 0,0 0-1,0 1 1,0-1-1,0 0 1,0 0 0,0 0-1,0 0 1,0 0 0,0 0-1,1 0 1,-1 0 0,0 0-1,0 0 1,0 0-1,0 0 1,0 0 0,0 1-1,0-1 1,0 0 0,0 0-1,0 0 1,0 0 0,0 0-1,0 0 1,0 0 0,0 0-1,0 1 1,5-11-2664,0-3-8965</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3.456"/>
    </inkml:context>
    <inkml:brush xml:id="br0">
      <inkml:brushProperty name="width" value="0.05" units="cm"/>
      <inkml:brushProperty name="height" value="0.05" units="cm"/>
    </inkml:brush>
  </inkml:definitions>
  <inkml:trace contextRef="#ctx0" brushRef="#br0">167 374 16384,'0'0'789,"3"-5"-320,5-11-260,-1 0 0,-1-1 0,0 0-1,-1 0 1,-1-1 0,0 1 0,-1-1 0,0-19-1,-3 23-165,0-1-1,-1 0 1,0 0-1,-1 1 1,-1-1-1,0 1 1,-1 0-1,0 0 1,-1 0-1,-12-21 1,17 33-42,-1 1 1,0 0 0,0 0-1,0 0 1,1 0 0,-1 0-1,0 0 1,0 0-1,0 1 1,-1-1 0,1 0-1,0 0 1,0 1 0,0-1-1,0 1 1,-1-1 0,1 1-1,0-1 1,-1 1 0,1 0-1,0 0 1,-1 0-1,1 0 1,0 0 0,-1 0-1,1 0 1,0 0 0,-1 0-1,1 0 1,0 1 0,0-1-1,-1 1 1,1-1 0,0 1-1,0-1 1,-1 1-1,1 0 1,-2 1 0,-5 3 8,-1 1 0,1 1 1,-14 13-1,16-14-9,-4 3-1,0 0-1,1 2 0,0-1 0,1 1 0,-9 15 0,15-23 2,0-1 0,1 1 0,0 0 0,-1 0 0,1 0-1,0 0 1,0 0 0,1 0 0,-1 0 0,1 0 0,-1 0 0,1 0 0,0 0-1,0 0 1,1 1 0,-1-1 0,0 0 0,1 0 0,0 0 0,0 0 0,0 0 0,0 0-1,0-1 1,1 1 0,-1 0 0,1 0 0,0-1 0,0 1 0,2 2 0,2 1 43,1 0 1,0-1-1,0 0 0,0 0 1,0 0-1,1-1 1,0 0-1,16 6 1,1-3 80,43 7 1,-49-11-86,-1 0 1,1 2 0,-1 0 0,0 1 0,18 8 0,-33-13-34,-1 1-1,0-1 1,0 0 0,0 1 0,1 0 0,-2-1 0,1 1 0,0 0-1,0 0 1,0 0 0,-1 0 0,1 0 0,-1 1 0,0-1 0,1 0 0,-1 1-1,0-1 1,0 0 0,-1 1 0,1 0 0,-1-1 0,1 1 0,-1-1-1,0 1 1,0 0 0,0-1 0,0 1 0,0-1 0,0 1 0,-1 0 0,1-1-1,-1 1 1,0-1 0,0 1 0,-1 2 0,-5 9-11,0 1 1,-1-2-1,0 1 0,-17 19 1,22-29 8,-2 2 3,0 0-1,0-1 0,0 1 1,-1-1-1,1 0 0,-1-1 1,0 0-1,-1 0 1,1 0-1,-1 0 0,-7 2 1,11-5 6,1 0 1,-1-1 0,0 1 0,1-1-1,-1 0 1,1 1 0,-1-1-1,0 0 1,1-1 0,-1 1 0,1 0-1,-1-1 1,0 1 0,1-1 0,-1 0-1,1 0 1,0 0 0,-1 0 0,1 0-1,0-1 1,-1 1 0,1-1-1,0 1 1,0-1 0,0 0 0,1 0-1,-1 0 1,0 0 0,1 0 0,-1 0-1,1 0 1,-1-1 0,1 1 0,0 0-1,-1-4 1,-1-2 14,0 0 0,0-1 0,0 1-1,1-1 1,0 0 0,1 0 0,0 0 0,0-16 0,3-1 378,8-43 0,-1 16-3247,-5-1-4332,-4 34-892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4.087"/>
    </inkml:context>
    <inkml:brush xml:id="br0">
      <inkml:brushProperty name="width" value="0.05" units="cm"/>
      <inkml:brushProperty name="height" value="0.05" units="cm"/>
    </inkml:brush>
  </inkml:definitions>
  <inkml:trace contextRef="#ctx0" brushRef="#br0">0 98 17791,'0'0'790,"9"-3"-300,22-4-73,0 2 0,1 1 0,47-1 0,42-5-37,-90 6-313,12-2 38,61-15 1,-77 14-222,16-4 304,-19-4-4740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4.438"/>
    </inkml:context>
    <inkml:brush xml:id="br0">
      <inkml:brushProperty name="width" value="0.05" units="cm"/>
      <inkml:brushProperty name="height" value="0.05" units="cm"/>
    </inkml:brush>
  </inkml:definitions>
  <inkml:trace contextRef="#ctx0" brushRef="#br0">14 0 13056,'0'0'917,"-10"12"2197,9-7-2965,0-1 0,1 1 0,-1-1 0,1 0 0,-1 1 0,1-1 0,1 1 0,-1-1 0,1 1-1,-1-1 1,1 1 0,0-1 0,3 6 0,4 10-24,15 29 1,-19-41-8,23 46-182,-2 1 0,-3 1 0,19 72 0,-40-124-2647</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4.849"/>
    </inkml:context>
    <inkml:brush xml:id="br0">
      <inkml:brushProperty name="width" value="0.05" units="cm"/>
      <inkml:brushProperty name="height" value="0.05" units="cm"/>
    </inkml:brush>
  </inkml:definitions>
  <inkml:trace contextRef="#ctx0" brushRef="#br0">1 1 17151,'0'0'2560,"0"6"-2197,0 126 554,5-90-828,2 1 0,1-1 0,3 0 0,1 0 0,31 68 0,-38-101-758,-3-5-1876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5.460"/>
    </inkml:context>
    <inkml:brush xml:id="br0">
      <inkml:brushProperty name="width" value="0.05" units="cm"/>
      <inkml:brushProperty name="height" value="0.05" units="cm"/>
    </inkml:brush>
  </inkml:definitions>
  <inkml:trace contextRef="#ctx0" brushRef="#br0">67 1 17151,'0'0'1259,"-2"4"-1110,-11 29-85,2-1 0,0 2 0,3-1 0,1 1 0,1 1 0,2-1 0,1 1 0,2 0 0,1-1 0,2 1 0,1 0 0,2-1 0,14 51 0,-15-71 15,1-1-1,0 0 0,1 0 1,0-1-1,1 1 0,1-1 0,0-1 1,9 12-1,-11-17-32,0 0-1,0-1 0,0 1 1,0-1-1,1 0 1,0-1-1,0 0 1,0 0-1,1 0 1,-1-1-1,1 0 1,0 0-1,0-1 1,16 2-1,1-3 15,-1-1 0,1-1 0,-1-1 1,1-2-1,-1 0 0,0-1 0,-1-2 0,1 0 0,-1-2 0,36-18 0,-53 23-1805,1 0 0,-1 0 0,0 0 0,9-10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5.961"/>
    </inkml:context>
    <inkml:brush xml:id="br0">
      <inkml:brushProperty name="width" value="0.05" units="cm"/>
      <inkml:brushProperty name="height" value="0.05" units="cm"/>
    </inkml:brush>
  </inkml:definitions>
  <inkml:trace contextRef="#ctx0" brushRef="#br0">80 203 17919,'31'189'128,"13"-19"-21,-45-167-86,-2-7-11,-5-9 44,-42-77 1047,28 54-680,-23-54-1,40 77-346,0 0-1,1 0 1,0 0-1,2 0 0,-1-1 1,2 1-1,-1-1 1,2-20-1,1 27-60,1 1 1,-1-1-1,1 1 1,0 0-1,1 0 1,0 0-1,0 0 1,0 0-1,0 0 0,1 1 1,0-1-1,0 1 1,1 0-1,-1 1 1,1-1-1,0 1 0,0 0 1,8-5-1,6-3-205,1 0 1,0 2-1,0 0 0,23-7 0,5 1-7445,-27 10-128</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6.312"/>
    </inkml:context>
    <inkml:brush xml:id="br0">
      <inkml:brushProperty name="width" value="0.05" units="cm"/>
      <inkml:brushProperty name="height" value="0.05" units="cm"/>
    </inkml:brush>
  </inkml:definitions>
  <inkml:trace contextRef="#ctx0" brushRef="#br0">0 46 15104,'0'0'0,"15"-8"0,6 3 0,0-3 0,-1-5-128,3 7 128,-3 1-3328,-5 9 0,0-3-1664</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6.662"/>
    </inkml:context>
    <inkml:brush xml:id="br0">
      <inkml:brushProperty name="width" value="0.05" units="cm"/>
      <inkml:brushProperty name="height" value="0.05" units="cm"/>
    </inkml:brush>
  </inkml:definitions>
  <inkml:trace contextRef="#ctx0" brushRef="#br0">0 506 12928,'0'0'1408,"0"5"-640,8-5 0,5 0-384,8-5 127,9-3-255,-6 3 0,-3-1-128,1 0 0,6 3 0,-7-3 0,-4-1-768,-2-7 128,0 3-11391</inkml:trace>
  <inkml:trace contextRef="#ctx0" brushRef="#br0" timeOffset="1">284 1 16256,'0'0'128,"0"7"-1,0 5 257,0 3 0,0 5 128,2 7 128,5 8-128,1 3 0,7 5-256,-6-2 128,1-1-256,-1-3 128,2 5-4096,-5-16 1,0 0-4353</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7.673"/>
    </inkml:context>
    <inkml:brush xml:id="br0">
      <inkml:brushProperty name="width" value="0.05" units="cm"/>
      <inkml:brushProperty name="height" value="0.05" units="cm"/>
    </inkml:brush>
  </inkml:definitions>
  <inkml:trace contextRef="#ctx0" brushRef="#br0">0 216 16767,'2'-2'150,"5"-5"-67,-1 0-1,2 1 1,-1-1 0,1 2 0,0-1 0,0 1 0,1 0-1,-1 0 1,1 1 0,0 0 0,1 1 0,-1 0 0,0 1-1,1 0 1,0 0 0,12 0 0,11-1-41,59-11 1,-91 14-54,0 0 0,0 0 0,0-1 0,0 1 0,1 0 0,-1-1 0,0 1 0,0 0 0,0-1 0,0 1 0,0-1 0,0 0 0,0 1 0,0-1 0,0 0 0,0 0 0,-1 1 0,1-1 0,0 0 0,0 0 0,-1 0 0,1 0 0,-1 0 0,1 0 0,0 0 0,-1 0 0,0 0 0,1 0 0,-1 0 0,0-1 0,0 1 0,1-2 0,0-4 317,2 12 375,2 14 402,-3 28-703,-2-24-323,1 1 1,1-1-1,1 1 1,1-1 0,9 30-1,-11-47-35,-1-5-22,0 1 0,-1 0 0,1 0 0,-1 0 0,1-1 0,-1 1 0,0 0 0,0 0-1,0 0 1,0 0 0,0 2 0,-5-40 43,3 28-31,0 0 0,1 0 0,0 0 1,0-1-1,1 1 0,1-10 0,4-12 4,-1-1 54,2 1 1,9-31-1,-13 54-58,1 0-1,0 0 0,0 0 0,0 1 0,1-1 1,0 1-1,0 0 0,0 0 0,1 0 0,0 0 1,0 1-1,1 0 0,11-9 0,-16 13-6,0 0-1,1 0 1,-1 0 0,1 0-1,-1 1 1,1-1-1,-1 0 1,1 1-1,0-1 1,-1 1-1,1-1 1,0 1-1,0 0 1,-1 0-1,1 0 1,0 0 0,0 0-1,-1 0 1,1 0-1,0 1 1,-1-1-1,1 0 1,0 1-1,-1 0 1,1-1-1,0 1 1,-1 0 0,1 0-1,-1 0 1,0 0-1,1 0 1,-1 0-1,0 0 1,1 0-1,-1 1 1,0-1-1,0 0 1,0 1 0,0-1-1,0 1 1,1 2-1,0 3 39,1-1 0,-1 0 0,0 1-1,0 0 1,-1 0 0,0-1 0,0 1-1,0 0 1,-1 11 0,-2-2 22,-1 0 0,-8 27 0,7-30-99,0 1-1,1 0 0,1 0 0,-1 19 0,2-32-19,1 1 0,0-1 0,0 1-1,0 0 1,0-1 0,0 1 0,0-1-1,1 1 1,-1-1 0,1 1 0,-1-1 0,1 1-1,-1-1 1,1 1 0,0-1 0,-1 1-1,1-1 1,0 0 0,0 0 0,2 2-1,-2-3-3,0 1 0,0-1 0,1 0-1,-1 0 1,0 0 0,1 0-1,-1 0 1,0 0 0,0-1-1,1 1 1,-1 0 0,0-1-1,0 1 1,0-1 0,1 1-1,-1-1 1,0 1 0,0-1-1,0 0 1,0 0 0,0 1-1,0-1 1,1-2 0,21-16-202,34-36 0,-48 44 361,0 0 0,-1 0-1,0 0 1,-1-1 0,11-25 0,-21 48 65,0-1 1,0 1-1,1 0 1,0-1-1,1 1 0,0 0 1,1 0-1,1 0 1,1 16-1,-2-26-157,1 1 0,-1 0 0,1-1 0,-1 1 1,1 0-1,0-1 0,0 1 0,0-1 0,0 1 0,0-1 0,0 0 0,0 1 0,0-1 0,0 0 1,2 2-1,-2-3-9,-1 0 0,1 1 0,0-1 0,0 0 0,-1 0 0,1 0 0,0 0 0,0 0 1,-1 1-1,1-1 0,0-1 0,0 1 0,-1 0 0,1 0 0,0 0 0,0 0 0,-1 0 0,1-1 1,0 1-1,-1 0 0,1-1 0,0 1 0,-1 0 0,1-1 0,0 1 0,-1-1 0,1 1 0,-1-1 1,1 1-1,-1-1 0,1 0 0,-1 1 0,1-1 0,-1 1 0,0-1 0,1-1 0,8-12 59,-1 0-1,-1-1 0,0 0 0,-1 0 0,-1-1 0,0 0 1,-1 0-1,-1 0 0,0 0 0,0-31 0,14 64 220,20 39-8,0 1-770,-32-51-493,0-1 0,0 1-1,11 8 1,-1-3-11337</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8.454"/>
    </inkml:context>
    <inkml:brush xml:id="br0">
      <inkml:brushProperty name="width" value="0.05" units="cm"/>
      <inkml:brushProperty name="height" value="0.05" units="cm"/>
    </inkml:brush>
  </inkml:definitions>
  <inkml:trace contextRef="#ctx0" brushRef="#br0">1 1 17023,'0'0'2710,"1"6"-2284,6 73-116,-4 1 1,-6 82-1,0-19-46,3-138-253,0-2 2,0 0 0,0-1 0,0 1 0,0 0 0,1 0 0,-1 0 0,1-1 0,1 4 0,16-38 286,42-61 257,-7 12-152,-47 71-384,1-3 25,2-1 1,14-18 0,-21 30-40,-1 0 1,1 0 0,0 0 0,0 0 0,-1 0-1,1 1 1,0-1 0,0 1 0,1-1 0,-1 1-1,0 0 1,0 0 0,1 0 0,-1 0-1,1 0 1,-1 0 0,1 1 0,-1-1 0,1 1-1,-1 0 1,1-1 0,-1 1 0,4 1 0,-5 0-5,1-1 1,0 1-1,-1 0 1,1 1-1,-1-1 1,1 0 0,-1 0-1,0 1 1,1-1-1,-1 0 1,0 1-1,0 0 1,0-1 0,0 1-1,0-1 1,0 1-1,-1 0 1,1 0-1,0 0 1,-1-1 0,0 1-1,1 0 1,-1 0-1,0 0 1,0 0-1,0 2 1,0 4 4,0 1 1,0-1-1,-1 0 1,-2 13-1,0-12-115,0 0-1,0 0 0,-1 0 0,0-1 0,-1 1 1,1-1-1,-2 0 0,1 0 0,-9 9 0,-1-2-579,0-1 0,-1 0 0,-18 12 0,10-12-3877,-1-2-4949</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8.795"/>
    </inkml:context>
    <inkml:brush xml:id="br0">
      <inkml:brushProperty name="width" value="0.05" units="cm"/>
      <inkml:brushProperty name="height" value="0.05" units="cm"/>
    </inkml:brush>
  </inkml:definitions>
  <inkml:trace contextRef="#ctx0" brushRef="#br0">0 1 16256,'0'0'383,"0"18"1,4 11 256,1-3 128,1 4-256,3 2 128,-1 3-384,5 3 0,2 1-128,-5-3 128,-3-4-256,1-9 128,-7-3-256,5-10 0,2-7-4479,-12-18 127,0 0-2432</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9.145"/>
    </inkml:context>
    <inkml:brush xml:id="br0">
      <inkml:brushProperty name="width" value="0.05" units="cm"/>
      <inkml:brushProperty name="height" value="0.05" units="cm"/>
    </inkml:brush>
  </inkml:definitions>
  <inkml:trace contextRef="#ctx0" brushRef="#br0">19 4 15744,'0'0'384,"-11"-4"-128,4 16-256,14-3 127,4 6-1022,4-4-1,0 2-9472</inkml:trace>
  <inkml:trace contextRef="#ctx0" brushRef="#br0" timeOffset="1">282 40 16256,'4'14'1173,"12"78"1405,-2-14-1978,0-28-419,2-1-1,32 64 0,-26-61-209,-20-49-276,6 20 49,-5-7-6990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9.496"/>
    </inkml:context>
    <inkml:brush xml:id="br0">
      <inkml:brushProperty name="width" value="0.05" units="cm"/>
      <inkml:brushProperty name="height" value="0.05" units="cm"/>
    </inkml:brush>
  </inkml:definitions>
  <inkml:trace contextRef="#ctx0" brushRef="#br0">65 166 6016,'-2'-3'1045,"-54"-73"8789,55 76-9820,1-1-1,-1 0 0,0 0 0,1 0 1,-1 0-1,1 0 0,-1 1 0,1-1 1,-1 0-1,1 0 0,0 0 0,0 0 1,-1 0-1,1 0 0,0 0 0,0-1 1,0 1-1,0 0 0,0 0 0,0 0 0,1 0 1,-1 0-1,0 0 0,0 0 0,1-1 1,0 0 15,1 0 0,-1 0 1,0 1-1,1-1 0,0 0 1,-1 1-1,1-1 1,0 1-1,0-1 0,-1 1 1,4-1-1,4-3 58,0 1 0,0 0-1,1 1 1,12-3 0,-4 2-300,0 1-1,31-1 1,-48 4-456,0 0-1,0 0 1,0 0-1,1 0 1,-1 0-1,0-1 1,0 1-1,0 0 0,0-1 1,0 1-1,0 0 1,2-2-1,4-2-4172</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09.857"/>
    </inkml:context>
    <inkml:brush xml:id="br0">
      <inkml:brushProperty name="width" value="0.05" units="cm"/>
      <inkml:brushProperty name="height" value="0.05" units="cm"/>
    </inkml:brush>
  </inkml:definitions>
  <inkml:trace contextRef="#ctx0" brushRef="#br0">1 1 21631,'0'0'128,"5"7"22,64 76 444,24 30 98,-76-88-495,0-1 0,25 54 0,-30-52-142,-2 1 0,0 1 0,-2-1-1,-1 1 1,-2 1 0,0-1 0,-2 1 0,-1 0 0,-2 0-1,0 0 1,-2-1 0,-1 1 0,-10 38 0,8-49-60,-2-1 1,0 0-1,0 0 1,-2-1-1,0 0 0,-1-1 1,-1 0-1,0 0 1,-1-1-1,0 0 1,-1-1-1,-1-1 0,-21 16 1,31-26-792,0 1-1,0-1 1,0 0-1,-1 0 1,-8 3-1,-5 1-12642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6.308"/>
    </inkml:context>
    <inkml:brush xml:id="br0">
      <inkml:brushProperty name="width" value="0.05" units="cm"/>
      <inkml:brushProperty name="height" value="0.05" units="cm"/>
    </inkml:brush>
  </inkml:definitions>
  <inkml:trace contextRef="#ctx0" brushRef="#br0">0 337 16128,'0'0'277,"7"-3"85,90-45 737,154-53 0,-71 41-470,284-55 0,-428 107-277,-29 6-152,-24 5-112,14-2-100,-10 1-2316,-1 0 0,-21 1-1,15-3-6673</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6.709"/>
    </inkml:context>
    <inkml:brush xml:id="br0">
      <inkml:brushProperty name="width" value="0.05" units="cm"/>
      <inkml:brushProperty name="height" value="0.05" units="cm"/>
    </inkml:brush>
  </inkml:definitions>
  <inkml:trace contextRef="#ctx0" brushRef="#br0">21 1 14720,'0'5'384,"-5"41"252,2-27-156,0 0 1,2 1 0,0-1 0,3 30 0,-1-45-398,-1 1 0,1-1 0,0 1 1,0-1-1,1 0 0,-1 0 0,1 1 1,0-1-1,0 0 0,1-1 1,-1 1-1,1 0 0,0-1 0,-1 1 1,2-1-1,-1 0 0,0 0 1,1 0-1,-1 0 0,1-1 0,0 0 1,0 1-1,0-1 0,0-1 0,6 3 1,5-1 30,1 0 1,0-1 0,0 0-1,0-2 1,1 0 0,-1 0-1,0-2 1,23-4 0,-11 2 26,-23 3-122,1 1 1,-1 0-1,0 0 0,1 0 0,9 2 1,-13-1-13,0-1 0,0 1 1,0-1-1,0 1 0,0 0 1,0 0-1,0 0 1,-1 0-1,1 0 0,0 0 1,-1 0-1,1 1 1,-1-1-1,1 0 0,-1 1 1,0-1-1,1 1 1,0 2-1,-2-2 6,0-1 1,0 1-1,0 0 1,0-1-1,-1 1 1,1 0-1,0 0 0,-1-1 1,0 1-1,1-1 1,-1 1-1,0 0 0,0-1 1,0 0-1,0 1 1,0-1-1,0 1 1,0-1-1,-1 1 0,1 0-4,-78 95 321,-58 81-126,108-137-518,-24 39 425,22-22-7332,22-38-2656</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7.652"/>
    </inkml:context>
    <inkml:brush xml:id="br0">
      <inkml:brushProperty name="width" value="0.05" units="cm"/>
      <inkml:brushProperty name="height" value="0.05" units="cm"/>
    </inkml:brush>
  </inkml:definitions>
  <inkml:trace contextRef="#ctx0" brushRef="#br0">100 677 14464,'0'0'256,"-7"3"42,-18 9 72,13-5-20,-1-1 0,0-1 1,-16 5-1,41-20 268,155-83 170,12-7-296,-35 7-140,4 7 0,3 7 0,186-70 0,-281 128-276,179-61 211,-222 79-285,1 0 175,-20 15 28,0-6-184,-2 0-21,-3 7-60,11-11-8,-1-1-401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38.032"/>
    </inkml:context>
    <inkml:brush xml:id="br0">
      <inkml:brushProperty name="width" value="0.05" units="cm"/>
      <inkml:brushProperty name="height" value="0.05" units="cm"/>
    </inkml:brush>
  </inkml:definitions>
  <inkml:trace contextRef="#ctx0" brushRef="#br0">5 4 14080,'0'0'2176,"-5"-3"789,36 23-1783,53 39-466,-79-55-693,0-1 0,-1 0-1,1 0 1,1 0 0,-1-1-1,0 0 1,1 0 0,-1 0-1,1 0 1,-1-1 0,1 0-1,0 0 1,0-1 0,0 1-1,10-2 1,0 0 20,0 0-1,0-1 1,0-1 0,0 0-1,-1-1 1,0-1 0,1 0-1,13-8 1,-29 13-42,0 0 1,0 0-1,0 1 0,0-1 1,0 0-1,0 0 0,0 0 1,-1 1-1,1-1 1,0 0-1,0 0 0,1 1 1,-1-1-1,0 0 0,0 0 1,0 0-1,0 1 0,0-1 1,0 0-1,0 0 0,0 0 1,0 1-1,0-1 0,0 0 1,1 0-1,-1 0 1,0 0-1,0 1 0,0-1 1,0 0-1,0 0 0,1 0 1,-1 0-1,0 0 0,0 0 1,0 1-1,1-1 0,-1 0 1,0 0-1,0 0 0,0 0 1,1 0-1,-1 0 1,0 0-1,0 0 0,0 0 1,1 0-1,-1 0 0,0 0 1,0 0-1,0 0 0,1 0 1,-1 0-1,0 0 0,0 0 1,0-1-1,1 1 1,-1 0-1,0 0 0,0 0 1,0 0-1,1 0 0,-1 0 1,0-1-1,0 1 0,0 0 1,-10 20 56,-92 141 183,30-52-1079,9-3-7844,36-57 810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7.485"/>
    </inkml:context>
    <inkml:brush xml:id="br0">
      <inkml:brushProperty name="width" value="0.05" units="cm"/>
      <inkml:brushProperty name="height" value="0.05" units="cm"/>
    </inkml:brush>
  </inkml:definitions>
  <inkml:trace contextRef="#ctx0" brushRef="#br0">1 0 23679,'0'0'128</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8.287"/>
    </inkml:context>
    <inkml:brush xml:id="br0">
      <inkml:brushProperty name="width" value="0.05" units="cm"/>
      <inkml:brushProperty name="height" value="0.05" units="cm"/>
    </inkml:brush>
  </inkml:definitions>
  <inkml:trace contextRef="#ctx0" brushRef="#br0">73 0 14720,'0'0'5375,"-2"9"-5247,-4 17-46,1 1 0,2 0 0,0 0-1,2 0 1,2 31 0,18 41 25,4 33 319,-21-122-170,-1-15 103,-3-21-78,-35-89 79,23 78-274,2-1 0,1-1 0,2 1 0,-5-54 0,14 72-52,4 29 1,3 35 2,-4-27-37,21 134 0,-19-126 0,2 1 0,1-1 0,20 43 0,-28-67 0,0-1 0,0 1 0,1 0 0,-1-1 0,0 1 0,1 0 0,-1-1 0,1 1 0,-1 0 0,1-1 0,-1 1 0,1-1 0,-1 1 0,1-1 0,-1 1 0,1-1 0,0 1 0,-1-1 0,1 0 0,1 1 0,-2-1 0,1 0 0,-1 0 0,1-1 0,-1 1 0,1 0 0,-1 0 0,1-1 0,-1 1 0,0 0 0,1-1 0,-1 1 0,0 0 0,1-1 0,-1 1 0,0-1 0,0 1 0,1 0 0,-1-1 0,0 1 0,0-1 0,1 1 0,-1-2 0,7-33 0,-6 33 0,1-24-548,0 0 0,-1 0 0,-6-51 0,2 58-263,-1 0 0,0 0-1,-1 0 1,-1 0-1,-1 1 1,-10-18 0,8 18-9109</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9.138"/>
    </inkml:context>
    <inkml:brush xml:id="br0">
      <inkml:brushProperty name="width" value="0.05" units="cm"/>
      <inkml:brushProperty name="height" value="0.05" units="cm"/>
    </inkml:brush>
  </inkml:definitions>
  <inkml:trace contextRef="#ctx0" brushRef="#br0">268 150 18047,'0'0'896,"-2"-6"-640,-2-7-123,-3-12 470,-1 0 0,-24-46 0,32 70-588,-1 1-1,1-1 1,-1 0 0,1 1 0,-1-1 0,1 1 0,-1-1 0,1 1 0,-1-1 0,0 1 0,1-1-1,-1 1 1,0-1 0,0 1 0,1 0 0,-1 0 0,0-1 0,0 1 0,0 0 0,1 0 0,-1 0-1,0 0 1,0 0 0,0 0 0,1 0 0,-2 0 0,-1 1-2,0-1 0,1 1-1,-1 0 1,0 0 0,1 0 0,-1 1 0,1-1-1,-3 2 1,-6 6 9,-1 0-1,-12 14 0,22-21-5,-11 13 15,-1 0 0,2 1 0,0 1 0,-17 33 0,22-38-16,1 1 0,1 0 1,0 1-1,0-1 0,2 1 1,0 0-1,-3 26 0,6-37-15,0-1 0,0 0 0,0 0 0,0 1 0,0-1 0,0 0 0,1 0 0,-1 0 0,1 0 0,-1 1 0,1-1 0,0 0 0,0 0 0,0 0 0,0 0 0,0-1 0,0 1 0,1 0 0,-1 0 0,1-1 0,-1 1 0,1-1 0,0 1 0,1 0 0,0 0 0,0-1 0,0 0 0,0 0 0,1-1 0,-1 1 0,0-1 0,0 0 0,0 1 0,1-1 0,-1-1 0,0 1 0,0 0 0,0-1 0,1 0 0,-1 1 0,5-3 0,18-8 0,-1 0 0,0-1 0,0-2 0,-2-1 0,0 0 0,0-2 0,-2 0 0,27-28 0,-45 42 11,-1 0-1,0 0 0,1-1 0,-1 1 0,0 0 1,-1-1-1,1 1 0,-1-1 0,0 0 1,1 1-1,-1-5 0,-1 7-6,1 0-1,-1 0 1,0 0-1,0 0 1,0 0-1,0 0 1,0 0-1,0 0 1,0 0-1,0 0 1,-1 0-1,1 0 1,0 0-1,-1 0 1,1 0-1,0 0 1,-1 0-1,1 0 1,-1 0-1,1 0 1,-1 1-1,0-1 1,1 0-1,-1 0 1,0 1-1,0-1 1,1 1-1,-1-1 1,0 0-1,0 1 1,0-1-1,0 1 1,0 0 0,0-1-1,0 1 1,0 0-1,0 0 1,0-1-1,0 1 1,0 0-1,0 0 1,0 0-1,-2 0 1,-6 0 45,7 0-32,-1 0 0,1-1 0,-1 1-1,1 1 1,-1-1 0,1 0 0,0 1 0,-1-1 0,1 1-1,-4 1 1,6-1-15,0-1-1,0 1 1,0 0-1,0 0 0,0 0 1,0-1-1,0 1 1,0 0-1,0 0 1,1-1-1,-1 1 1,0 0-1,0 0 0,1-1 1,-1 1-1,0 0 1,1-1-1,-1 1 1,1 0-1,-1-1 0,1 1 1,-1-1-1,1 1 1,0-1-1,0 1 1,18 20 67,-1-3-64,-1 1 1,-1 0-1,0 1 0,15 28 1,-22-33-7,-1 1 0,0 0 0,-1 0 1,-1 1-1,-1 0 0,7 34 0,-11-43 7,-1 0 1,0 0-1,0 0 0,-1-1 0,0 1 0,-1 0 0,1-1 1,-1 1-1,-1-1 0,0 1 0,0-1 0,-7 12 0,5-10-7,-1-1-1,0 1 1,0-1-1,-1 0 0,0-1 1,-1 0-1,0 0 1,0 0-1,-9 5 0,15-11-166,1 1 0,-1-1-1,0-1 1,1 1 0,-1 0-1,0 0 1,1-1 0,-1 1-1,0-1 1,0 1 0,0-1-1,-3 1 1,1-7-3241,7-8-295,7-7-4722</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19.639"/>
    </inkml:context>
    <inkml:brush xml:id="br0">
      <inkml:brushProperty name="width" value="0.05" units="cm"/>
      <inkml:brushProperty name="height" value="0.05" units="cm"/>
    </inkml:brush>
  </inkml:definitions>
  <inkml:trace contextRef="#ctx0" brushRef="#br0">23 259 17151,'0'0'256,"-2"0"-115,1 0 0,-1 0 0,0-1 0,0 1-1,0-1 1,1 0 0,-1 0 0,0 1 0,-2-3-1,4 0-48,-1-1-1,0 1 1,1-1-1,-1 1 1,1-1-1,0 1 0,0-1 1,1 1-1,0-5 1,8-36 507,-7 37-427,3-17 368,14-34 0,-17 52-477,0 0 0,1 0 0,0 1-1,0-1 1,1 1 0,0-1-1,0 1 1,0 0 0,0 0 0,10-7-1,-11 10-49,0 0 0,0 1 0,1-1 0,-1 1 0,1 0 0,-1 0 0,1 0 0,-1 1 0,1-1 0,-1 1-1,1 0 1,0 0 0,-1 0 0,1 0 0,0 1 0,-1-1 0,1 1 0,-1 0 0,1 0 0,-1 0 0,6 3 0,-5-2-10,-1-1 1,0 1 0,1 0-1,-1 0 1,0 0 0,0 1 0,0-1-1,0 1 1,-1 0 0,1-1 0,-1 1-1,1 0 1,-1 1 0,0-1 0,0 0-1,-1 1 1,1-1 0,-1 1 0,1-1-1,0 6 1,-1 6-44,0-1 1,-2 1-1,1 0 1,-2 0-1,0-1 0,0 1 1,-6 15-1,-3 5-36,-26 56 0,-34 41-25,13-28 52,57-103 51,1 0 0,-1 0 0,1 0 0,-1 0 0,1 0 0,-1 0 0,1 0 0,0 0 0,-1 0 0,1 1 0,0-1 1,0 0-1,0 0 0,0 0 0,0 0 0,0 0 0,0 0 0,0 0 0,1 0 0,-1 2 0,1-2 2,-1-1 1,1 1-1,0-1 1,-1 1 0,1-1-1,0 1 1,-1-1-1,1 0 1,0 1 0,-1-1-1,1 0 1,0 1-1,0-1 1,0 0-1,-1 0 1,1 0 0,0 0-1,0 0 1,0 0-1,-1 0 1,2 0 0,6-1 39,0 0 0,1-1 0,-1 0 1,8-3-1,-11 4-25,415-131 109,-391 121-2827,-1-2-9641,-16 8 8820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0.020"/>
    </inkml:context>
    <inkml:brush xml:id="br0">
      <inkml:brushProperty name="width" value="0.05" units="cm"/>
      <inkml:brushProperty name="height" value="0.05" units="cm"/>
    </inkml:brush>
  </inkml:definitions>
  <inkml:trace contextRef="#ctx0" brushRef="#br0">0 257 16895,'0'0'1024,"10"-4"-512,5-1 128,6-5-256,5-6 128,4-9-384,9-1 128,3 0-128,5-4 128,3-2-256,-5 5 0,-5 7-2176,-10 3 1,0-2-9089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0.361"/>
    </inkml:context>
    <inkml:brush xml:id="br0">
      <inkml:brushProperty name="width" value="0.05" units="cm"/>
      <inkml:brushProperty name="height" value="0.05" units="cm"/>
    </inkml:brush>
  </inkml:definitions>
  <inkml:trace contextRef="#ctx0" brushRef="#br0">8 1 19711,'0'0'150,"-1"1"127,0 1-208,0 0 0,0-1 0,0 1 0,1-1-1,-1 1 1,1 0 0,-1 0 0,1-1 0,-1 1 0,1 0 0,0 0-1,0 0 1,0-1 0,0 1 0,0 0 0,1 0 0,-1 1 0,12 39 551,-5-19-347,19 109 425,13 45-222,-12-59 37,-18-67-2655,0 4-6938,-5-34 1208</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0.742"/>
    </inkml:context>
    <inkml:brush xml:id="br0">
      <inkml:brushProperty name="width" value="0.05" units="cm"/>
      <inkml:brushProperty name="height" value="0.05" units="cm"/>
    </inkml:brush>
  </inkml:definitions>
  <inkml:trace contextRef="#ctx0" brushRef="#br0">0 0 19071,'1'2'384,"7"11"-2,0 0-1,-1 0 0,-1 1 1,0-1-1,-1 2 0,0-1 1,5 29-1,-2 67-85,5 35-97,-9-121-140,1 0 0,1-1 0,1 0-1,10 24 1,-11-39 93,-1-1-1166</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1.092"/>
    </inkml:context>
    <inkml:brush xml:id="br0">
      <inkml:brushProperty name="width" value="0.05" units="cm"/>
      <inkml:brushProperty name="height" value="0.05" units="cm"/>
    </inkml:brush>
  </inkml:definitions>
  <inkml:trace contextRef="#ctx0" brushRef="#br0">0 171 16511,'0'0'4224,"75"-36"-4096,-33 14 0,7-2-128,-8-1 0,0 3-4607,-7 1-1,-2 0-2688</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1.463"/>
    </inkml:context>
    <inkml:brush xml:id="br0">
      <inkml:brushProperty name="width" value="0.05" units="cm"/>
      <inkml:brushProperty name="height" value="0.05" units="cm"/>
    </inkml:brush>
  </inkml:definitions>
  <inkml:trace contextRef="#ctx0" brushRef="#br0">0 197 16639,'0'0'384,"6"0"128,0-4 128,14-7 0,10-6 256,4-1 0,6-3-512,3 0 0,8 1-256,-6 3 128,-6 0-256,-5 2 128,-8 2-512,-5 5 0,-6-1-2560,-6 3 129</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1.803"/>
    </inkml:context>
    <inkml:brush xml:id="br0">
      <inkml:brushProperty name="width" value="0.05" units="cm"/>
      <inkml:brushProperty name="height" value="0.05" units="cm"/>
    </inkml:brush>
  </inkml:definitions>
  <inkml:trace contextRef="#ctx0" brushRef="#br0">15 1 16767,'-6'17'1686,"3"-3"-1383,1 1-1,0 0 1,1 0 0,0 0 0,2 1-1,1 16 1,21 89-18,-19-103-151,6 14 7,0 1 0,29 56 0,-26-62-49,-1 1-1,-2 0 1,15 56 0,-22-70-1186,-3-26-4929,0 2 2559,0-5-3128</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2.204"/>
    </inkml:context>
    <inkml:brush xml:id="br0">
      <inkml:brushProperty name="width" value="0.05" units="cm"/>
      <inkml:brushProperty name="height" value="0.05" units="cm"/>
    </inkml:brush>
  </inkml:definitions>
  <inkml:trace contextRef="#ctx0" brushRef="#br0">185 80 19199,'-1'2'256,"-12"45"479,9-29-476,-2 1 0,0-1 0,-11 23 0,16-39-259,0-1 1,0 1-1,-1-1 1,1 0-1,-1 1 1,1-1-1,-1 0 1,0 0-1,1 0 1,-1 0-1,0 0 0,0 0 1,1 0-1,-1-1 1,0 1-1,0-1 1,0 1-1,0-1 1,0 0-1,0 1 1,0-1-1,0 0 0,0-1 1,0 1-1,0 0 1,0 0-1,0-1 1,0 1-1,0-1 1,0 0-1,-1-1 0,-3 1 12,1-2-1,-1 1 1,1-1-1,0 1 0,0-2 1,0 1-1,0 0 0,1-1 1,-7-6-1,8 6-1,0-1 1,0-1-1,1 1 1,0 0-1,0 0 0,0-1 1,0 0-1,1 1 1,0-1-1,0 0 1,0 1-1,1-1 0,0 0 1,0 0-1,1 1 1,-1-1-1,1 0 0,0 0 1,1 1-1,3-10 1,-4 11-4,1-1 0,-1 1-1,1 0 1,0 0 0,0 0 0,1 0 0,-1 0 0,1 0 0,0 0 0,0 1 0,0-1 0,0 1 0,1 0-1,-1 0 1,1 1 0,0-1 0,0 0 0,0 1 0,0 0 0,0 0 0,0 1 0,1-1 0,-1 1 0,1 0 0,-1 0-1,8-1 1,-4 3-7,-1 0 0,0 0 0,0 0 0,0 1 0,0 0 0,-1 0 0,1 1 0,0 0 0,-1 0 0,0 1 0,0 0 0,0 0 0,0 0 0,0 1 0,-1-1 0,0 1 0,0 1 0,0-1 0,5 10 0,2 2 0,-1 0 0,-1 1 0,0 1 0,-2-1 0,11 34 0,-16-45 5,-1 1 0,-1-1 0,1 1 0,-1 0 0,-1 0 0,1-1 0,-1 1 0,-1 0 0,1 0 0,-1 0-1,-1-1 1,-4 15 0,2-9 4,-2-1 1,0 0-1,-1 0 0,0-1 0,0 1 0,-14 14 0,-7 11-486,18-23-1255,0-1-1,-24 23 1</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3.055"/>
    </inkml:context>
    <inkml:brush xml:id="br0">
      <inkml:brushProperty name="width" value="0.05" units="cm"/>
      <inkml:brushProperty name="height" value="0.05" units="cm"/>
    </inkml:brush>
  </inkml:definitions>
  <inkml:trace contextRef="#ctx0" brushRef="#br0">19 191 13696,'0'0'5503,"-2"-7"-5140,-1 1-315,1 0 0,0 0 0,1 0 0,-1 0 0,1 0 0,0 0 0,1-1 0,-1 1 0,1 0 0,1 0 0,-1-1 0,1 1 0,0 0 0,0 0 0,4-10 0,-2 9-26,1 0 0,0 0 0,1 1 0,-1 0 1,1-1-1,11-9 0,-15 14-18,1 0 0,0 1 1,-1-1-1,1 1 1,0-1-1,0 1 0,0 0 1,0-1-1,0 1 1,0 0-1,0 1 0,0-1 1,0 0-1,1 1 0,-1-1 1,0 1-1,0-1 1,1 1-1,-1 0 0,0 0 1,1 0-1,-1 0 0,0 1 1,0-1-1,1 1 1,-1-1-1,3 2 0,-3 0-4,0-1 0,0 1 0,0 0 0,0-1 0,-1 1 0,1 0 0,-1 0 0,1 0 0,-1 1 0,0-1 0,0 0 0,0 0 0,0 1 0,0-1 0,0 0 0,-1 1 0,1 2 0,0 4 0,0 0 0,0 0 0,-1 14 0,-1-12 0,0 0-1,-1-1 1,0 1-1,-1-1 0,0 1 1,-1-1-1,0 0 1,-7 13-1,-4 1 10,0-1 0,-19 22 0,34-44-1,-1-1 1,0 1-1,1-1 1,-1 1-1,1-1 1,0 1-1,-1-1 1,1 1-1,-1 0 1,1-1-1,0 1 1,-1 0-1,1-1 1,0 1 0,0 0-1,0-1 1,0 1-1,-1 0 1,1 0-1,0-1 1,0 1-1,0 0 1,0 0-1,1-1 1,-1 2-1,1-1-1,-1-1-1,1 1 1,0-1-1,-1 1 1,1-1-1,0 0 1,0 1-1,-1-1 0,1 0 1,0 0-1,0 0 1,0 1-1,-1-1 1,1 0-1,0 0 1,0 0-1,0 0 1,1-1-1,40-8 119,-22 3-31,1 0 0,40-5 1,-52 10-67,1 0-1,-1 1 1,1 0 0,-1 1 0,1 0 0,-1 0 0,1 1-1,17 6 1,-26-8-26,1 1 0,-1-1 0,1 1 0,-1 0 0,0-1 1,1 1-1,-1 0 0,0 0 0,1 0 0,-1 0 0,0 0 0,0 0 0,0 0 0,0 0 0,0 1 0,0-1 0,0 0 0,0 1 0,0-1 0,-1 1 0,1-1 0,-1 0 0,1 1 0,0 1 0,-1 0 6,0-1 0,-1 1 1,1-1-1,-1 1 0,1-1 0,-1 1 0,0-1 1,0 0-1,0 1 0,0-1 0,0 0 0,0 0 0,-3 4 1,-5 5 40,-1 0 0,0 0 1,-23 17-1,6-8-83,-1-1 1,0-1-1,-46 20 1,0-7-4974,49-22-6342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3.636"/>
    </inkml:context>
    <inkml:brush xml:id="br0">
      <inkml:brushProperty name="width" value="0.05" units="cm"/>
      <inkml:brushProperty name="height" value="0.05" units="cm"/>
    </inkml:brush>
  </inkml:definitions>
  <inkml:trace contextRef="#ctx0" brushRef="#br0">12 0 17919,'0'0'278,"-8"7"490,8-5-700,-1 0 1,0 0 0,1 0 0,0 0-1,-1 0 1,1 0 0,0 0 0,0 0-1,0 0 1,0 0 0,0 0 0,1 0-1,-1 0 1,0 0 0,2 2-1,14 33 532,-1-1-294,0 65 5,-6-32-195,-7-53-92,1 0 3,0-1 1,8 25-1,-8-49-1,0 1 0,1-1-1,0 1 1,10-13-1,-1 1 139,0 1-1,13-30 1,-25 48-154,0-1-1,-1 0 1,1 1-1,0-1 1,0 1-1,0-1 1,0 1-1,0-1 1,0 1-1,0 0 1,1 0 0,-1-1-1,0 1 1,1 0-1,-1 0 1,1 0-1,-1 0 1,1 1-1,0-1 1,-1 0-1,1 1 1,2-1 0,-2 1-7,0 0 0,0 0 1,-1 1-1,1-1 1,0 1-1,-1 0 1,1-1-1,0 1 0,-1 0 1,1 0-1,-1 0 1,1 0-1,-1 0 1,0 0-1,1 0 1,-1 1-1,0-1 0,0 0 1,0 1-1,0-1 1,0 1-1,1 2 1,1 1 8,-1 0 0,1 1 0,-1-1 0,-1 1 0,1 0 0,-1-1 1,0 1-1,0 0 0,-1 0 0,0 7 0,0-2 8,0 0 1,-1-1-1,-1 1 0,-4 17 0,4-24-39,1 0 0,-1 1 0,0-1 0,0 0 0,0-1 0,0 1 0,-1 0-1,1-1 1,-1 1 0,0-1 0,-6 6 0,7-8-16,0 1 1,0-1-1,0 0 0,0 0 1,0 0-1,0 0 0,0-1 1,0 1-1,0-1 0,0 1 1,0-1-1,0 0 0,-1 1 1,1-1-1,0 0 0,0-1 1,0 1-1,0 0 0,0-1 1,-1 1-1,1-1 0,0 1 1,0-1-1,0 0 0,-3-2 1,-12-9-3465,-2-2-8767</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3.976"/>
    </inkml:context>
    <inkml:brush xml:id="br0">
      <inkml:brushProperty name="width" value="0.05" units="cm"/>
      <inkml:brushProperty name="height" value="0.05" units="cm"/>
    </inkml:brush>
  </inkml:definitions>
  <inkml:trace contextRef="#ctx0" brushRef="#br0">0 1 18687,'0'0'384,"10"9"128,1 10 0,4 1 128,4 7-128,-2 5 128,3 3-384,3 1 0,-6 1-128,-2-5 0,-6 0 0,1-7 0,-5-9-256,-3-2 128,-2-7-3328</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4.307"/>
    </inkml:context>
    <inkml:brush xml:id="br0">
      <inkml:brushProperty name="width" value="0.05" units="cm"/>
      <inkml:brushProperty name="height" value="0.05" units="cm"/>
    </inkml:brush>
  </inkml:definitions>
  <inkml:trace contextRef="#ctx0" brushRef="#br0">20 36 18047,'0'0'0,"-4"-6"128,-2-3 0,-3 9-128,14 6 128,5 5-1536,5-7 1,0-1-9473</inkml:trace>
  <inkml:trace contextRef="#ctx0" brushRef="#br0" timeOffset="1">386 0 19071,'0'0'512,"-6"12"0,-5 6 0,5-1 0,-1 8 128,7-3 0,4 8-256,7 6 0,4 1-256,0 5 128,-2 3-128,-2-8 0,1 1-256,-3-8 128,0-10-4736,-7-5 129,2 0-4609</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4.657"/>
    </inkml:context>
    <inkml:brush xml:id="br0">
      <inkml:brushProperty name="width" value="0.05" units="cm"/>
      <inkml:brushProperty name="height" value="0.05" units="cm"/>
    </inkml:brush>
  </inkml:definitions>
  <inkml:trace contextRef="#ctx0" brushRef="#br0">1 196 17023,'0'0'128,"15"-15"128,9-10 128,2 3 0,8-5-384,-2 1 128,2 0-3327,-2-2 127,2 1-4736</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5.008"/>
    </inkml:context>
    <inkml:brush xml:id="br0">
      <inkml:brushProperty name="width" value="0.05" units="cm"/>
      <inkml:brushProperty name="height" value="0.05" units="cm"/>
    </inkml:brush>
  </inkml:definitions>
  <inkml:trace contextRef="#ctx0" brushRef="#br0">130 0 16256,'0'0'2325,"-4"10"-789,-3 10-1183,1 0 0,1 0 0,1 1 0,0 0 0,2-1 0,0 27 0,0-17-136,-21 318 785,1 245-490,22-587-692,-2 33 417,2-38-375,0 0 0,-1 1 0,1-1 0,0 0 0,-1 1 0,1-1 0,-1 0 0,1 0 0,-1 1 0,1-1 0,-1 0 0,0 0 0,0 0 1,0 0-1,0 0 0,0 0 0,0 0 0,0 0 0,0 0 0,0-1 0,0 1 0,0 0 0,0-1 0,-2 2 0,2-2-440,0 0-1,0 0 0,0 0 1,1 0-1,-1 0 1,0 0-1,0-1 0,0 1 1,0 0-1,0 0 0,1-1 1,-1 1-1,0 0 0,0-1 1,0 1-1,1-1 0,-2 0 1,1 1-100,-8-6-4804</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5.719"/>
    </inkml:context>
    <inkml:brush xml:id="br0">
      <inkml:brushProperty name="width" value="0.05" units="cm"/>
      <inkml:brushProperty name="height" value="0.05" units="cm"/>
    </inkml:brush>
  </inkml:definitions>
  <inkml:trace contextRef="#ctx0" brushRef="#br0">0 0 12928,'0'0'6421,"4"9"-6101,123 340-742,-91-249-5961,-28-76-1873</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6.070"/>
    </inkml:context>
    <inkml:brush xml:id="br0">
      <inkml:brushProperty name="width" value="0.05" units="cm"/>
      <inkml:brushProperty name="height" value="0.05" units="cm"/>
    </inkml:brush>
  </inkml:definitions>
  <inkml:trace contextRef="#ctx0" brushRef="#br0">102 554 12160,'-3'-6'640,"-25"-48"554,-33-69 2283,59 118-3358,0 1-1,1-1 1,0 0-1,-1 0 0,2 0 1,-1 0-1,1 0 1,-1 0-1,1 0 0,1 0 1,-1-1-1,1 1 0,1-7 1,1 5-27,0-1 1,0 0 0,0 1-1,1-1 1,0 1-1,1 0 1,7-10 0,4 0 3,1 0 0,1 0 1,0 2-1,35-23 0,-16 14-104,1 2-1,50-21 1,-14 17-8073,-53 20 444</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6.411"/>
    </inkml:context>
    <inkml:brush xml:id="br0">
      <inkml:brushProperty name="width" value="0.05" units="cm"/>
      <inkml:brushProperty name="height" value="0.05" units="cm"/>
    </inkml:brush>
  </inkml:definitions>
  <inkml:trace contextRef="#ctx0" brushRef="#br0">0 197 16511,'0'0'256,"10"-15"0,5-5 128,11 3 128,8 2-128,3-2 0,9 2-256,-5-4 0,4 2-256,0-1 0,0 4-5503,-4-1-1,3 0 1920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6.751"/>
    </inkml:context>
    <inkml:brush xml:id="br0">
      <inkml:brushProperty name="width" value="0.05" units="cm"/>
      <inkml:brushProperty name="height" value="0.05" units="cm"/>
    </inkml:brush>
  </inkml:definitions>
  <inkml:trace contextRef="#ctx0" brushRef="#br0">16 130 16511,'-1'4'512,"-5"44"1453,1 87 0,2-33-1393,3-99-565,0-1 0,-1 1 0,1-1 0,1 1 0,-1 0 0,0-1 0,0 1 1,1-1-1,0 1 0,-1-1 0,3 5 0,9-21-348,-10 6 326,-1 0 1,1 0 0,-1 0 0,-1 0 0,0 0 0,0-1-1,0 1 1,-1 0 0,-3-14 0,1-4 6,2 20 8,-2-20 0,1 1 0,3-51 0,0 67 0,1 1 0,-1 0 0,1 0 0,1-1 0,0 1 0,0 1 0,0-1 0,1 0 0,0 1 0,0 0 0,1 0 0,0 0 0,8-7 0,-5 5 52,0 2 0,0-1 0,1 1 0,1 0 0,-1 1 0,1 0 0,14-6 0,-21 11-35,0-1 1,0 1-1,1 0 0,-1 0 0,0 0 0,1 1 0,-1-1 0,1 1 1,-1 0-1,1-1 0,-1 2 0,0-1 0,1 0 0,-1 1 0,1-1 1,-1 1-1,0 0 0,1 0 0,-1 1 0,0-1 0,0 0 0,0 1 1,0 0-1,0 0 0,0 0 0,0 0 0,4 5 0,-3-2 5,0 0 1,0 1-1,-1-1 0,0 1 0,0 0 0,0 0 0,0 0 0,-1 0 0,0 1 0,-1-1 1,1 0-1,-1 1 0,0-1 0,-1 1 0,0 9 0,-2 8 38,0 0-1,-12 45 1,4-23 26,4-21-54,-6 36 85,12-58-108,-1 0 0,1 0 0,0 0-1,0 0 1,0 0 0,1 0 0,-1 0 0,1-1-1,-1 1 1,1 0 0,0 0 0,0-1-1,0 1 1,0 0 0,1-1 0,2 5 0,-2-6-4,0 1 0,0-1 0,0 0 0,0 1 0,1-1 0,-1 0 0,0 0 0,1-1 0,-1 1 0,0 0 0,1-1 0,-1 1 0,1-1 0,-1 0 0,1 0 0,-1 0 0,1 0 0,-1-1 0,0 1 0,5-2 0,7-1-101,0-1 1,17-8-1,-24 10 22,51-24-1607,27-22-6067,-37 20-508</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7.252"/>
    </inkml:context>
    <inkml:brush xml:id="br0">
      <inkml:brushProperty name="width" value="0.05" units="cm"/>
      <inkml:brushProperty name="height" value="0.05" units="cm"/>
    </inkml:brush>
  </inkml:definitions>
  <inkml:trace contextRef="#ctx0" brushRef="#br0">27 1 18175,'0'0'150,"0"0"-103,-1 0 1,1 0-1,-1 0 1,1 0-1,-1 0 1,0 0-1,1 1 1,0-1-1,-1 0 1,1 0-1,-1 1 1,1-1-1,-1 0 1,1 1-1,-1-1 1,1 1 0,0-1-1,-1 0 1,1 1-1,0-1 1,-1 1-1,-3 11 293,1 0 0,0 1 0,0-1-1,1 0 1,1 1 0,0-1 0,2 19 0,1-2-66,1-1 0,9 34 0,-11-57-252,0 0 0,1 0 0,0 0 0,0-1 0,0 1-1,0 0 1,4 4 0,-5-8-17,-1 0 0,1 0 0,0 0 0,-1 0 0,1-1 1,0 1-1,0 0 0,0 0 0,0-1 0,0 1 0,0 0 0,0-1 0,0 1 0,0-1 0,0 0 0,0 1 0,0-1 0,1 0 1,-1 1-1,0-1 0,0 0 0,0 0 0,0 0 0,1 0 0,-1 0 0,0 0 0,0-1 0,0 1 0,0 0 0,0-1 1,1 1-1,-1 0 0,0-1 0,0 1 0,0-1 0,1 0 0,4-4-23,0 1 0,0-1 0,0 0 0,-1-1-1,0 1 1,0-1 0,0 0 0,-1 0 0,1-1 0,-2 1 0,7-15 0,-5 8-71,0-1 1,0 0 0,-2 0 0,0-1 0,2-17-1,-5 20 108,1 0-1,-1 1 0,-1-1 0,0 0 1,0 0-1,-5-14 0,6 25 42,0 1 0,-1-1 0,1 1 0,0-1 0,-1 0 0,1 1 0,0-1-1,-1 1 1,1-1 0,-1 1 0,1-1 0,-1 1 0,1 0 0,-1-1 0,1 1 0,-1-1-1,0 1 1,-1 0 24,9 3 13,0 2-62,0-1 0,0 1-1,0 0 1,0 0 0,6 8 0,-6-6-35,0 0-1,0-1 1,16 9-1,-21-13-156,1-1-1,0 0 0,0 0 0,0 0 1,-1 0-1,1 0 0,0-1 0,0 1 1,0-1-1,0 0 0,1 0 0,-1 0 0,0 0 1,0 0-1,0-1 0,3 0 0,34-17-9719,-23 11 3051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7.853"/>
    </inkml:context>
    <inkml:brush xml:id="br0">
      <inkml:brushProperty name="width" value="0.05" units="cm"/>
      <inkml:brushProperty name="height" value="0.05" units="cm"/>
    </inkml:brush>
  </inkml:definitions>
  <inkml:trace contextRef="#ctx0" brushRef="#br0">1 0 20479,'0'0'150,"0"9"468,0-3-482,1 0-1,0 0 0,0 0 1,1 0-1,-1-1 0,1 1 0,0 0 1,1-1-1,0 1 0,3 4 1,-1-1-7,-1-1 0,0 1 0,3 11 1,-2 4 14,-1 0 0,2 25 0,4 28 0,-9-73-135,0 0 1,1 0 0,0 0-1,0 0 1,0 0 0,0 0-1,0-1 1,1 1 0,-1-1 0,6 5-1,-6-61-9,2 1 13,6-47 53,-7 85-54,0 1 0,0 0 0,1-1-1,1 1 1,8-15 0,-13 27-6,1 0-1,-1-1 1,1 1 0,0 0 0,0-1 0,0 1 0,-1 0 0,1 0 0,0 0 0,0 0 0,1 0 0,-1 0 0,0 0 0,0 0 0,0 0 0,1 1 0,-1-1 0,2-1 0,-2 3-3,0-1 1,0 0 0,0 0-1,-1 0 1,1 0-1,0 0 1,0 1 0,0-1-1,-1 0 1,1 1 0,0-1-1,0 0 1,-1 1 0,1-1-1,0 1 1,-1-1 0,1 1-1,-1 0 1,1-1 0,0 1-1,-1 0 1,1 1 0,4 5 5,-1 1 1,0 0 0,-1 1-1,4 12 1,-5-15-21,14 33 9,-15-37 3,0-1 1,-1 1-1,1-1 0,0 1 0,0-1 0,0 1 0,0-1 0,0 1 0,1-1 0,-1 0 1,0 0-1,1 0 0,-1 1 0,1-1 0,-1 0 0,1-1 0,-1 1 0,1 0 0,-1 0 1,4 0-1,1-25 105,16-17 95,-20 38-159,0-1 0,1 1 0,-1-1-1,1 1 1,0 0 0,0 0 0,0 0-1,0 1 1,5-4 0,-6 7-27,0-1-1,0 0 1,0 1 0,0-1 0,0 1-1,0 0 1,0 0 0,0 0 0,0 0 0,0 0-1,0 0 1,0 0 0,-1 1 0,3 0-1,-1 1 21,53 33-132,-32-22-2387,-22-14 1730,-1 1 1,0 0 0,0 0 0,1 0 0,-1 0-1,0 0 1,0 0 0,0 0 0,0 1 0,0-1-1,0 0 1,0 2 0,5 8-7204</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28.243"/>
    </inkml:context>
    <inkml:brush xml:id="br0">
      <inkml:brushProperty name="width" value="0.05" units="cm"/>
      <inkml:brushProperty name="height" value="0.05" units="cm"/>
    </inkml:brush>
  </inkml:definitions>
  <inkml:trace contextRef="#ctx0" brushRef="#br0">1 334 17919,'0'0'1942,"19"-7"-193,-12 5-1518,0-1 0,-1 0-1,1 0 1,-1-1 0,1 0 0,-1 0-1,0 0 1,-1-1 0,11-9 0,12-10 320,-15 14-359,0 1 1,-1-2 0,-1 0 0,20-23 0,-27 29-165,-1 0 0,1-1-1,-1 1 1,0-1 0,-1 0-1,1 1 1,-1-1 0,0 0 0,-1-1-1,0 1 1,1 0 0,-2 0-1,1-1 1,-1 1 0,-1-7 0,1 8-21,0-3 15,-1 1 0,0-1 0,0 1 1,-1-1-1,-4-9 0,6 15-19,-1 1-1,1 0 1,-1 0-1,0 0 0,1 0 1,-1 0-1,0 0 1,0 0-1,0 0 0,0 0 1,0 0-1,0 0 1,0 0-1,0 0 0,0 1 1,0-1-1,0 0 1,0 1-1,-1-1 1,1 1-1,0 0 0,0-1 1,-1 1-1,1 0 1,0 0-1,-1 0 0,1 0 1,0 0-1,-1 0 1,1 0-1,0 0 0,0 0 1,-1 1-1,1-1 1,0 0-1,-1 1 0,1-1 1,-2 2-1,-3 1-2,0 1 0,0-1 0,0 1 0,1 0 0,-1 1 0,1-1 0,0 1 0,0 0 0,1 1 0,-1-1 0,1 1 0,0-1 0,1 1 0,0 1 0,0-1 0,-3 8 0,2-3 0,0 0 0,1-1 0,1 1 0,0 0 0,0 1 0,1-1 0,0 0 0,1 0 0,2 18 0,-1-20 1,1 0 0,0 0 1,0 0-1,1 0 0,1-1 0,-1 1 0,1-1 0,0 0 0,1 0 1,0 0-1,0-1 0,1 0 0,6 7 0,-8-10-20,1 0 0,-1-1-1,0 0 1,1 0 0,-1-1-1,1 1 1,0-1 0,0 0-1,0 0 1,0 0 0,0-1-1,1 0 1,-1 0 0,0 0-1,1-1 1,-1 1 0,1-1-1,-1-1 1,0 1 0,1-1-1,-1 0 1,0 0 0,10-4-1,18-9-1608,-10 0-2568,1-1-9243</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41.463"/>
    </inkml:context>
    <inkml:brush xml:id="br0">
      <inkml:brushProperty name="width" value="0.05" units="cm"/>
      <inkml:brushProperty name="height" value="0.05" units="cm"/>
    </inkml:brush>
  </inkml:definitions>
  <inkml:trace contextRef="#ctx0" brushRef="#br0">0 1 5120,'0'0'14485,"5"6"-14272,12 15-82,-1 0 0,-1 2-1,-1 0 1,17 37 0,40 113 268,-54-129-279,198 535 627,-88-269-581,-89-232-46,89 141-1,-88-163-119,-3 1 0,-3 1 0,42 100 0,-3 64 0,-33-88 128,-31-112-26,0 0-603,-6-7-3110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18T12:24:43.067"/>
    </inkml:context>
    <inkml:brush xml:id="br0">
      <inkml:brushProperty name="width" value="0.05" units="cm"/>
      <inkml:brushProperty name="height" value="0.05" units="cm"/>
    </inkml:brush>
  </inkml:definitions>
  <inkml:trace contextRef="#ctx0" brushRef="#br0">0 1596 13056,'0'0'1685,"9"-4"-448,195-86 923,-2 3-1483,391-214 380,-376 187-834,82-28-77,-123 60-57,111-49 17,155-78 87,-168 40-33,-85 49-86,-81 64-74,-26 15 0,-62 30 0,-14 7 0,1 0 0,0 0 0,0 1 0,0 0 0,0 1 0,14-4 0,-3 1 0,20-3 0,-35 10 0,4 5 17,-1 0 0,0 1-1,-1 0 1,1 1 0,-1-1 0,-1 1-1,0 0 1,0 0 0,-1 0-1,0 0 1,3 15 0,1 2 17,127 368 755,-115-344-728,116 333 426,-114-310-405,-4 0-1,-2 1 1,6 104 0,-8 23 72,6 208-137,-19-382 51,-1 0 0,-1 0 0,-1 0 1,-9 37-1,-36 125 188,46-182-227,-1 1 1,-1-1-1,1 1 0,-1-1 0,0 0 1,-10 12-1,-8 14 43,9-12-24,-1 0-1,-1-2 0,-17 19 1,10-13-3,3-4-40,-1-2 1,0 0-1,-26 18 0,-72 42 17,-403 199 199,269-153-208,-216 97 72,351-176-63,-1-5-1,-147 31 1,221-63 13,-1-1 1,-67 2-1,111-10-35,1-1-1,0 1 0,-1 0 1,1 0-1,0 0 1,-1 0-1,1 0 0,0 0 1,-1 0-1,1 0 1,0 0-1,-1 0 0,1 0 1,0 0-1,0 0 1,-1 1-1,1-1 0,0 0 1,-1 0-1,1 0 0,0 0 1,0 0-1,-1 1 1,1-1-1,0 0 0,0 0 1,-1 0-1,1 1 1,0-1-1,0 0 0,0 0 1,-1 1-1,1-1 1,0 0-1,0 1 0,0-1 1,0 0-1,0 0 1,0 1-1,0-1 0,-1 0 1,1 1-1,0-1 1,0 0-1,0 1 0,0-1 1,0 0-1,1 1 0,-1-1 1,0 0-1,0 1 1,11 20-83,1-1-37,-11-16-126,-1 0-1,1 0 1,-1 0 0,0 0 0,0-1 0,0 1 0,-1 0 0,0 0 0,1 0 0,-1 0 0,0-1 0,-2 5 0,-7 7-4892,-5-5-4552,2-4 6960</inkml:trace>
</inkml:ink>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303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80323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1484962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584639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294797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236197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81311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87745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11/20/2023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136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223297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31186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867970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7284678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752210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26414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54403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11/20/2023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58385719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1" Type="http://schemas.openxmlformats.org/officeDocument/2006/relationships/customXml" Target="../ink/ink10.xml"/><Relationship Id="rId159" Type="http://schemas.openxmlformats.org/officeDocument/2006/relationships/customXml" Target="../ink/ink26.xml"/><Relationship Id="rId170" Type="http://schemas.openxmlformats.org/officeDocument/2006/relationships/image" Target="../media/image124.png"/><Relationship Id="rId191" Type="http://schemas.openxmlformats.org/officeDocument/2006/relationships/customXml" Target="../ink/ink42.xml"/><Relationship Id="rId205" Type="http://schemas.openxmlformats.org/officeDocument/2006/relationships/customXml" Target="../ink/ink49.xml"/><Relationship Id="rId226" Type="http://schemas.openxmlformats.org/officeDocument/2006/relationships/image" Target="../media/image152.png"/><Relationship Id="rId247" Type="http://schemas.openxmlformats.org/officeDocument/2006/relationships/customXml" Target="../ink/ink70.xml"/><Relationship Id="rId11" Type="http://schemas.openxmlformats.org/officeDocument/2006/relationships/customXml" Target="../ink/ink5.xml"/><Relationship Id="rId32" Type="http://schemas.openxmlformats.org/officeDocument/2006/relationships/image" Target="../media/image55.png"/><Relationship Id="rId144" Type="http://schemas.openxmlformats.org/officeDocument/2006/relationships/image" Target="../media/image111.png"/><Relationship Id="rId149" Type="http://schemas.openxmlformats.org/officeDocument/2006/relationships/customXml" Target="../ink/ink21.xml"/><Relationship Id="rId5" Type="http://schemas.openxmlformats.org/officeDocument/2006/relationships/customXml" Target="../ink/ink2.xml"/><Relationship Id="rId160" Type="http://schemas.openxmlformats.org/officeDocument/2006/relationships/image" Target="../media/image119.png"/><Relationship Id="rId165" Type="http://schemas.openxmlformats.org/officeDocument/2006/relationships/customXml" Target="../ink/ink29.xml"/><Relationship Id="rId181" Type="http://schemas.openxmlformats.org/officeDocument/2006/relationships/customXml" Target="../ink/ink37.xml"/><Relationship Id="rId186" Type="http://schemas.openxmlformats.org/officeDocument/2006/relationships/image" Target="../media/image132.png"/><Relationship Id="rId216" Type="http://schemas.openxmlformats.org/officeDocument/2006/relationships/image" Target="../media/image147.png"/><Relationship Id="rId237" Type="http://schemas.openxmlformats.org/officeDocument/2006/relationships/customXml" Target="../ink/ink65.xml"/><Relationship Id="rId211" Type="http://schemas.openxmlformats.org/officeDocument/2006/relationships/customXml" Target="../ink/ink52.xml"/><Relationship Id="rId232" Type="http://schemas.openxmlformats.org/officeDocument/2006/relationships/image" Target="../media/image155.png"/><Relationship Id="rId22" Type="http://schemas.openxmlformats.org/officeDocument/2006/relationships/image" Target="../media/image50.png"/><Relationship Id="rId27" Type="http://schemas.openxmlformats.org/officeDocument/2006/relationships/customXml" Target="../ink/ink13.xml"/><Relationship Id="rId150" Type="http://schemas.openxmlformats.org/officeDocument/2006/relationships/image" Target="../media/image114.png"/><Relationship Id="rId155" Type="http://schemas.openxmlformats.org/officeDocument/2006/relationships/customXml" Target="../ink/ink24.xml"/><Relationship Id="rId171" Type="http://schemas.openxmlformats.org/officeDocument/2006/relationships/customXml" Target="../ink/ink32.xml"/><Relationship Id="rId176" Type="http://schemas.openxmlformats.org/officeDocument/2006/relationships/image" Target="../media/image127.png"/><Relationship Id="rId192" Type="http://schemas.openxmlformats.org/officeDocument/2006/relationships/image" Target="../media/image135.png"/><Relationship Id="rId197" Type="http://schemas.openxmlformats.org/officeDocument/2006/relationships/customXml" Target="../ink/ink45.xml"/><Relationship Id="rId206" Type="http://schemas.openxmlformats.org/officeDocument/2006/relationships/image" Target="../media/image142.png"/><Relationship Id="rId227" Type="http://schemas.openxmlformats.org/officeDocument/2006/relationships/customXml" Target="../ink/ink60.xml"/><Relationship Id="rId201" Type="http://schemas.openxmlformats.org/officeDocument/2006/relationships/customXml" Target="../ink/ink47.xml"/><Relationship Id="rId222" Type="http://schemas.openxmlformats.org/officeDocument/2006/relationships/image" Target="../media/image150.png"/><Relationship Id="rId243" Type="http://schemas.openxmlformats.org/officeDocument/2006/relationships/customXml" Target="../ink/ink68.xml"/><Relationship Id="rId248" Type="http://schemas.openxmlformats.org/officeDocument/2006/relationships/image" Target="../media/image163.png"/><Relationship Id="rId12" Type="http://schemas.openxmlformats.org/officeDocument/2006/relationships/image" Target="../media/image45.png"/><Relationship Id="rId17" Type="http://schemas.openxmlformats.org/officeDocument/2006/relationships/customXml" Target="../ink/ink8.xml"/><Relationship Id="rId33" Type="http://schemas.openxmlformats.org/officeDocument/2006/relationships/customXml" Target="../ink/ink16.xml"/><Relationship Id="rId145" Type="http://schemas.openxmlformats.org/officeDocument/2006/relationships/customXml" Target="../ink/ink19.xml"/><Relationship Id="rId161" Type="http://schemas.openxmlformats.org/officeDocument/2006/relationships/customXml" Target="../ink/ink27.xml"/><Relationship Id="rId166" Type="http://schemas.openxmlformats.org/officeDocument/2006/relationships/image" Target="../media/image122.png"/><Relationship Id="rId182" Type="http://schemas.openxmlformats.org/officeDocument/2006/relationships/image" Target="../media/image130.png"/><Relationship Id="rId187" Type="http://schemas.openxmlformats.org/officeDocument/2006/relationships/customXml" Target="../ink/ink40.xml"/><Relationship Id="rId217" Type="http://schemas.openxmlformats.org/officeDocument/2006/relationships/customXml" Target="../ink/ink55.xml"/><Relationship Id="rId1" Type="http://schemas.openxmlformats.org/officeDocument/2006/relationships/slideLayout" Target="../slideLayouts/slideLayout9.xml"/><Relationship Id="rId6" Type="http://schemas.openxmlformats.org/officeDocument/2006/relationships/image" Target="../media/image42.png"/><Relationship Id="rId212" Type="http://schemas.openxmlformats.org/officeDocument/2006/relationships/image" Target="../media/image145.png"/><Relationship Id="rId233" Type="http://schemas.openxmlformats.org/officeDocument/2006/relationships/customXml" Target="../ink/ink63.xml"/><Relationship Id="rId238" Type="http://schemas.openxmlformats.org/officeDocument/2006/relationships/image" Target="../media/image158.png"/><Relationship Id="rId23" Type="http://schemas.openxmlformats.org/officeDocument/2006/relationships/customXml" Target="../ink/ink11.xml"/><Relationship Id="rId28" Type="http://schemas.openxmlformats.org/officeDocument/2006/relationships/image" Target="../media/image53.png"/><Relationship Id="rId151" Type="http://schemas.openxmlformats.org/officeDocument/2006/relationships/customXml" Target="../ink/ink22.xml"/><Relationship Id="rId156" Type="http://schemas.openxmlformats.org/officeDocument/2006/relationships/image" Target="../media/image117.png"/><Relationship Id="rId177" Type="http://schemas.openxmlformats.org/officeDocument/2006/relationships/customXml" Target="../ink/ink35.xml"/><Relationship Id="rId198" Type="http://schemas.openxmlformats.org/officeDocument/2006/relationships/image" Target="../media/image138.png"/><Relationship Id="rId172" Type="http://schemas.openxmlformats.org/officeDocument/2006/relationships/image" Target="../media/image125.png"/><Relationship Id="rId193" Type="http://schemas.openxmlformats.org/officeDocument/2006/relationships/customXml" Target="../ink/ink43.xml"/><Relationship Id="rId202" Type="http://schemas.openxmlformats.org/officeDocument/2006/relationships/image" Target="../media/image140.png"/><Relationship Id="rId207" Type="http://schemas.openxmlformats.org/officeDocument/2006/relationships/customXml" Target="../ink/ink50.xml"/><Relationship Id="rId223" Type="http://schemas.openxmlformats.org/officeDocument/2006/relationships/customXml" Target="../ink/ink58.xml"/><Relationship Id="rId228" Type="http://schemas.openxmlformats.org/officeDocument/2006/relationships/image" Target="../media/image153.png"/><Relationship Id="rId244" Type="http://schemas.openxmlformats.org/officeDocument/2006/relationships/image" Target="../media/image161.png"/><Relationship Id="rId13" Type="http://schemas.openxmlformats.org/officeDocument/2006/relationships/customXml" Target="../ink/ink6.xml"/><Relationship Id="rId18" Type="http://schemas.openxmlformats.org/officeDocument/2006/relationships/image" Target="../media/image48.png"/><Relationship Id="rId34" Type="http://schemas.openxmlformats.org/officeDocument/2006/relationships/image" Target="../media/image56.png"/><Relationship Id="rId146" Type="http://schemas.openxmlformats.org/officeDocument/2006/relationships/image" Target="../media/image112.png"/><Relationship Id="rId167" Type="http://schemas.openxmlformats.org/officeDocument/2006/relationships/customXml" Target="../ink/ink30.xml"/><Relationship Id="rId188" Type="http://schemas.openxmlformats.org/officeDocument/2006/relationships/image" Target="../media/image133.png"/><Relationship Id="rId7" Type="http://schemas.openxmlformats.org/officeDocument/2006/relationships/customXml" Target="../ink/ink3.xml"/><Relationship Id="rId162" Type="http://schemas.openxmlformats.org/officeDocument/2006/relationships/image" Target="../media/image120.png"/><Relationship Id="rId183" Type="http://schemas.openxmlformats.org/officeDocument/2006/relationships/customXml" Target="../ink/ink38.xml"/><Relationship Id="rId213" Type="http://schemas.openxmlformats.org/officeDocument/2006/relationships/customXml" Target="../ink/ink53.xml"/><Relationship Id="rId218" Type="http://schemas.openxmlformats.org/officeDocument/2006/relationships/image" Target="../media/image148.png"/><Relationship Id="rId234" Type="http://schemas.openxmlformats.org/officeDocument/2006/relationships/image" Target="../media/image156.png"/><Relationship Id="rId239" Type="http://schemas.openxmlformats.org/officeDocument/2006/relationships/customXml" Target="../ink/ink66.xml"/><Relationship Id="rId2" Type="http://schemas.openxmlformats.org/officeDocument/2006/relationships/image" Target="../media/image4.png"/><Relationship Id="rId29" Type="http://schemas.openxmlformats.org/officeDocument/2006/relationships/customXml" Target="../ink/ink14.xml"/><Relationship Id="rId24" Type="http://schemas.openxmlformats.org/officeDocument/2006/relationships/image" Target="../media/image51.png"/><Relationship Id="rId157" Type="http://schemas.openxmlformats.org/officeDocument/2006/relationships/customXml" Target="../ink/ink25.xml"/><Relationship Id="rId178" Type="http://schemas.openxmlformats.org/officeDocument/2006/relationships/image" Target="../media/image128.png"/><Relationship Id="rId152" Type="http://schemas.openxmlformats.org/officeDocument/2006/relationships/image" Target="../media/image115.png"/><Relationship Id="rId173" Type="http://schemas.openxmlformats.org/officeDocument/2006/relationships/customXml" Target="../ink/ink33.xml"/><Relationship Id="rId194" Type="http://schemas.openxmlformats.org/officeDocument/2006/relationships/image" Target="../media/image136.png"/><Relationship Id="rId199" Type="http://schemas.openxmlformats.org/officeDocument/2006/relationships/customXml" Target="../ink/ink46.xml"/><Relationship Id="rId203" Type="http://schemas.openxmlformats.org/officeDocument/2006/relationships/customXml" Target="../ink/ink48.xml"/><Relationship Id="rId208" Type="http://schemas.openxmlformats.org/officeDocument/2006/relationships/image" Target="../media/image143.png"/><Relationship Id="rId229" Type="http://schemas.openxmlformats.org/officeDocument/2006/relationships/customXml" Target="../ink/ink61.xml"/><Relationship Id="rId19" Type="http://schemas.openxmlformats.org/officeDocument/2006/relationships/customXml" Target="../ink/ink9.xml"/><Relationship Id="rId224" Type="http://schemas.openxmlformats.org/officeDocument/2006/relationships/image" Target="../media/image151.png"/><Relationship Id="rId240" Type="http://schemas.openxmlformats.org/officeDocument/2006/relationships/image" Target="../media/image159.png"/><Relationship Id="rId245" Type="http://schemas.openxmlformats.org/officeDocument/2006/relationships/customXml" Target="../ink/ink69.xml"/><Relationship Id="rId14" Type="http://schemas.openxmlformats.org/officeDocument/2006/relationships/image" Target="../media/image46.png"/><Relationship Id="rId30" Type="http://schemas.openxmlformats.org/officeDocument/2006/relationships/image" Target="../media/image54.png"/><Relationship Id="rId35" Type="http://schemas.openxmlformats.org/officeDocument/2006/relationships/customXml" Target="../ink/ink17.xml"/><Relationship Id="rId147" Type="http://schemas.openxmlformats.org/officeDocument/2006/relationships/customXml" Target="../ink/ink20.xml"/><Relationship Id="rId168" Type="http://schemas.openxmlformats.org/officeDocument/2006/relationships/image" Target="../media/image123.png"/><Relationship Id="rId8" Type="http://schemas.openxmlformats.org/officeDocument/2006/relationships/image" Target="../media/image43.png"/><Relationship Id="rId142" Type="http://schemas.openxmlformats.org/officeDocument/2006/relationships/image" Target="../media/image110.png"/><Relationship Id="rId163" Type="http://schemas.openxmlformats.org/officeDocument/2006/relationships/customXml" Target="../ink/ink28.xml"/><Relationship Id="rId184" Type="http://schemas.openxmlformats.org/officeDocument/2006/relationships/image" Target="../media/image131.png"/><Relationship Id="rId189" Type="http://schemas.openxmlformats.org/officeDocument/2006/relationships/customXml" Target="../ink/ink41.xml"/><Relationship Id="rId219" Type="http://schemas.openxmlformats.org/officeDocument/2006/relationships/customXml" Target="../ink/ink56.xml"/><Relationship Id="rId3" Type="http://schemas.openxmlformats.org/officeDocument/2006/relationships/customXml" Target="../ink/ink1.xml"/><Relationship Id="rId214" Type="http://schemas.openxmlformats.org/officeDocument/2006/relationships/image" Target="../media/image146.png"/><Relationship Id="rId230" Type="http://schemas.openxmlformats.org/officeDocument/2006/relationships/image" Target="../media/image154.png"/><Relationship Id="rId235" Type="http://schemas.openxmlformats.org/officeDocument/2006/relationships/customXml" Target="../ink/ink64.xml"/><Relationship Id="rId25" Type="http://schemas.openxmlformats.org/officeDocument/2006/relationships/customXml" Target="../ink/ink12.xml"/><Relationship Id="rId158" Type="http://schemas.openxmlformats.org/officeDocument/2006/relationships/image" Target="../media/image118.png"/><Relationship Id="rId20" Type="http://schemas.openxmlformats.org/officeDocument/2006/relationships/image" Target="../media/image49.png"/><Relationship Id="rId153" Type="http://schemas.openxmlformats.org/officeDocument/2006/relationships/customXml" Target="../ink/ink23.xml"/><Relationship Id="rId174" Type="http://schemas.openxmlformats.org/officeDocument/2006/relationships/image" Target="../media/image126.png"/><Relationship Id="rId179" Type="http://schemas.openxmlformats.org/officeDocument/2006/relationships/customXml" Target="../ink/ink36.xml"/><Relationship Id="rId195" Type="http://schemas.openxmlformats.org/officeDocument/2006/relationships/customXml" Target="../ink/ink44.xml"/><Relationship Id="rId209" Type="http://schemas.openxmlformats.org/officeDocument/2006/relationships/customXml" Target="../ink/ink51.xml"/><Relationship Id="rId190" Type="http://schemas.openxmlformats.org/officeDocument/2006/relationships/image" Target="../media/image134.png"/><Relationship Id="rId204" Type="http://schemas.openxmlformats.org/officeDocument/2006/relationships/image" Target="../media/image141.png"/><Relationship Id="rId220" Type="http://schemas.openxmlformats.org/officeDocument/2006/relationships/image" Target="../media/image149.png"/><Relationship Id="rId225" Type="http://schemas.openxmlformats.org/officeDocument/2006/relationships/customXml" Target="../ink/ink59.xml"/><Relationship Id="rId241" Type="http://schemas.openxmlformats.org/officeDocument/2006/relationships/customXml" Target="../ink/ink67.xml"/><Relationship Id="rId246" Type="http://schemas.openxmlformats.org/officeDocument/2006/relationships/image" Target="../media/image162.png"/><Relationship Id="rId15" Type="http://schemas.openxmlformats.org/officeDocument/2006/relationships/customXml" Target="../ink/ink7.xml"/><Relationship Id="rId10" Type="http://schemas.openxmlformats.org/officeDocument/2006/relationships/image" Target="../media/image44.png"/><Relationship Id="rId31" Type="http://schemas.openxmlformats.org/officeDocument/2006/relationships/customXml" Target="../ink/ink15.xml"/><Relationship Id="rId143" Type="http://schemas.openxmlformats.org/officeDocument/2006/relationships/customXml" Target="../ink/ink18.xml"/><Relationship Id="rId148" Type="http://schemas.openxmlformats.org/officeDocument/2006/relationships/image" Target="../media/image113.png"/><Relationship Id="rId164" Type="http://schemas.openxmlformats.org/officeDocument/2006/relationships/image" Target="../media/image121.png"/><Relationship Id="rId169" Type="http://schemas.openxmlformats.org/officeDocument/2006/relationships/customXml" Target="../ink/ink31.xml"/><Relationship Id="rId185" Type="http://schemas.openxmlformats.org/officeDocument/2006/relationships/customXml" Target="../ink/ink39.xml"/><Relationship Id="rId4" Type="http://schemas.openxmlformats.org/officeDocument/2006/relationships/image" Target="../media/image41.png"/><Relationship Id="rId9" Type="http://schemas.openxmlformats.org/officeDocument/2006/relationships/customXml" Target="../ink/ink4.xml"/><Relationship Id="rId180" Type="http://schemas.openxmlformats.org/officeDocument/2006/relationships/image" Target="../media/image129.png"/><Relationship Id="rId210" Type="http://schemas.openxmlformats.org/officeDocument/2006/relationships/image" Target="../media/image144.png"/><Relationship Id="rId215" Type="http://schemas.openxmlformats.org/officeDocument/2006/relationships/customXml" Target="../ink/ink54.xml"/><Relationship Id="rId236" Type="http://schemas.openxmlformats.org/officeDocument/2006/relationships/image" Target="../media/image157.png"/><Relationship Id="rId26" Type="http://schemas.openxmlformats.org/officeDocument/2006/relationships/image" Target="../media/image52.png"/><Relationship Id="rId231" Type="http://schemas.openxmlformats.org/officeDocument/2006/relationships/customXml" Target="../ink/ink62.xml"/><Relationship Id="rId154" Type="http://schemas.openxmlformats.org/officeDocument/2006/relationships/image" Target="../media/image116.png"/><Relationship Id="rId175" Type="http://schemas.openxmlformats.org/officeDocument/2006/relationships/customXml" Target="../ink/ink34.xml"/><Relationship Id="rId196" Type="http://schemas.openxmlformats.org/officeDocument/2006/relationships/image" Target="../media/image137.png"/><Relationship Id="rId200" Type="http://schemas.openxmlformats.org/officeDocument/2006/relationships/image" Target="../media/image139.png"/><Relationship Id="rId16" Type="http://schemas.openxmlformats.org/officeDocument/2006/relationships/image" Target="../media/image47.png"/><Relationship Id="rId221" Type="http://schemas.openxmlformats.org/officeDocument/2006/relationships/customXml" Target="../ink/ink57.xml"/><Relationship Id="rId242" Type="http://schemas.openxmlformats.org/officeDocument/2006/relationships/image" Target="../media/image160.png"/></Relationships>
</file>

<file path=ppt/slides/_rels/slide5.xml.rels><?xml version="1.0" encoding="UTF-8" standalone="yes"?>
<Relationships xmlns="http://schemas.openxmlformats.org/package/2006/relationships"><Relationship Id="rId26" Type="http://schemas.openxmlformats.org/officeDocument/2006/relationships/image" Target="../media/image176.png"/><Relationship Id="rId21" Type="http://schemas.openxmlformats.org/officeDocument/2006/relationships/customXml" Target="../ink/ink80.xml"/><Relationship Id="rId42" Type="http://schemas.openxmlformats.org/officeDocument/2006/relationships/image" Target="../media/image184.png"/><Relationship Id="rId47" Type="http://schemas.openxmlformats.org/officeDocument/2006/relationships/customXml" Target="../ink/ink93.xml"/><Relationship Id="rId63" Type="http://schemas.openxmlformats.org/officeDocument/2006/relationships/customXml" Target="../ink/ink101.xml"/><Relationship Id="rId68" Type="http://schemas.openxmlformats.org/officeDocument/2006/relationships/image" Target="../media/image197.png"/><Relationship Id="rId7" Type="http://schemas.openxmlformats.org/officeDocument/2006/relationships/customXml" Target="../ink/ink73.xml"/><Relationship Id="rId71" Type="http://schemas.openxmlformats.org/officeDocument/2006/relationships/customXml" Target="../ink/ink105.xml"/><Relationship Id="rId2" Type="http://schemas.openxmlformats.org/officeDocument/2006/relationships/image" Target="../media/image5.png"/><Relationship Id="rId16" Type="http://schemas.openxmlformats.org/officeDocument/2006/relationships/image" Target="../media/image171.png"/><Relationship Id="rId29" Type="http://schemas.openxmlformats.org/officeDocument/2006/relationships/customXml" Target="../ink/ink84.xml"/><Relationship Id="rId11" Type="http://schemas.openxmlformats.org/officeDocument/2006/relationships/customXml" Target="../ink/ink75.xml"/><Relationship Id="rId24" Type="http://schemas.openxmlformats.org/officeDocument/2006/relationships/image" Target="../media/image175.png"/><Relationship Id="rId32" Type="http://schemas.openxmlformats.org/officeDocument/2006/relationships/image" Target="../media/image179.png"/><Relationship Id="rId37" Type="http://schemas.openxmlformats.org/officeDocument/2006/relationships/customXml" Target="../ink/ink88.xml"/><Relationship Id="rId40" Type="http://schemas.openxmlformats.org/officeDocument/2006/relationships/image" Target="../media/image183.png"/><Relationship Id="rId45" Type="http://schemas.openxmlformats.org/officeDocument/2006/relationships/customXml" Target="../ink/ink92.xml"/><Relationship Id="rId53" Type="http://schemas.openxmlformats.org/officeDocument/2006/relationships/customXml" Target="../ink/ink96.xml"/><Relationship Id="rId58" Type="http://schemas.openxmlformats.org/officeDocument/2006/relationships/image" Target="../media/image192.png"/><Relationship Id="rId66" Type="http://schemas.openxmlformats.org/officeDocument/2006/relationships/image" Target="../media/image196.png"/><Relationship Id="rId5" Type="http://schemas.openxmlformats.org/officeDocument/2006/relationships/customXml" Target="../ink/ink72.xml"/><Relationship Id="rId61" Type="http://schemas.openxmlformats.org/officeDocument/2006/relationships/customXml" Target="../ink/ink100.xml"/><Relationship Id="rId19" Type="http://schemas.openxmlformats.org/officeDocument/2006/relationships/customXml" Target="../ink/ink79.xml"/><Relationship Id="rId14" Type="http://schemas.openxmlformats.org/officeDocument/2006/relationships/image" Target="../media/image170.png"/><Relationship Id="rId22" Type="http://schemas.openxmlformats.org/officeDocument/2006/relationships/image" Target="../media/image174.png"/><Relationship Id="rId27" Type="http://schemas.openxmlformats.org/officeDocument/2006/relationships/customXml" Target="../ink/ink83.xml"/><Relationship Id="rId30" Type="http://schemas.openxmlformats.org/officeDocument/2006/relationships/image" Target="../media/image178.png"/><Relationship Id="rId35" Type="http://schemas.openxmlformats.org/officeDocument/2006/relationships/customXml" Target="../ink/ink87.xml"/><Relationship Id="rId43" Type="http://schemas.openxmlformats.org/officeDocument/2006/relationships/customXml" Target="../ink/ink91.xml"/><Relationship Id="rId48" Type="http://schemas.openxmlformats.org/officeDocument/2006/relationships/image" Target="../media/image187.png"/><Relationship Id="rId56" Type="http://schemas.openxmlformats.org/officeDocument/2006/relationships/image" Target="../media/image191.png"/><Relationship Id="rId64" Type="http://schemas.openxmlformats.org/officeDocument/2006/relationships/image" Target="../media/image195.png"/><Relationship Id="rId69" Type="http://schemas.openxmlformats.org/officeDocument/2006/relationships/customXml" Target="../ink/ink104.xml"/><Relationship Id="rId8" Type="http://schemas.openxmlformats.org/officeDocument/2006/relationships/image" Target="../media/image167.png"/><Relationship Id="rId51" Type="http://schemas.openxmlformats.org/officeDocument/2006/relationships/customXml" Target="../ink/ink95.xml"/><Relationship Id="rId72" Type="http://schemas.openxmlformats.org/officeDocument/2006/relationships/image" Target="../media/image199.png"/><Relationship Id="rId3" Type="http://schemas.openxmlformats.org/officeDocument/2006/relationships/customXml" Target="../ink/ink71.xml"/><Relationship Id="rId12" Type="http://schemas.openxmlformats.org/officeDocument/2006/relationships/image" Target="../media/image169.png"/><Relationship Id="rId17" Type="http://schemas.openxmlformats.org/officeDocument/2006/relationships/customXml" Target="../ink/ink78.xml"/><Relationship Id="rId25" Type="http://schemas.openxmlformats.org/officeDocument/2006/relationships/customXml" Target="../ink/ink82.xml"/><Relationship Id="rId33" Type="http://schemas.openxmlformats.org/officeDocument/2006/relationships/customXml" Target="../ink/ink86.xml"/><Relationship Id="rId38" Type="http://schemas.openxmlformats.org/officeDocument/2006/relationships/image" Target="../media/image182.png"/><Relationship Id="rId46" Type="http://schemas.openxmlformats.org/officeDocument/2006/relationships/image" Target="../media/image186.png"/><Relationship Id="rId59" Type="http://schemas.openxmlformats.org/officeDocument/2006/relationships/customXml" Target="../ink/ink99.xml"/><Relationship Id="rId67" Type="http://schemas.openxmlformats.org/officeDocument/2006/relationships/customXml" Target="../ink/ink103.xml"/><Relationship Id="rId20" Type="http://schemas.openxmlformats.org/officeDocument/2006/relationships/image" Target="../media/image173.png"/><Relationship Id="rId41" Type="http://schemas.openxmlformats.org/officeDocument/2006/relationships/customXml" Target="../ink/ink90.xml"/><Relationship Id="rId54" Type="http://schemas.openxmlformats.org/officeDocument/2006/relationships/image" Target="../media/image190.png"/><Relationship Id="rId62" Type="http://schemas.openxmlformats.org/officeDocument/2006/relationships/image" Target="../media/image194.png"/><Relationship Id="rId70" Type="http://schemas.openxmlformats.org/officeDocument/2006/relationships/image" Target="../media/image198.png"/><Relationship Id="rId1" Type="http://schemas.openxmlformats.org/officeDocument/2006/relationships/slideLayout" Target="../slideLayouts/slideLayout9.xml"/><Relationship Id="rId6" Type="http://schemas.openxmlformats.org/officeDocument/2006/relationships/image" Target="../media/image166.png"/><Relationship Id="rId15" Type="http://schemas.openxmlformats.org/officeDocument/2006/relationships/customXml" Target="../ink/ink77.xml"/><Relationship Id="rId23" Type="http://schemas.openxmlformats.org/officeDocument/2006/relationships/customXml" Target="../ink/ink81.xml"/><Relationship Id="rId28" Type="http://schemas.openxmlformats.org/officeDocument/2006/relationships/image" Target="../media/image177.png"/><Relationship Id="rId36" Type="http://schemas.openxmlformats.org/officeDocument/2006/relationships/image" Target="../media/image181.png"/><Relationship Id="rId49" Type="http://schemas.openxmlformats.org/officeDocument/2006/relationships/customXml" Target="../ink/ink94.xml"/><Relationship Id="rId57" Type="http://schemas.openxmlformats.org/officeDocument/2006/relationships/customXml" Target="../ink/ink98.xml"/><Relationship Id="rId10" Type="http://schemas.openxmlformats.org/officeDocument/2006/relationships/image" Target="../media/image168.png"/><Relationship Id="rId31" Type="http://schemas.openxmlformats.org/officeDocument/2006/relationships/customXml" Target="../ink/ink85.xml"/><Relationship Id="rId44" Type="http://schemas.openxmlformats.org/officeDocument/2006/relationships/image" Target="../media/image185.png"/><Relationship Id="rId52" Type="http://schemas.openxmlformats.org/officeDocument/2006/relationships/image" Target="../media/image189.png"/><Relationship Id="rId60" Type="http://schemas.openxmlformats.org/officeDocument/2006/relationships/image" Target="../media/image193.png"/><Relationship Id="rId65" Type="http://schemas.openxmlformats.org/officeDocument/2006/relationships/customXml" Target="../ink/ink102.xml"/><Relationship Id="rId4" Type="http://schemas.openxmlformats.org/officeDocument/2006/relationships/image" Target="../media/image165.png"/><Relationship Id="rId9" Type="http://schemas.openxmlformats.org/officeDocument/2006/relationships/customXml" Target="../ink/ink74.xml"/><Relationship Id="rId13" Type="http://schemas.openxmlformats.org/officeDocument/2006/relationships/customXml" Target="../ink/ink76.xml"/><Relationship Id="rId18" Type="http://schemas.openxmlformats.org/officeDocument/2006/relationships/image" Target="../media/image172.png"/><Relationship Id="rId39" Type="http://schemas.openxmlformats.org/officeDocument/2006/relationships/customXml" Target="../ink/ink89.xml"/><Relationship Id="rId34" Type="http://schemas.openxmlformats.org/officeDocument/2006/relationships/image" Target="../media/image180.png"/><Relationship Id="rId50" Type="http://schemas.openxmlformats.org/officeDocument/2006/relationships/image" Target="../media/image188.png"/><Relationship Id="rId55" Type="http://schemas.openxmlformats.org/officeDocument/2006/relationships/customXml" Target="../ink/ink9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6" Type="http://schemas.openxmlformats.org/officeDocument/2006/relationships/customXml" Target="../ink/ink118.xml"/><Relationship Id="rId117" Type="http://schemas.openxmlformats.org/officeDocument/2006/relationships/image" Target="../media/image680.png"/><Relationship Id="rId21" Type="http://schemas.openxmlformats.org/officeDocument/2006/relationships/image" Target="../media/image2010.png"/><Relationship Id="rId42" Type="http://schemas.openxmlformats.org/officeDocument/2006/relationships/customXml" Target="../ink/ink126.xml"/><Relationship Id="rId47" Type="http://schemas.openxmlformats.org/officeDocument/2006/relationships/image" Target="../media/image330.png"/><Relationship Id="rId63" Type="http://schemas.openxmlformats.org/officeDocument/2006/relationships/image" Target="../media/image410.png"/><Relationship Id="rId68" Type="http://schemas.openxmlformats.org/officeDocument/2006/relationships/customXml" Target="../ink/ink139.xml"/><Relationship Id="rId84" Type="http://schemas.openxmlformats.org/officeDocument/2006/relationships/customXml" Target="../ink/ink147.xml"/><Relationship Id="rId89" Type="http://schemas.openxmlformats.org/officeDocument/2006/relationships/image" Target="../media/image540.png"/><Relationship Id="rId112" Type="http://schemas.openxmlformats.org/officeDocument/2006/relationships/customXml" Target="../ink/ink161.xml"/><Relationship Id="rId16" Type="http://schemas.openxmlformats.org/officeDocument/2006/relationships/customXml" Target="../ink/ink113.xml"/><Relationship Id="rId107" Type="http://schemas.openxmlformats.org/officeDocument/2006/relationships/image" Target="../media/image630.png"/><Relationship Id="rId11" Type="http://schemas.openxmlformats.org/officeDocument/2006/relationships/image" Target="../media/image1510.png"/><Relationship Id="rId32" Type="http://schemas.openxmlformats.org/officeDocument/2006/relationships/customXml" Target="../ink/ink121.xml"/><Relationship Id="rId37" Type="http://schemas.openxmlformats.org/officeDocument/2006/relationships/image" Target="../media/image280.png"/><Relationship Id="rId53" Type="http://schemas.openxmlformats.org/officeDocument/2006/relationships/image" Target="../media/image360.png"/><Relationship Id="rId58" Type="http://schemas.openxmlformats.org/officeDocument/2006/relationships/customXml" Target="../ink/ink134.xml"/><Relationship Id="rId74" Type="http://schemas.openxmlformats.org/officeDocument/2006/relationships/customXml" Target="../ink/ink142.xml"/><Relationship Id="rId79" Type="http://schemas.openxmlformats.org/officeDocument/2006/relationships/image" Target="../media/image490.png"/><Relationship Id="rId102" Type="http://schemas.openxmlformats.org/officeDocument/2006/relationships/customXml" Target="../ink/ink156.xml"/><Relationship Id="rId5" Type="http://schemas.openxmlformats.org/officeDocument/2006/relationships/image" Target="../media/image1210.png"/><Relationship Id="rId90" Type="http://schemas.openxmlformats.org/officeDocument/2006/relationships/customXml" Target="../ink/ink150.xml"/><Relationship Id="rId95" Type="http://schemas.openxmlformats.org/officeDocument/2006/relationships/image" Target="../media/image570.png"/><Relationship Id="rId22" Type="http://schemas.openxmlformats.org/officeDocument/2006/relationships/customXml" Target="../ink/ink116.xml"/><Relationship Id="rId27" Type="http://schemas.openxmlformats.org/officeDocument/2006/relationships/image" Target="../media/image230.png"/><Relationship Id="rId43" Type="http://schemas.openxmlformats.org/officeDocument/2006/relationships/image" Target="../media/image310.png"/><Relationship Id="rId48" Type="http://schemas.openxmlformats.org/officeDocument/2006/relationships/customXml" Target="../ink/ink129.xml"/><Relationship Id="rId64" Type="http://schemas.openxmlformats.org/officeDocument/2006/relationships/customXml" Target="../ink/ink137.xml"/><Relationship Id="rId69" Type="http://schemas.openxmlformats.org/officeDocument/2006/relationships/image" Target="../media/image440.png"/><Relationship Id="rId113" Type="http://schemas.openxmlformats.org/officeDocument/2006/relationships/image" Target="../media/image660.png"/><Relationship Id="rId118" Type="http://schemas.openxmlformats.org/officeDocument/2006/relationships/customXml" Target="../ink/ink164.xml"/><Relationship Id="rId80" Type="http://schemas.openxmlformats.org/officeDocument/2006/relationships/customXml" Target="../ink/ink145.xml"/><Relationship Id="rId85" Type="http://schemas.openxmlformats.org/officeDocument/2006/relationships/image" Target="../media/image520.png"/><Relationship Id="rId12" Type="http://schemas.openxmlformats.org/officeDocument/2006/relationships/customXml" Target="../ink/ink111.xml"/><Relationship Id="rId17" Type="http://schemas.openxmlformats.org/officeDocument/2006/relationships/image" Target="../media/image1810.png"/><Relationship Id="rId33" Type="http://schemas.openxmlformats.org/officeDocument/2006/relationships/image" Target="../media/image260.png"/><Relationship Id="rId38" Type="http://schemas.openxmlformats.org/officeDocument/2006/relationships/customXml" Target="../ink/ink124.xml"/><Relationship Id="rId59" Type="http://schemas.openxmlformats.org/officeDocument/2006/relationships/image" Target="../media/image390.png"/><Relationship Id="rId103" Type="http://schemas.openxmlformats.org/officeDocument/2006/relationships/image" Target="../media/image610.png"/><Relationship Id="rId108" Type="http://schemas.openxmlformats.org/officeDocument/2006/relationships/customXml" Target="../ink/ink159.xml"/><Relationship Id="rId54" Type="http://schemas.openxmlformats.org/officeDocument/2006/relationships/customXml" Target="../ink/ink132.xml"/><Relationship Id="rId70" Type="http://schemas.openxmlformats.org/officeDocument/2006/relationships/customXml" Target="../ink/ink140.xml"/><Relationship Id="rId75" Type="http://schemas.openxmlformats.org/officeDocument/2006/relationships/image" Target="../media/image470.png"/><Relationship Id="rId91" Type="http://schemas.openxmlformats.org/officeDocument/2006/relationships/image" Target="../media/image550.png"/><Relationship Id="rId96" Type="http://schemas.openxmlformats.org/officeDocument/2006/relationships/customXml" Target="../ink/ink153.xml"/><Relationship Id="rId1" Type="http://schemas.openxmlformats.org/officeDocument/2006/relationships/slideLayout" Target="../slideLayouts/slideLayout9.xml"/><Relationship Id="rId6" Type="http://schemas.openxmlformats.org/officeDocument/2006/relationships/customXml" Target="../ink/ink108.xml"/><Relationship Id="rId23" Type="http://schemas.openxmlformats.org/officeDocument/2006/relationships/image" Target="../media/image215.png"/><Relationship Id="rId28" Type="http://schemas.openxmlformats.org/officeDocument/2006/relationships/customXml" Target="../ink/ink119.xml"/><Relationship Id="rId49" Type="http://schemas.openxmlformats.org/officeDocument/2006/relationships/image" Target="../media/image340.png"/><Relationship Id="rId114" Type="http://schemas.openxmlformats.org/officeDocument/2006/relationships/customXml" Target="../ink/ink162.xml"/><Relationship Id="rId119" Type="http://schemas.openxmlformats.org/officeDocument/2006/relationships/image" Target="../media/image690.png"/><Relationship Id="rId44" Type="http://schemas.openxmlformats.org/officeDocument/2006/relationships/customXml" Target="../ink/ink127.xml"/><Relationship Id="rId60" Type="http://schemas.openxmlformats.org/officeDocument/2006/relationships/customXml" Target="../ink/ink135.xml"/><Relationship Id="rId65" Type="http://schemas.openxmlformats.org/officeDocument/2006/relationships/image" Target="../media/image420.png"/><Relationship Id="rId81" Type="http://schemas.openxmlformats.org/officeDocument/2006/relationships/image" Target="../media/image500.png"/><Relationship Id="rId86" Type="http://schemas.openxmlformats.org/officeDocument/2006/relationships/customXml" Target="../ink/ink148.xml"/><Relationship Id="rId4" Type="http://schemas.openxmlformats.org/officeDocument/2006/relationships/customXml" Target="../ink/ink107.xml"/><Relationship Id="rId9" Type="http://schemas.openxmlformats.org/officeDocument/2006/relationships/image" Target="../media/image1410.png"/><Relationship Id="rId13" Type="http://schemas.openxmlformats.org/officeDocument/2006/relationships/image" Target="../media/image1610.png"/><Relationship Id="rId18" Type="http://schemas.openxmlformats.org/officeDocument/2006/relationships/customXml" Target="../ink/ink114.xml"/><Relationship Id="rId39" Type="http://schemas.openxmlformats.org/officeDocument/2006/relationships/image" Target="../media/image290.png"/><Relationship Id="rId109" Type="http://schemas.openxmlformats.org/officeDocument/2006/relationships/image" Target="../media/image640.png"/><Relationship Id="rId34" Type="http://schemas.openxmlformats.org/officeDocument/2006/relationships/customXml" Target="../ink/ink122.xml"/><Relationship Id="rId50" Type="http://schemas.openxmlformats.org/officeDocument/2006/relationships/customXml" Target="../ink/ink130.xml"/><Relationship Id="rId55" Type="http://schemas.openxmlformats.org/officeDocument/2006/relationships/image" Target="../media/image370.png"/><Relationship Id="rId76" Type="http://schemas.openxmlformats.org/officeDocument/2006/relationships/customXml" Target="../ink/ink143.xml"/><Relationship Id="rId97" Type="http://schemas.openxmlformats.org/officeDocument/2006/relationships/image" Target="../media/image580.png"/><Relationship Id="rId104" Type="http://schemas.openxmlformats.org/officeDocument/2006/relationships/customXml" Target="../ink/ink157.xml"/><Relationship Id="rId120" Type="http://schemas.openxmlformats.org/officeDocument/2006/relationships/customXml" Target="../ink/ink165.xml"/><Relationship Id="rId7" Type="http://schemas.openxmlformats.org/officeDocument/2006/relationships/image" Target="../media/image1310.png"/><Relationship Id="rId71" Type="http://schemas.openxmlformats.org/officeDocument/2006/relationships/image" Target="../media/image450.png"/><Relationship Id="rId92" Type="http://schemas.openxmlformats.org/officeDocument/2006/relationships/customXml" Target="../ink/ink151.xml"/><Relationship Id="rId2" Type="http://schemas.openxmlformats.org/officeDocument/2006/relationships/customXml" Target="../ink/ink106.xml"/><Relationship Id="rId29" Type="http://schemas.openxmlformats.org/officeDocument/2006/relationships/image" Target="../media/image240.png"/><Relationship Id="rId24" Type="http://schemas.openxmlformats.org/officeDocument/2006/relationships/customXml" Target="../ink/ink117.xml"/><Relationship Id="rId40" Type="http://schemas.openxmlformats.org/officeDocument/2006/relationships/customXml" Target="../ink/ink125.xml"/><Relationship Id="rId45" Type="http://schemas.openxmlformats.org/officeDocument/2006/relationships/image" Target="../media/image320.png"/><Relationship Id="rId66" Type="http://schemas.openxmlformats.org/officeDocument/2006/relationships/customXml" Target="../ink/ink138.xml"/><Relationship Id="rId87" Type="http://schemas.openxmlformats.org/officeDocument/2006/relationships/image" Target="../media/image530.png"/><Relationship Id="rId110" Type="http://schemas.openxmlformats.org/officeDocument/2006/relationships/customXml" Target="../ink/ink160.xml"/><Relationship Id="rId115" Type="http://schemas.openxmlformats.org/officeDocument/2006/relationships/image" Target="../media/image670.png"/><Relationship Id="rId61" Type="http://schemas.openxmlformats.org/officeDocument/2006/relationships/image" Target="../media/image400.png"/><Relationship Id="rId82" Type="http://schemas.openxmlformats.org/officeDocument/2006/relationships/customXml" Target="../ink/ink146.xml"/><Relationship Id="rId19" Type="http://schemas.openxmlformats.org/officeDocument/2006/relationships/image" Target="../media/image1910.png"/><Relationship Id="rId14" Type="http://schemas.openxmlformats.org/officeDocument/2006/relationships/customXml" Target="../ink/ink112.xml"/><Relationship Id="rId30" Type="http://schemas.openxmlformats.org/officeDocument/2006/relationships/customXml" Target="../ink/ink120.xml"/><Relationship Id="rId35" Type="http://schemas.openxmlformats.org/officeDocument/2006/relationships/image" Target="../media/image270.png"/><Relationship Id="rId56" Type="http://schemas.openxmlformats.org/officeDocument/2006/relationships/customXml" Target="../ink/ink133.xml"/><Relationship Id="rId77" Type="http://schemas.openxmlformats.org/officeDocument/2006/relationships/image" Target="../media/image480.png"/><Relationship Id="rId100" Type="http://schemas.openxmlformats.org/officeDocument/2006/relationships/customXml" Target="../ink/ink155.xml"/><Relationship Id="rId105" Type="http://schemas.openxmlformats.org/officeDocument/2006/relationships/image" Target="../media/image620.png"/><Relationship Id="rId8" Type="http://schemas.openxmlformats.org/officeDocument/2006/relationships/customXml" Target="../ink/ink109.xml"/><Relationship Id="rId51" Type="http://schemas.openxmlformats.org/officeDocument/2006/relationships/image" Target="../media/image350.png"/><Relationship Id="rId72" Type="http://schemas.openxmlformats.org/officeDocument/2006/relationships/customXml" Target="../ink/ink141.xml"/><Relationship Id="rId93" Type="http://schemas.openxmlformats.org/officeDocument/2006/relationships/image" Target="../media/image560.png"/><Relationship Id="rId98" Type="http://schemas.openxmlformats.org/officeDocument/2006/relationships/customXml" Target="../ink/ink154.xml"/><Relationship Id="rId121" Type="http://schemas.openxmlformats.org/officeDocument/2006/relationships/image" Target="../media/image700.png"/><Relationship Id="rId3" Type="http://schemas.openxmlformats.org/officeDocument/2006/relationships/image" Target="../media/image1110.png"/><Relationship Id="rId25" Type="http://schemas.openxmlformats.org/officeDocument/2006/relationships/image" Target="../media/image220.png"/><Relationship Id="rId46" Type="http://schemas.openxmlformats.org/officeDocument/2006/relationships/customXml" Target="../ink/ink128.xml"/><Relationship Id="rId67" Type="http://schemas.openxmlformats.org/officeDocument/2006/relationships/image" Target="../media/image430.png"/><Relationship Id="rId116" Type="http://schemas.openxmlformats.org/officeDocument/2006/relationships/customXml" Target="../ink/ink163.xml"/><Relationship Id="rId20" Type="http://schemas.openxmlformats.org/officeDocument/2006/relationships/customXml" Target="../ink/ink115.xml"/><Relationship Id="rId41" Type="http://schemas.openxmlformats.org/officeDocument/2006/relationships/image" Target="../media/image300.png"/><Relationship Id="rId62" Type="http://schemas.openxmlformats.org/officeDocument/2006/relationships/customXml" Target="../ink/ink136.xml"/><Relationship Id="rId83" Type="http://schemas.openxmlformats.org/officeDocument/2006/relationships/image" Target="../media/image510.png"/><Relationship Id="rId88" Type="http://schemas.openxmlformats.org/officeDocument/2006/relationships/customXml" Target="../ink/ink149.xml"/><Relationship Id="rId111" Type="http://schemas.openxmlformats.org/officeDocument/2006/relationships/image" Target="../media/image650.png"/><Relationship Id="rId15" Type="http://schemas.openxmlformats.org/officeDocument/2006/relationships/image" Target="../media/image1710.png"/><Relationship Id="rId36" Type="http://schemas.openxmlformats.org/officeDocument/2006/relationships/customXml" Target="../ink/ink123.xml"/><Relationship Id="rId57" Type="http://schemas.openxmlformats.org/officeDocument/2006/relationships/image" Target="../media/image380.png"/><Relationship Id="rId106" Type="http://schemas.openxmlformats.org/officeDocument/2006/relationships/customXml" Target="../ink/ink158.xml"/><Relationship Id="rId10" Type="http://schemas.openxmlformats.org/officeDocument/2006/relationships/customXml" Target="../ink/ink110.xml"/><Relationship Id="rId31" Type="http://schemas.openxmlformats.org/officeDocument/2006/relationships/image" Target="../media/image250.png"/><Relationship Id="rId52" Type="http://schemas.openxmlformats.org/officeDocument/2006/relationships/customXml" Target="../ink/ink131.xml"/><Relationship Id="rId73" Type="http://schemas.openxmlformats.org/officeDocument/2006/relationships/image" Target="../media/image460.png"/><Relationship Id="rId78" Type="http://schemas.openxmlformats.org/officeDocument/2006/relationships/customXml" Target="../ink/ink144.xml"/><Relationship Id="rId94" Type="http://schemas.openxmlformats.org/officeDocument/2006/relationships/customXml" Target="../ink/ink152.xml"/><Relationship Id="rId99" Type="http://schemas.openxmlformats.org/officeDocument/2006/relationships/image" Target="../media/image590.png"/><Relationship Id="rId101" Type="http://schemas.openxmlformats.org/officeDocument/2006/relationships/image" Target="../media/image600.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3" Type="http://schemas.openxmlformats.org/officeDocument/2006/relationships/customXml" Target="../ink/ink171.xml"/><Relationship Id="rId18" Type="http://schemas.openxmlformats.org/officeDocument/2006/relationships/image" Target="../media/image810.png"/><Relationship Id="rId26" Type="http://schemas.openxmlformats.org/officeDocument/2006/relationships/image" Target="../media/image850.png"/><Relationship Id="rId39" Type="http://schemas.openxmlformats.org/officeDocument/2006/relationships/customXml" Target="../ink/ink184.xml"/><Relationship Id="rId21" Type="http://schemas.openxmlformats.org/officeDocument/2006/relationships/customXml" Target="../ink/ink175.xml"/><Relationship Id="rId34" Type="http://schemas.openxmlformats.org/officeDocument/2006/relationships/image" Target="../media/image890.png"/><Relationship Id="rId42" Type="http://schemas.openxmlformats.org/officeDocument/2006/relationships/image" Target="../media/image930.png"/><Relationship Id="rId47" Type="http://schemas.openxmlformats.org/officeDocument/2006/relationships/customXml" Target="../ink/ink188.xml"/><Relationship Id="rId50" Type="http://schemas.openxmlformats.org/officeDocument/2006/relationships/image" Target="../media/image970.png"/><Relationship Id="rId55" Type="http://schemas.openxmlformats.org/officeDocument/2006/relationships/customXml" Target="../ink/ink192.xml"/><Relationship Id="rId7" Type="http://schemas.openxmlformats.org/officeDocument/2006/relationships/customXml" Target="../ink/ink168.xml"/><Relationship Id="rId2" Type="http://schemas.openxmlformats.org/officeDocument/2006/relationships/image" Target="../media/image13.png"/><Relationship Id="rId16" Type="http://schemas.openxmlformats.org/officeDocument/2006/relationships/image" Target="../media/image800.png"/><Relationship Id="rId29" Type="http://schemas.openxmlformats.org/officeDocument/2006/relationships/customXml" Target="../ink/ink179.xml"/><Relationship Id="rId11" Type="http://schemas.openxmlformats.org/officeDocument/2006/relationships/customXml" Target="../ink/ink170.xml"/><Relationship Id="rId24" Type="http://schemas.openxmlformats.org/officeDocument/2006/relationships/image" Target="../media/image840.png"/><Relationship Id="rId32" Type="http://schemas.openxmlformats.org/officeDocument/2006/relationships/image" Target="../media/image880.png"/><Relationship Id="rId37" Type="http://schemas.openxmlformats.org/officeDocument/2006/relationships/customXml" Target="../ink/ink183.xml"/><Relationship Id="rId40" Type="http://schemas.openxmlformats.org/officeDocument/2006/relationships/image" Target="../media/image920.png"/><Relationship Id="rId45" Type="http://schemas.openxmlformats.org/officeDocument/2006/relationships/customXml" Target="../ink/ink187.xml"/><Relationship Id="rId53" Type="http://schemas.openxmlformats.org/officeDocument/2006/relationships/customXml" Target="../ink/ink191.xml"/><Relationship Id="rId58" Type="http://schemas.openxmlformats.org/officeDocument/2006/relationships/image" Target="../media/image1010.png"/><Relationship Id="rId5" Type="http://schemas.openxmlformats.org/officeDocument/2006/relationships/customXml" Target="../ink/ink167.xml"/><Relationship Id="rId19" Type="http://schemas.openxmlformats.org/officeDocument/2006/relationships/customXml" Target="../ink/ink174.xml"/><Relationship Id="rId4" Type="http://schemas.openxmlformats.org/officeDocument/2006/relationships/image" Target="../media/image740.png"/><Relationship Id="rId9" Type="http://schemas.openxmlformats.org/officeDocument/2006/relationships/customXml" Target="../ink/ink169.xml"/><Relationship Id="rId14" Type="http://schemas.openxmlformats.org/officeDocument/2006/relationships/image" Target="../media/image790.png"/><Relationship Id="rId22" Type="http://schemas.openxmlformats.org/officeDocument/2006/relationships/image" Target="../media/image830.png"/><Relationship Id="rId27" Type="http://schemas.openxmlformats.org/officeDocument/2006/relationships/customXml" Target="../ink/ink178.xml"/><Relationship Id="rId30" Type="http://schemas.openxmlformats.org/officeDocument/2006/relationships/image" Target="../media/image870.png"/><Relationship Id="rId35" Type="http://schemas.openxmlformats.org/officeDocument/2006/relationships/customXml" Target="../ink/ink182.xml"/><Relationship Id="rId43" Type="http://schemas.openxmlformats.org/officeDocument/2006/relationships/customXml" Target="../ink/ink186.xml"/><Relationship Id="rId48" Type="http://schemas.openxmlformats.org/officeDocument/2006/relationships/image" Target="../media/image960.png"/><Relationship Id="rId56" Type="http://schemas.openxmlformats.org/officeDocument/2006/relationships/image" Target="../media/image1000.png"/><Relationship Id="rId8" Type="http://schemas.openxmlformats.org/officeDocument/2006/relationships/image" Target="../media/image760.png"/><Relationship Id="rId51" Type="http://schemas.openxmlformats.org/officeDocument/2006/relationships/customXml" Target="../ink/ink190.xml"/><Relationship Id="rId3" Type="http://schemas.openxmlformats.org/officeDocument/2006/relationships/customXml" Target="../ink/ink166.xml"/><Relationship Id="rId12" Type="http://schemas.openxmlformats.org/officeDocument/2006/relationships/image" Target="../media/image780.png"/><Relationship Id="rId17" Type="http://schemas.openxmlformats.org/officeDocument/2006/relationships/customXml" Target="../ink/ink173.xml"/><Relationship Id="rId25" Type="http://schemas.openxmlformats.org/officeDocument/2006/relationships/customXml" Target="../ink/ink177.xml"/><Relationship Id="rId33" Type="http://schemas.openxmlformats.org/officeDocument/2006/relationships/customXml" Target="../ink/ink181.xml"/><Relationship Id="rId38" Type="http://schemas.openxmlformats.org/officeDocument/2006/relationships/image" Target="../media/image910.png"/><Relationship Id="rId46" Type="http://schemas.openxmlformats.org/officeDocument/2006/relationships/image" Target="../media/image950.png"/><Relationship Id="rId59" Type="http://schemas.openxmlformats.org/officeDocument/2006/relationships/customXml" Target="../ink/ink194.xml"/><Relationship Id="rId20" Type="http://schemas.openxmlformats.org/officeDocument/2006/relationships/image" Target="../media/image820.png"/><Relationship Id="rId41" Type="http://schemas.openxmlformats.org/officeDocument/2006/relationships/customXml" Target="../ink/ink185.xml"/><Relationship Id="rId54" Type="http://schemas.openxmlformats.org/officeDocument/2006/relationships/image" Target="../media/image990.png"/><Relationship Id="rId1" Type="http://schemas.openxmlformats.org/officeDocument/2006/relationships/slideLayout" Target="../slideLayouts/slideLayout9.xml"/><Relationship Id="rId6" Type="http://schemas.openxmlformats.org/officeDocument/2006/relationships/image" Target="../media/image750.png"/><Relationship Id="rId15" Type="http://schemas.openxmlformats.org/officeDocument/2006/relationships/customXml" Target="../ink/ink172.xml"/><Relationship Id="rId23" Type="http://schemas.openxmlformats.org/officeDocument/2006/relationships/customXml" Target="../ink/ink176.xml"/><Relationship Id="rId28" Type="http://schemas.openxmlformats.org/officeDocument/2006/relationships/image" Target="../media/image860.png"/><Relationship Id="rId36" Type="http://schemas.openxmlformats.org/officeDocument/2006/relationships/image" Target="../media/image900.png"/><Relationship Id="rId49" Type="http://schemas.openxmlformats.org/officeDocument/2006/relationships/customXml" Target="../ink/ink189.xml"/><Relationship Id="rId57" Type="http://schemas.openxmlformats.org/officeDocument/2006/relationships/customXml" Target="../ink/ink193.xml"/><Relationship Id="rId10" Type="http://schemas.openxmlformats.org/officeDocument/2006/relationships/image" Target="../media/image770.png"/><Relationship Id="rId31" Type="http://schemas.openxmlformats.org/officeDocument/2006/relationships/customXml" Target="../ink/ink180.xml"/><Relationship Id="rId44" Type="http://schemas.openxmlformats.org/officeDocument/2006/relationships/image" Target="../media/image940.png"/><Relationship Id="rId52" Type="http://schemas.openxmlformats.org/officeDocument/2006/relationships/image" Target="../media/image980.png"/><Relationship Id="rId60" Type="http://schemas.openxmlformats.org/officeDocument/2006/relationships/image" Target="../media/image1020.png"/></Relationships>
</file>

<file path=ppt/slides/_rels/slide16.xml.rels><?xml version="1.0" encoding="UTF-8" standalone="yes"?>
<Relationships xmlns="http://schemas.openxmlformats.org/package/2006/relationships"><Relationship Id="rId117" Type="http://schemas.openxmlformats.org/officeDocument/2006/relationships/customXml" Target="../ink/ink252.xml"/><Relationship Id="rId21" Type="http://schemas.openxmlformats.org/officeDocument/2006/relationships/customXml" Target="../ink/ink204.xml"/><Relationship Id="rId42" Type="http://schemas.openxmlformats.org/officeDocument/2006/relationships/image" Target="../media/image1230.png"/><Relationship Id="rId63" Type="http://schemas.openxmlformats.org/officeDocument/2006/relationships/customXml" Target="../ink/ink225.xml"/><Relationship Id="rId84" Type="http://schemas.openxmlformats.org/officeDocument/2006/relationships/image" Target="../media/image1430.png"/><Relationship Id="rId138" Type="http://schemas.openxmlformats.org/officeDocument/2006/relationships/image" Target="../media/image1700.png"/><Relationship Id="rId159" Type="http://schemas.openxmlformats.org/officeDocument/2006/relationships/customXml" Target="../ink/ink273.xml"/><Relationship Id="rId170" Type="http://schemas.openxmlformats.org/officeDocument/2006/relationships/image" Target="../media/image1860.png"/><Relationship Id="rId191" Type="http://schemas.openxmlformats.org/officeDocument/2006/relationships/image" Target="../media/image1960.png"/><Relationship Id="rId205" Type="http://schemas.openxmlformats.org/officeDocument/2006/relationships/image" Target="../media/image2030.png"/><Relationship Id="rId107" Type="http://schemas.openxmlformats.org/officeDocument/2006/relationships/customXml" Target="../ink/ink247.xml"/><Relationship Id="rId11" Type="http://schemas.openxmlformats.org/officeDocument/2006/relationships/customXml" Target="../ink/ink199.xml"/><Relationship Id="rId32" Type="http://schemas.openxmlformats.org/officeDocument/2006/relationships/image" Target="../media/image1180.png"/><Relationship Id="rId53" Type="http://schemas.openxmlformats.org/officeDocument/2006/relationships/customXml" Target="../ink/ink220.xml"/><Relationship Id="rId74" Type="http://schemas.openxmlformats.org/officeDocument/2006/relationships/image" Target="../media/image1380.png"/><Relationship Id="rId128" Type="http://schemas.openxmlformats.org/officeDocument/2006/relationships/image" Target="../media/image1650.png"/><Relationship Id="rId149" Type="http://schemas.openxmlformats.org/officeDocument/2006/relationships/customXml" Target="../ink/ink268.xml"/><Relationship Id="rId5" Type="http://schemas.openxmlformats.org/officeDocument/2006/relationships/customXml" Target="../ink/ink196.xml"/><Relationship Id="rId95" Type="http://schemas.openxmlformats.org/officeDocument/2006/relationships/customXml" Target="../ink/ink241.xml"/><Relationship Id="rId160" Type="http://schemas.openxmlformats.org/officeDocument/2006/relationships/image" Target="../media/image1811.png"/><Relationship Id="rId181" Type="http://schemas.openxmlformats.org/officeDocument/2006/relationships/image" Target="../media/image1911.png"/><Relationship Id="rId216" Type="http://schemas.openxmlformats.org/officeDocument/2006/relationships/customXml" Target="../ink/ink302.xml"/><Relationship Id="rId22" Type="http://schemas.openxmlformats.org/officeDocument/2006/relationships/image" Target="../media/image1130.png"/><Relationship Id="rId43" Type="http://schemas.openxmlformats.org/officeDocument/2006/relationships/customXml" Target="../ink/ink215.xml"/><Relationship Id="rId64" Type="http://schemas.openxmlformats.org/officeDocument/2006/relationships/image" Target="../media/image1330.png"/><Relationship Id="rId118" Type="http://schemas.openxmlformats.org/officeDocument/2006/relationships/image" Target="../media/image1600.png"/><Relationship Id="rId139" Type="http://schemas.openxmlformats.org/officeDocument/2006/relationships/customXml" Target="../ink/ink263.xml"/><Relationship Id="rId85" Type="http://schemas.openxmlformats.org/officeDocument/2006/relationships/customXml" Target="../ink/ink236.xml"/><Relationship Id="rId150" Type="http://schemas.openxmlformats.org/officeDocument/2006/relationships/image" Target="../media/image1760.png"/><Relationship Id="rId171" Type="http://schemas.openxmlformats.org/officeDocument/2006/relationships/customXml" Target="../ink/ink279.xml"/><Relationship Id="rId192" Type="http://schemas.openxmlformats.org/officeDocument/2006/relationships/customXml" Target="../ink/ink290.xml"/><Relationship Id="rId206" Type="http://schemas.openxmlformats.org/officeDocument/2006/relationships/customXml" Target="../ink/ink297.xml"/><Relationship Id="rId12" Type="http://schemas.openxmlformats.org/officeDocument/2006/relationships/image" Target="../media/image1080.png"/><Relationship Id="rId33" Type="http://schemas.openxmlformats.org/officeDocument/2006/relationships/customXml" Target="../ink/ink210.xml"/><Relationship Id="rId108" Type="http://schemas.openxmlformats.org/officeDocument/2006/relationships/image" Target="../media/image1550.png"/><Relationship Id="rId129" Type="http://schemas.openxmlformats.org/officeDocument/2006/relationships/customXml" Target="../ink/ink258.xml"/><Relationship Id="rId54" Type="http://schemas.openxmlformats.org/officeDocument/2006/relationships/image" Target="../media/image1290.png"/><Relationship Id="rId75" Type="http://schemas.openxmlformats.org/officeDocument/2006/relationships/customXml" Target="../ink/ink231.xml"/><Relationship Id="rId96" Type="http://schemas.openxmlformats.org/officeDocument/2006/relationships/image" Target="../media/image1490.png"/><Relationship Id="rId140" Type="http://schemas.openxmlformats.org/officeDocument/2006/relationships/image" Target="../media/image1711.png"/><Relationship Id="rId161" Type="http://schemas.openxmlformats.org/officeDocument/2006/relationships/customXml" Target="../ink/ink274.xml"/><Relationship Id="rId182" Type="http://schemas.openxmlformats.org/officeDocument/2006/relationships/customXml" Target="../ink/ink285.xml"/><Relationship Id="rId217" Type="http://schemas.openxmlformats.org/officeDocument/2006/relationships/image" Target="../media/image209.png"/><Relationship Id="rId6" Type="http://schemas.openxmlformats.org/officeDocument/2006/relationships/image" Target="../media/image1050.png"/><Relationship Id="rId23" Type="http://schemas.openxmlformats.org/officeDocument/2006/relationships/customXml" Target="../ink/ink205.xml"/><Relationship Id="rId119" Type="http://schemas.openxmlformats.org/officeDocument/2006/relationships/customXml" Target="../ink/ink253.xml"/><Relationship Id="rId44" Type="http://schemas.openxmlformats.org/officeDocument/2006/relationships/image" Target="../media/image1240.png"/><Relationship Id="rId65" Type="http://schemas.openxmlformats.org/officeDocument/2006/relationships/customXml" Target="../ink/ink226.xml"/><Relationship Id="rId86" Type="http://schemas.openxmlformats.org/officeDocument/2006/relationships/image" Target="../media/image1440.png"/><Relationship Id="rId130" Type="http://schemas.openxmlformats.org/officeDocument/2006/relationships/image" Target="../media/image1660.png"/><Relationship Id="rId151" Type="http://schemas.openxmlformats.org/officeDocument/2006/relationships/customXml" Target="../ink/ink269.xml"/><Relationship Id="rId172" Type="http://schemas.openxmlformats.org/officeDocument/2006/relationships/image" Target="../media/image1870.png"/><Relationship Id="rId193" Type="http://schemas.openxmlformats.org/officeDocument/2006/relationships/image" Target="../media/image1970.png"/><Relationship Id="rId207" Type="http://schemas.openxmlformats.org/officeDocument/2006/relationships/image" Target="../media/image2040.png"/><Relationship Id="rId13" Type="http://schemas.openxmlformats.org/officeDocument/2006/relationships/customXml" Target="../ink/ink200.xml"/><Relationship Id="rId109" Type="http://schemas.openxmlformats.org/officeDocument/2006/relationships/customXml" Target="../ink/ink248.xml"/><Relationship Id="rId34" Type="http://schemas.openxmlformats.org/officeDocument/2006/relationships/image" Target="../media/image1190.png"/><Relationship Id="rId55" Type="http://schemas.openxmlformats.org/officeDocument/2006/relationships/customXml" Target="../ink/ink221.xml"/><Relationship Id="rId76" Type="http://schemas.openxmlformats.org/officeDocument/2006/relationships/image" Target="../media/image1390.png"/><Relationship Id="rId97" Type="http://schemas.openxmlformats.org/officeDocument/2006/relationships/customXml" Target="../ink/ink242.xml"/><Relationship Id="rId120" Type="http://schemas.openxmlformats.org/officeDocument/2006/relationships/image" Target="../media/image1611.png"/><Relationship Id="rId141" Type="http://schemas.openxmlformats.org/officeDocument/2006/relationships/customXml" Target="../ink/ink264.xml"/><Relationship Id="rId7" Type="http://schemas.openxmlformats.org/officeDocument/2006/relationships/customXml" Target="../ink/ink197.xml"/><Relationship Id="rId162" Type="http://schemas.openxmlformats.org/officeDocument/2006/relationships/image" Target="../media/image1820.png"/><Relationship Id="rId183" Type="http://schemas.openxmlformats.org/officeDocument/2006/relationships/image" Target="../media/image1920.png"/><Relationship Id="rId218" Type="http://schemas.openxmlformats.org/officeDocument/2006/relationships/customXml" Target="../ink/ink303.xml"/><Relationship Id="rId24" Type="http://schemas.openxmlformats.org/officeDocument/2006/relationships/image" Target="../media/image1140.png"/><Relationship Id="rId45" Type="http://schemas.openxmlformats.org/officeDocument/2006/relationships/customXml" Target="../ink/ink216.xml"/><Relationship Id="rId66" Type="http://schemas.openxmlformats.org/officeDocument/2006/relationships/image" Target="../media/image1340.png"/><Relationship Id="rId87" Type="http://schemas.openxmlformats.org/officeDocument/2006/relationships/customXml" Target="../ink/ink237.xml"/><Relationship Id="rId110" Type="http://schemas.openxmlformats.org/officeDocument/2006/relationships/image" Target="../media/image1560.png"/><Relationship Id="rId131" Type="http://schemas.openxmlformats.org/officeDocument/2006/relationships/customXml" Target="../ink/ink259.xml"/><Relationship Id="rId152" Type="http://schemas.openxmlformats.org/officeDocument/2006/relationships/image" Target="../media/image1770.png"/><Relationship Id="rId173" Type="http://schemas.openxmlformats.org/officeDocument/2006/relationships/customXml" Target="../ink/ink280.xml"/><Relationship Id="rId194" Type="http://schemas.openxmlformats.org/officeDocument/2006/relationships/customXml" Target="../ink/ink291.xml"/><Relationship Id="rId208" Type="http://schemas.openxmlformats.org/officeDocument/2006/relationships/customXml" Target="../ink/ink298.xml"/><Relationship Id="rId14" Type="http://schemas.openxmlformats.org/officeDocument/2006/relationships/image" Target="../media/image1090.png"/><Relationship Id="rId35" Type="http://schemas.openxmlformats.org/officeDocument/2006/relationships/customXml" Target="../ink/ink211.xml"/><Relationship Id="rId56" Type="http://schemas.openxmlformats.org/officeDocument/2006/relationships/image" Target="../media/image290.png"/><Relationship Id="rId77" Type="http://schemas.openxmlformats.org/officeDocument/2006/relationships/customXml" Target="../ink/ink232.xml"/><Relationship Id="rId100" Type="http://schemas.openxmlformats.org/officeDocument/2006/relationships/image" Target="../media/image1511.png"/><Relationship Id="rId8" Type="http://schemas.openxmlformats.org/officeDocument/2006/relationships/image" Target="../media/image1060.png"/><Relationship Id="rId98" Type="http://schemas.openxmlformats.org/officeDocument/2006/relationships/image" Target="../media/image1500.png"/><Relationship Id="rId121" Type="http://schemas.openxmlformats.org/officeDocument/2006/relationships/customXml" Target="../ink/ink254.xml"/><Relationship Id="rId142" Type="http://schemas.openxmlformats.org/officeDocument/2006/relationships/image" Target="../media/image1720.png"/><Relationship Id="rId163" Type="http://schemas.openxmlformats.org/officeDocument/2006/relationships/customXml" Target="../ink/ink275.xml"/><Relationship Id="rId184" Type="http://schemas.openxmlformats.org/officeDocument/2006/relationships/customXml" Target="../ink/ink286.xml"/><Relationship Id="rId219" Type="http://schemas.openxmlformats.org/officeDocument/2006/relationships/image" Target="../media/image210.png"/><Relationship Id="rId3" Type="http://schemas.openxmlformats.org/officeDocument/2006/relationships/customXml" Target="../ink/ink195.xml"/><Relationship Id="rId214" Type="http://schemas.openxmlformats.org/officeDocument/2006/relationships/customXml" Target="../ink/ink301.xml"/><Relationship Id="rId25" Type="http://schemas.openxmlformats.org/officeDocument/2006/relationships/customXml" Target="../ink/ink206.xml"/><Relationship Id="rId46" Type="http://schemas.openxmlformats.org/officeDocument/2006/relationships/image" Target="../media/image1250.png"/><Relationship Id="rId67" Type="http://schemas.openxmlformats.org/officeDocument/2006/relationships/customXml" Target="../ink/ink227.xml"/><Relationship Id="rId116" Type="http://schemas.openxmlformats.org/officeDocument/2006/relationships/image" Target="../media/image1590.png"/><Relationship Id="rId137" Type="http://schemas.openxmlformats.org/officeDocument/2006/relationships/customXml" Target="../ink/ink262.xml"/><Relationship Id="rId158" Type="http://schemas.openxmlformats.org/officeDocument/2006/relationships/image" Target="../media/image1800.png"/><Relationship Id="rId20" Type="http://schemas.openxmlformats.org/officeDocument/2006/relationships/image" Target="../media/image1120.png"/><Relationship Id="rId41" Type="http://schemas.openxmlformats.org/officeDocument/2006/relationships/customXml" Target="../ink/ink214.xml"/><Relationship Id="rId62" Type="http://schemas.openxmlformats.org/officeDocument/2006/relationships/image" Target="../media/image1320.png"/><Relationship Id="rId83" Type="http://schemas.openxmlformats.org/officeDocument/2006/relationships/customXml" Target="../ink/ink235.xml"/><Relationship Id="rId88" Type="http://schemas.openxmlformats.org/officeDocument/2006/relationships/image" Target="../media/image1450.png"/><Relationship Id="rId111" Type="http://schemas.openxmlformats.org/officeDocument/2006/relationships/customXml" Target="../ink/ink249.xml"/><Relationship Id="rId132" Type="http://schemas.openxmlformats.org/officeDocument/2006/relationships/image" Target="../media/image1670.png"/><Relationship Id="rId153" Type="http://schemas.openxmlformats.org/officeDocument/2006/relationships/customXml" Target="../ink/ink270.xml"/><Relationship Id="rId174" Type="http://schemas.openxmlformats.org/officeDocument/2006/relationships/image" Target="../media/image1880.png"/><Relationship Id="rId179" Type="http://schemas.openxmlformats.org/officeDocument/2006/relationships/image" Target="../media/image1900.png"/><Relationship Id="rId195" Type="http://schemas.openxmlformats.org/officeDocument/2006/relationships/image" Target="../media/image1980.png"/><Relationship Id="rId209" Type="http://schemas.openxmlformats.org/officeDocument/2006/relationships/image" Target="../media/image2050.png"/><Relationship Id="rId190" Type="http://schemas.openxmlformats.org/officeDocument/2006/relationships/customXml" Target="../ink/ink289.xml"/><Relationship Id="rId204" Type="http://schemas.openxmlformats.org/officeDocument/2006/relationships/customXml" Target="../ink/ink296.xml"/><Relationship Id="rId220" Type="http://schemas.openxmlformats.org/officeDocument/2006/relationships/customXml" Target="../ink/ink304.xml"/><Relationship Id="rId225" Type="http://schemas.openxmlformats.org/officeDocument/2006/relationships/image" Target="../media/image213.png"/><Relationship Id="rId15" Type="http://schemas.openxmlformats.org/officeDocument/2006/relationships/customXml" Target="../ink/ink201.xml"/><Relationship Id="rId36" Type="http://schemas.openxmlformats.org/officeDocument/2006/relationships/image" Target="../media/image1200.png"/><Relationship Id="rId57" Type="http://schemas.openxmlformats.org/officeDocument/2006/relationships/customXml" Target="../ink/ink222.xml"/><Relationship Id="rId106" Type="http://schemas.openxmlformats.org/officeDocument/2006/relationships/image" Target="../media/image1540.png"/><Relationship Id="rId127" Type="http://schemas.openxmlformats.org/officeDocument/2006/relationships/customXml" Target="../ink/ink257.xml"/><Relationship Id="rId10" Type="http://schemas.openxmlformats.org/officeDocument/2006/relationships/image" Target="../media/image1070.png"/><Relationship Id="rId31" Type="http://schemas.openxmlformats.org/officeDocument/2006/relationships/customXml" Target="../ink/ink209.xml"/><Relationship Id="rId52" Type="http://schemas.openxmlformats.org/officeDocument/2006/relationships/image" Target="../media/image1280.png"/><Relationship Id="rId73" Type="http://schemas.openxmlformats.org/officeDocument/2006/relationships/customXml" Target="../ink/ink230.xml"/><Relationship Id="rId78" Type="http://schemas.openxmlformats.org/officeDocument/2006/relationships/image" Target="../media/image1400.png"/><Relationship Id="rId94" Type="http://schemas.openxmlformats.org/officeDocument/2006/relationships/image" Target="../media/image1480.png"/><Relationship Id="rId99" Type="http://schemas.openxmlformats.org/officeDocument/2006/relationships/customXml" Target="../ink/ink243.xml"/><Relationship Id="rId101" Type="http://schemas.openxmlformats.org/officeDocument/2006/relationships/customXml" Target="../ink/ink244.xml"/><Relationship Id="rId122" Type="http://schemas.openxmlformats.org/officeDocument/2006/relationships/image" Target="../media/image1620.png"/><Relationship Id="rId143" Type="http://schemas.openxmlformats.org/officeDocument/2006/relationships/customXml" Target="../ink/ink265.xml"/><Relationship Id="rId148" Type="http://schemas.openxmlformats.org/officeDocument/2006/relationships/image" Target="../media/image1750.png"/><Relationship Id="rId164" Type="http://schemas.openxmlformats.org/officeDocument/2006/relationships/image" Target="../media/image1830.png"/><Relationship Id="rId169" Type="http://schemas.openxmlformats.org/officeDocument/2006/relationships/customXml" Target="../ink/ink278.xml"/><Relationship Id="rId185" Type="http://schemas.openxmlformats.org/officeDocument/2006/relationships/image" Target="../media/image1930.png"/><Relationship Id="rId4" Type="http://schemas.openxmlformats.org/officeDocument/2006/relationships/image" Target="../media/image1040.png"/><Relationship Id="rId9" Type="http://schemas.openxmlformats.org/officeDocument/2006/relationships/customXml" Target="../ink/ink198.xml"/><Relationship Id="rId180" Type="http://schemas.openxmlformats.org/officeDocument/2006/relationships/customXml" Target="../ink/ink284.xml"/><Relationship Id="rId210" Type="http://schemas.openxmlformats.org/officeDocument/2006/relationships/customXml" Target="../ink/ink299.xml"/><Relationship Id="rId215" Type="http://schemas.openxmlformats.org/officeDocument/2006/relationships/image" Target="../media/image2080.png"/><Relationship Id="rId26" Type="http://schemas.openxmlformats.org/officeDocument/2006/relationships/image" Target="../media/image1150.png"/><Relationship Id="rId47" Type="http://schemas.openxmlformats.org/officeDocument/2006/relationships/customXml" Target="../ink/ink217.xml"/><Relationship Id="rId68" Type="http://schemas.openxmlformats.org/officeDocument/2006/relationships/image" Target="../media/image1350.png"/><Relationship Id="rId89" Type="http://schemas.openxmlformats.org/officeDocument/2006/relationships/customXml" Target="../ink/ink238.xml"/><Relationship Id="rId112" Type="http://schemas.openxmlformats.org/officeDocument/2006/relationships/image" Target="../media/image1570.png"/><Relationship Id="rId133" Type="http://schemas.openxmlformats.org/officeDocument/2006/relationships/customXml" Target="../ink/ink260.xml"/><Relationship Id="rId154" Type="http://schemas.openxmlformats.org/officeDocument/2006/relationships/image" Target="../media/image1780.png"/><Relationship Id="rId175" Type="http://schemas.openxmlformats.org/officeDocument/2006/relationships/customXml" Target="../ink/ink281.xml"/><Relationship Id="rId196" Type="http://schemas.openxmlformats.org/officeDocument/2006/relationships/customXml" Target="../ink/ink292.xml"/><Relationship Id="rId200" Type="http://schemas.openxmlformats.org/officeDocument/2006/relationships/customXml" Target="../ink/ink294.xml"/><Relationship Id="rId16" Type="http://schemas.openxmlformats.org/officeDocument/2006/relationships/image" Target="../media/image1100.png"/><Relationship Id="rId221" Type="http://schemas.openxmlformats.org/officeDocument/2006/relationships/image" Target="../media/image211.png"/><Relationship Id="rId37" Type="http://schemas.openxmlformats.org/officeDocument/2006/relationships/customXml" Target="../ink/ink212.xml"/><Relationship Id="rId58" Type="http://schemas.openxmlformats.org/officeDocument/2006/relationships/image" Target="../media/image1300.png"/><Relationship Id="rId79" Type="http://schemas.openxmlformats.org/officeDocument/2006/relationships/customXml" Target="../ink/ink233.xml"/><Relationship Id="rId102" Type="http://schemas.openxmlformats.org/officeDocument/2006/relationships/image" Target="../media/image1520.png"/><Relationship Id="rId123" Type="http://schemas.openxmlformats.org/officeDocument/2006/relationships/customXml" Target="../ink/ink255.xml"/><Relationship Id="rId144" Type="http://schemas.openxmlformats.org/officeDocument/2006/relationships/image" Target="../media/image1730.png"/><Relationship Id="rId90" Type="http://schemas.openxmlformats.org/officeDocument/2006/relationships/image" Target="../media/image1460.png"/><Relationship Id="rId165" Type="http://schemas.openxmlformats.org/officeDocument/2006/relationships/customXml" Target="../ink/ink276.xml"/><Relationship Id="rId186" Type="http://schemas.openxmlformats.org/officeDocument/2006/relationships/customXml" Target="../ink/ink287.xml"/><Relationship Id="rId211" Type="http://schemas.openxmlformats.org/officeDocument/2006/relationships/image" Target="../media/image2060.png"/><Relationship Id="rId27" Type="http://schemas.openxmlformats.org/officeDocument/2006/relationships/customXml" Target="../ink/ink207.xml"/><Relationship Id="rId48" Type="http://schemas.openxmlformats.org/officeDocument/2006/relationships/image" Target="../media/image1260.png"/><Relationship Id="rId69" Type="http://schemas.openxmlformats.org/officeDocument/2006/relationships/customXml" Target="../ink/ink228.xml"/><Relationship Id="rId113" Type="http://schemas.openxmlformats.org/officeDocument/2006/relationships/customXml" Target="../ink/ink250.xml"/><Relationship Id="rId134" Type="http://schemas.openxmlformats.org/officeDocument/2006/relationships/image" Target="../media/image1680.png"/><Relationship Id="rId80" Type="http://schemas.openxmlformats.org/officeDocument/2006/relationships/image" Target="../media/image1411.png"/><Relationship Id="rId155" Type="http://schemas.openxmlformats.org/officeDocument/2006/relationships/customXml" Target="../ink/ink271.xml"/><Relationship Id="rId176" Type="http://schemas.openxmlformats.org/officeDocument/2006/relationships/customXml" Target="../ink/ink282.xml"/><Relationship Id="rId197" Type="http://schemas.openxmlformats.org/officeDocument/2006/relationships/image" Target="../media/image1990.png"/><Relationship Id="rId201" Type="http://schemas.openxmlformats.org/officeDocument/2006/relationships/image" Target="../media/image2011.png"/><Relationship Id="rId222" Type="http://schemas.openxmlformats.org/officeDocument/2006/relationships/customXml" Target="../ink/ink305.xml"/><Relationship Id="rId17" Type="http://schemas.openxmlformats.org/officeDocument/2006/relationships/customXml" Target="../ink/ink202.xml"/><Relationship Id="rId38" Type="http://schemas.openxmlformats.org/officeDocument/2006/relationships/image" Target="../media/image1211.png"/><Relationship Id="rId59" Type="http://schemas.openxmlformats.org/officeDocument/2006/relationships/customXml" Target="../ink/ink223.xml"/><Relationship Id="rId103" Type="http://schemas.openxmlformats.org/officeDocument/2006/relationships/customXml" Target="../ink/ink245.xml"/><Relationship Id="rId124" Type="http://schemas.openxmlformats.org/officeDocument/2006/relationships/image" Target="../media/image1630.png"/><Relationship Id="rId70" Type="http://schemas.openxmlformats.org/officeDocument/2006/relationships/image" Target="../media/image1360.png"/><Relationship Id="rId91" Type="http://schemas.openxmlformats.org/officeDocument/2006/relationships/customXml" Target="../ink/ink239.xml"/><Relationship Id="rId145" Type="http://schemas.openxmlformats.org/officeDocument/2006/relationships/customXml" Target="../ink/ink266.xml"/><Relationship Id="rId166" Type="http://schemas.openxmlformats.org/officeDocument/2006/relationships/image" Target="../media/image1840.png"/><Relationship Id="rId187" Type="http://schemas.openxmlformats.org/officeDocument/2006/relationships/image" Target="../media/image1940.png"/><Relationship Id="rId1" Type="http://schemas.openxmlformats.org/officeDocument/2006/relationships/slideLayout" Target="../slideLayouts/slideLayout9.xml"/><Relationship Id="rId212" Type="http://schemas.openxmlformats.org/officeDocument/2006/relationships/customXml" Target="../ink/ink300.xml"/><Relationship Id="rId28" Type="http://schemas.openxmlformats.org/officeDocument/2006/relationships/image" Target="../media/image1160.png"/><Relationship Id="rId49" Type="http://schemas.openxmlformats.org/officeDocument/2006/relationships/customXml" Target="../ink/ink218.xml"/><Relationship Id="rId114" Type="http://schemas.openxmlformats.org/officeDocument/2006/relationships/image" Target="../media/image1580.png"/><Relationship Id="rId60" Type="http://schemas.openxmlformats.org/officeDocument/2006/relationships/image" Target="../media/image1311.png"/><Relationship Id="rId81" Type="http://schemas.openxmlformats.org/officeDocument/2006/relationships/customXml" Target="../ink/ink234.xml"/><Relationship Id="rId135" Type="http://schemas.openxmlformats.org/officeDocument/2006/relationships/customXml" Target="../ink/ink261.xml"/><Relationship Id="rId156" Type="http://schemas.openxmlformats.org/officeDocument/2006/relationships/image" Target="../media/image1790.png"/><Relationship Id="rId177" Type="http://schemas.openxmlformats.org/officeDocument/2006/relationships/image" Target="../media/image1890.png"/><Relationship Id="rId198" Type="http://schemas.openxmlformats.org/officeDocument/2006/relationships/customXml" Target="../ink/ink293.xml"/><Relationship Id="rId202" Type="http://schemas.openxmlformats.org/officeDocument/2006/relationships/customXml" Target="../ink/ink295.xml"/><Relationship Id="rId223" Type="http://schemas.openxmlformats.org/officeDocument/2006/relationships/image" Target="../media/image212.png"/><Relationship Id="rId18" Type="http://schemas.openxmlformats.org/officeDocument/2006/relationships/image" Target="../media/image1111.png"/><Relationship Id="rId39" Type="http://schemas.openxmlformats.org/officeDocument/2006/relationships/customXml" Target="../ink/ink213.xml"/><Relationship Id="rId50" Type="http://schemas.openxmlformats.org/officeDocument/2006/relationships/image" Target="../media/image1270.png"/><Relationship Id="rId104" Type="http://schemas.openxmlformats.org/officeDocument/2006/relationships/image" Target="../media/image1530.png"/><Relationship Id="rId125" Type="http://schemas.openxmlformats.org/officeDocument/2006/relationships/customXml" Target="../ink/ink256.xml"/><Relationship Id="rId146" Type="http://schemas.openxmlformats.org/officeDocument/2006/relationships/image" Target="../media/image1740.png"/><Relationship Id="rId167" Type="http://schemas.openxmlformats.org/officeDocument/2006/relationships/customXml" Target="../ink/ink277.xml"/><Relationship Id="rId188" Type="http://schemas.openxmlformats.org/officeDocument/2006/relationships/customXml" Target="../ink/ink288.xml"/><Relationship Id="rId71" Type="http://schemas.openxmlformats.org/officeDocument/2006/relationships/customXml" Target="../ink/ink229.xml"/><Relationship Id="rId92" Type="http://schemas.openxmlformats.org/officeDocument/2006/relationships/image" Target="../media/image1470.png"/><Relationship Id="rId213" Type="http://schemas.openxmlformats.org/officeDocument/2006/relationships/image" Target="../media/image2070.png"/><Relationship Id="rId2" Type="http://schemas.openxmlformats.org/officeDocument/2006/relationships/image" Target="../media/image14.png"/><Relationship Id="rId29" Type="http://schemas.openxmlformats.org/officeDocument/2006/relationships/customXml" Target="../ink/ink208.xml"/><Relationship Id="rId40" Type="http://schemas.openxmlformats.org/officeDocument/2006/relationships/image" Target="../media/image1220.png"/><Relationship Id="rId115" Type="http://schemas.openxmlformats.org/officeDocument/2006/relationships/customXml" Target="../ink/ink251.xml"/><Relationship Id="rId136" Type="http://schemas.openxmlformats.org/officeDocument/2006/relationships/image" Target="../media/image1690.png"/><Relationship Id="rId157" Type="http://schemas.openxmlformats.org/officeDocument/2006/relationships/customXml" Target="../ink/ink272.xml"/><Relationship Id="rId178" Type="http://schemas.openxmlformats.org/officeDocument/2006/relationships/customXml" Target="../ink/ink283.xml"/><Relationship Id="rId61" Type="http://schemas.openxmlformats.org/officeDocument/2006/relationships/customXml" Target="../ink/ink224.xml"/><Relationship Id="rId82" Type="http://schemas.openxmlformats.org/officeDocument/2006/relationships/image" Target="../media/image1420.png"/><Relationship Id="rId199" Type="http://schemas.openxmlformats.org/officeDocument/2006/relationships/image" Target="../media/image2000.png"/><Relationship Id="rId203" Type="http://schemas.openxmlformats.org/officeDocument/2006/relationships/image" Target="../media/image2020.png"/><Relationship Id="rId19" Type="http://schemas.openxmlformats.org/officeDocument/2006/relationships/customXml" Target="../ink/ink203.xml"/><Relationship Id="rId224" Type="http://schemas.openxmlformats.org/officeDocument/2006/relationships/customXml" Target="../ink/ink306.xml"/><Relationship Id="rId30" Type="http://schemas.openxmlformats.org/officeDocument/2006/relationships/image" Target="../media/image1170.png"/><Relationship Id="rId105" Type="http://schemas.openxmlformats.org/officeDocument/2006/relationships/customXml" Target="../ink/ink246.xml"/><Relationship Id="rId126" Type="http://schemas.openxmlformats.org/officeDocument/2006/relationships/image" Target="../media/image1640.png"/><Relationship Id="rId147" Type="http://schemas.openxmlformats.org/officeDocument/2006/relationships/customXml" Target="../ink/ink267.xml"/><Relationship Id="rId168" Type="http://schemas.openxmlformats.org/officeDocument/2006/relationships/image" Target="../media/image1850.png"/><Relationship Id="rId51" Type="http://schemas.openxmlformats.org/officeDocument/2006/relationships/customXml" Target="../ink/ink219.xml"/><Relationship Id="rId72" Type="http://schemas.openxmlformats.org/officeDocument/2006/relationships/image" Target="../media/image1370.png"/><Relationship Id="rId93" Type="http://schemas.openxmlformats.org/officeDocument/2006/relationships/customXml" Target="../ink/ink240.xml"/><Relationship Id="rId189" Type="http://schemas.openxmlformats.org/officeDocument/2006/relationships/image" Target="../media/image1950.png"/></Relationships>
</file>

<file path=ppt/slides/_rels/slide17.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Bandwidth Utilization (Part 2)</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b="1" dirty="0"/>
              <a:t>COE 3201</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139281196"/>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10</a:t>
                      </a:r>
                    </a:p>
                  </a:txBody>
                  <a:tcPr/>
                </a:tc>
                <a:tc>
                  <a:txBody>
                    <a:bodyPr/>
                    <a:lstStyle/>
                    <a:p>
                      <a:r>
                        <a:rPr lang="en-US" dirty="0">
                          <a:solidFill>
                            <a:schemeClr val="bg2"/>
                          </a:solidFill>
                        </a:rPr>
                        <a:t>Week No:</a:t>
                      </a:r>
                    </a:p>
                  </a:txBody>
                  <a:tcPr/>
                </a:tc>
                <a:tc>
                  <a:txBody>
                    <a:bodyPr/>
                    <a:lstStyle/>
                    <a:p>
                      <a:r>
                        <a:rPr lang="en-US" dirty="0">
                          <a:solidFill>
                            <a:schemeClr val="bg2"/>
                          </a:solidFill>
                        </a:rPr>
                        <a:t>11</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b="1" dirty="0"/>
              <a:t>Data Communication</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dirty="0">
                <a:solidFill>
                  <a:schemeClr val="bg2"/>
                </a:solidFill>
              </a:rPr>
              <a:t>Interleaving</a:t>
            </a:r>
          </a:p>
          <a:p>
            <a:pPr marL="342900" indent="-342900">
              <a:buAutoNum type="arabicPeriod"/>
            </a:pPr>
            <a:r>
              <a:rPr lang="en-US" dirty="0">
                <a:solidFill>
                  <a:schemeClr val="bg2"/>
                </a:solidFill>
              </a:rPr>
              <a:t>Data rate management</a:t>
            </a:r>
          </a:p>
          <a:p>
            <a:pPr marL="342900" indent="-342900">
              <a:buAutoNum type="arabicPeriod"/>
            </a:pPr>
            <a:r>
              <a:rPr lang="en-US" dirty="0">
                <a:solidFill>
                  <a:schemeClr val="bg2"/>
                </a:solidFill>
              </a:rPr>
              <a:t>Digital Hierarchy</a:t>
            </a:r>
          </a:p>
          <a:p>
            <a:pPr marL="342900" indent="-342900">
              <a:buAutoNum type="arabicPeriod"/>
            </a:pPr>
            <a:r>
              <a:rPr lang="en-US" dirty="0">
                <a:solidFill>
                  <a:schemeClr val="bg2"/>
                </a:solidFill>
              </a:rPr>
              <a:t>T-lines &amp; E-Lines</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Interleaving</a:t>
            </a:r>
          </a:p>
        </p:txBody>
      </p:sp>
      <p:sp>
        <p:nvSpPr>
          <p:cNvPr id="7" name="Content Placeholder 2"/>
          <p:cNvSpPr txBox="1">
            <a:spLocks/>
          </p:cNvSpPr>
          <p:nvPr/>
        </p:nvSpPr>
        <p:spPr>
          <a:xfrm>
            <a:off x="457200" y="2175164"/>
            <a:ext cx="8229600" cy="437803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gn="just">
              <a:defRPr/>
            </a:pPr>
            <a:r>
              <a:rPr lang="en-US" sz="2000" dirty="0">
                <a:solidFill>
                  <a:schemeClr val="bg2"/>
                </a:solidFill>
                <a:latin typeface="Arial Narrow" pitchFamily="34" charset="0"/>
                <a:ea typeface="Arial Unicode MS" pitchFamily="34" charset="-128"/>
                <a:cs typeface="Arial Unicode MS" pitchFamily="34" charset="-128"/>
              </a:rPr>
              <a:t>The </a:t>
            </a:r>
            <a:r>
              <a:rPr lang="en-US" sz="2000" b="1" dirty="0">
                <a:solidFill>
                  <a:schemeClr val="bg2"/>
                </a:solidFill>
                <a:latin typeface="Arial Narrow" pitchFamily="34" charset="0"/>
                <a:ea typeface="Arial Unicode MS" pitchFamily="34" charset="-128"/>
                <a:cs typeface="Arial Unicode MS" pitchFamily="34" charset="-128"/>
              </a:rPr>
              <a:t>process</a:t>
            </a:r>
            <a:r>
              <a:rPr lang="en-US" sz="2000" dirty="0">
                <a:solidFill>
                  <a:schemeClr val="bg2"/>
                </a:solidFill>
                <a:latin typeface="Arial Narrow" pitchFamily="34" charset="0"/>
                <a:ea typeface="Arial Unicode MS" pitchFamily="34" charset="-128"/>
                <a:cs typeface="Arial Unicode MS" pitchFamily="34" charset="-128"/>
              </a:rPr>
              <a:t> of taking a </a:t>
            </a:r>
            <a:r>
              <a:rPr lang="en-US" sz="2000" b="1" dirty="0">
                <a:solidFill>
                  <a:schemeClr val="bg2"/>
                </a:solidFill>
                <a:latin typeface="Arial Narrow" pitchFamily="34" charset="0"/>
                <a:ea typeface="Arial Unicode MS" pitchFamily="34" charset="-128"/>
                <a:cs typeface="Arial Unicode MS" pitchFamily="34" charset="-128"/>
              </a:rPr>
              <a:t>group of bits </a:t>
            </a:r>
            <a:r>
              <a:rPr lang="en-US" sz="2000" dirty="0">
                <a:solidFill>
                  <a:schemeClr val="bg2"/>
                </a:solidFill>
                <a:latin typeface="Arial Narrow" pitchFamily="34" charset="0"/>
                <a:ea typeface="Arial Unicode MS" pitchFamily="34" charset="-128"/>
                <a:cs typeface="Arial Unicode MS" pitchFamily="34" charset="-128"/>
              </a:rPr>
              <a:t>from </a:t>
            </a:r>
            <a:r>
              <a:rPr lang="en-US" sz="2000" b="1" dirty="0">
                <a:solidFill>
                  <a:schemeClr val="bg2"/>
                </a:solidFill>
                <a:latin typeface="Arial Narrow" pitchFamily="34" charset="0"/>
                <a:ea typeface="Arial Unicode MS" pitchFamily="34" charset="-128"/>
                <a:cs typeface="Arial Unicode MS" pitchFamily="34" charset="-128"/>
              </a:rPr>
              <a:t>each input line </a:t>
            </a:r>
            <a:r>
              <a:rPr lang="en-US" sz="2000" dirty="0">
                <a:solidFill>
                  <a:schemeClr val="bg2"/>
                </a:solidFill>
                <a:latin typeface="Arial Narrow" pitchFamily="34" charset="0"/>
                <a:ea typeface="Arial Unicode MS" pitchFamily="34" charset="-128"/>
                <a:cs typeface="Arial Unicode MS" pitchFamily="34" charset="-128"/>
              </a:rPr>
              <a:t>for multiplexing is called </a:t>
            </a:r>
            <a:r>
              <a:rPr lang="en-US" sz="2000" b="1" i="1" dirty="0">
                <a:solidFill>
                  <a:schemeClr val="bg2"/>
                </a:solidFill>
                <a:latin typeface="Arial Narrow" pitchFamily="34" charset="0"/>
                <a:ea typeface="Arial Unicode MS" pitchFamily="34" charset="-128"/>
                <a:cs typeface="Arial Unicode MS" pitchFamily="34" charset="-128"/>
              </a:rPr>
              <a:t>interleaving.</a:t>
            </a:r>
          </a:p>
          <a:p>
            <a:pPr algn="just">
              <a:defRPr/>
            </a:pPr>
            <a:r>
              <a:rPr lang="en-US" sz="2000" b="1" dirty="0">
                <a:solidFill>
                  <a:schemeClr val="bg2"/>
                </a:solidFill>
                <a:latin typeface="Arial Narrow" pitchFamily="34" charset="0"/>
                <a:ea typeface="Arial Unicode MS" pitchFamily="34" charset="-128"/>
                <a:cs typeface="Arial Unicode MS" pitchFamily="34" charset="-128"/>
              </a:rPr>
              <a:t>Interleaving</a:t>
            </a:r>
            <a:r>
              <a:rPr lang="en-US" sz="2000" dirty="0">
                <a:solidFill>
                  <a:schemeClr val="bg2"/>
                </a:solidFill>
                <a:latin typeface="Arial Narrow" pitchFamily="34" charset="0"/>
                <a:ea typeface="Arial Unicode MS" pitchFamily="34" charset="-128"/>
                <a:cs typeface="Arial Unicode MS" pitchFamily="34" charset="-128"/>
              </a:rPr>
              <a:t> is the process of </a:t>
            </a:r>
            <a:r>
              <a:rPr lang="en-US" sz="2000" b="1" dirty="0">
                <a:solidFill>
                  <a:schemeClr val="bg2"/>
                </a:solidFill>
                <a:latin typeface="Arial Narrow" pitchFamily="34" charset="0"/>
                <a:ea typeface="Arial Unicode MS" pitchFamily="34" charset="-128"/>
                <a:cs typeface="Arial Unicode MS" pitchFamily="34" charset="-128"/>
              </a:rPr>
              <a:t>multiplexing.</a:t>
            </a:r>
          </a:p>
          <a:p>
            <a:pPr algn="just">
              <a:defRPr/>
            </a:pPr>
            <a:r>
              <a:rPr lang="en-US" sz="2000" dirty="0">
                <a:solidFill>
                  <a:schemeClr val="bg2"/>
                </a:solidFill>
                <a:latin typeface="Arial Narrow" pitchFamily="34" charset="0"/>
                <a:ea typeface="Arial Unicode MS" pitchFamily="34" charset="-128"/>
                <a:cs typeface="Arial Unicode MS" pitchFamily="34" charset="-128"/>
              </a:rPr>
              <a:t>In </a:t>
            </a:r>
            <a:r>
              <a:rPr lang="en-US" sz="2000" b="1" dirty="0">
                <a:solidFill>
                  <a:schemeClr val="bg2"/>
                </a:solidFill>
                <a:latin typeface="Arial Narrow" pitchFamily="34" charset="0"/>
                <a:ea typeface="Arial Unicode MS" pitchFamily="34" charset="-128"/>
                <a:cs typeface="Arial Unicode MS" pitchFamily="34" charset="-128"/>
              </a:rPr>
              <a:t>TDM,</a:t>
            </a:r>
            <a:r>
              <a:rPr lang="en-US" sz="2000" dirty="0">
                <a:solidFill>
                  <a:schemeClr val="bg2"/>
                </a:solidFill>
                <a:latin typeface="Arial Narrow" pitchFamily="34" charset="0"/>
                <a:ea typeface="Arial Unicode MS" pitchFamily="34" charset="-128"/>
                <a:cs typeface="Arial Unicode MS" pitchFamily="34" charset="-128"/>
              </a:rPr>
              <a:t> </a:t>
            </a:r>
            <a:r>
              <a:rPr lang="en-US" sz="2000" b="1" dirty="0">
                <a:solidFill>
                  <a:schemeClr val="bg2"/>
                </a:solidFill>
                <a:latin typeface="Arial Narrow" pitchFamily="34" charset="0"/>
                <a:ea typeface="Arial Unicode MS" pitchFamily="34" charset="-128"/>
                <a:cs typeface="Arial Unicode MS" pitchFamily="34" charset="-128"/>
              </a:rPr>
              <a:t>synchronization</a:t>
            </a:r>
            <a:r>
              <a:rPr lang="en-US" sz="2000" dirty="0">
                <a:solidFill>
                  <a:schemeClr val="bg2"/>
                </a:solidFill>
                <a:latin typeface="Arial Narrow" pitchFamily="34" charset="0"/>
                <a:ea typeface="Arial Unicode MS" pitchFamily="34" charset="-128"/>
                <a:cs typeface="Arial Unicode MS" pitchFamily="34" charset="-128"/>
              </a:rPr>
              <a:t> between the </a:t>
            </a:r>
            <a:r>
              <a:rPr lang="en-US" sz="2000" b="1" dirty="0">
                <a:solidFill>
                  <a:schemeClr val="bg2"/>
                </a:solidFill>
                <a:latin typeface="Arial Narrow" pitchFamily="34" charset="0"/>
                <a:ea typeface="Arial Unicode MS" pitchFamily="34" charset="-128"/>
                <a:cs typeface="Arial Unicode MS" pitchFamily="34" charset="-128"/>
              </a:rPr>
              <a:t>sender</a:t>
            </a:r>
            <a:r>
              <a:rPr lang="en-US" sz="2000" dirty="0">
                <a:solidFill>
                  <a:schemeClr val="bg2"/>
                </a:solidFill>
                <a:latin typeface="Arial Narrow" pitchFamily="34" charset="0"/>
                <a:ea typeface="Arial Unicode MS" pitchFamily="34" charset="-128"/>
                <a:cs typeface="Arial Unicode MS" pitchFamily="34" charset="-128"/>
              </a:rPr>
              <a:t> and </a:t>
            </a:r>
            <a:r>
              <a:rPr lang="en-US" sz="2000" b="1" dirty="0">
                <a:solidFill>
                  <a:schemeClr val="bg2"/>
                </a:solidFill>
                <a:latin typeface="Arial Narrow" pitchFamily="34" charset="0"/>
                <a:ea typeface="Arial Unicode MS" pitchFamily="34" charset="-128"/>
                <a:cs typeface="Arial Unicode MS" pitchFamily="34" charset="-128"/>
              </a:rPr>
              <a:t>receiver</a:t>
            </a:r>
            <a:r>
              <a:rPr lang="en-US" sz="2000" dirty="0">
                <a:solidFill>
                  <a:schemeClr val="bg2"/>
                </a:solidFill>
                <a:latin typeface="Arial Narrow" pitchFamily="34" charset="0"/>
                <a:ea typeface="Arial Unicode MS" pitchFamily="34" charset="-128"/>
                <a:cs typeface="Arial Unicode MS" pitchFamily="34" charset="-128"/>
              </a:rPr>
              <a:t> is very important.</a:t>
            </a: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marL="69850" algn="ctr">
              <a:buClr>
                <a:srgbClr val="629DD1"/>
              </a:buClr>
              <a:buFont typeface="Wingdings 2" panose="05020102010507070707" pitchFamily="18" charset="2"/>
              <a:buNone/>
              <a:defRPr/>
            </a:pPr>
            <a:r>
              <a:rPr lang="en-US" sz="1400" b="1" i="1" dirty="0">
                <a:solidFill>
                  <a:schemeClr val="bg2"/>
                </a:solidFill>
                <a:latin typeface="Calibri" pitchFamily="34" charset="0"/>
              </a:rPr>
              <a:t>Fig. 17: Interleaving</a:t>
            </a:r>
            <a:endParaRPr lang="en-US" sz="2000" b="1" u="sng"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p:txBody>
      </p:sp>
      <p:pic>
        <p:nvPicPr>
          <p:cNvPr id="8"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3087" y="3754582"/>
            <a:ext cx="7997825" cy="2230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TDM</a:t>
            </a:r>
          </a:p>
          <a:p>
            <a:pPr marL="0" indent="0">
              <a:buNone/>
            </a:pPr>
            <a:endParaRPr lang="en-US" sz="2600" b="1" dirty="0">
              <a:solidFill>
                <a:schemeClr val="tx1"/>
              </a:solidFill>
            </a:endParaRPr>
          </a:p>
        </p:txBody>
      </p:sp>
      <p:sp>
        <p:nvSpPr>
          <p:cNvPr id="4" name="Content Placeholder 2"/>
          <p:cNvSpPr txBox="1">
            <a:spLocks/>
          </p:cNvSpPr>
          <p:nvPr/>
        </p:nvSpPr>
        <p:spPr>
          <a:xfrm>
            <a:off x="457200" y="1052945"/>
            <a:ext cx="8229600" cy="3338946"/>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defRPr/>
            </a:pPr>
            <a:endParaRPr lang="en-US" sz="2000" b="1" u="sng" dirty="0">
              <a:solidFill>
                <a:schemeClr val="bg2"/>
              </a:solidFill>
              <a:latin typeface="Arial Narrow" pitchFamily="34" charset="0"/>
              <a:ea typeface="Arial Unicode MS" pitchFamily="34" charset="-128"/>
              <a:cs typeface="Arial Unicode MS" pitchFamily="34" charset="-128"/>
            </a:endParaRPr>
          </a:p>
          <a:p>
            <a:pPr algn="just">
              <a:defRPr/>
            </a:pPr>
            <a:r>
              <a:rPr lang="en-US" sz="2000" b="1" u="sng" dirty="0">
                <a:solidFill>
                  <a:schemeClr val="bg2"/>
                </a:solidFill>
                <a:latin typeface="Arial Narrow" pitchFamily="34" charset="0"/>
                <a:ea typeface="Arial Unicode MS" pitchFamily="34" charset="-128"/>
                <a:cs typeface="Arial Unicode MS" pitchFamily="34" charset="-128"/>
              </a:rPr>
              <a:t>Example 8: </a:t>
            </a:r>
            <a:r>
              <a:rPr lang="en-US" sz="2000" b="1" dirty="0">
                <a:solidFill>
                  <a:schemeClr val="bg2"/>
                </a:solidFill>
                <a:latin typeface="Arial Narrow" pitchFamily="34" charset="0"/>
                <a:ea typeface="Arial Unicode MS" pitchFamily="34" charset="-128"/>
                <a:cs typeface="Arial Unicode MS" pitchFamily="34" charset="-128"/>
              </a:rPr>
              <a:t>Four channels </a:t>
            </a:r>
            <a:r>
              <a:rPr lang="en-US" sz="2000" dirty="0">
                <a:solidFill>
                  <a:schemeClr val="bg2"/>
                </a:solidFill>
                <a:latin typeface="Arial Narrow" pitchFamily="34" charset="0"/>
                <a:ea typeface="Arial Unicode MS" pitchFamily="34" charset="-128"/>
                <a:cs typeface="Arial Unicode MS" pitchFamily="34" charset="-128"/>
              </a:rPr>
              <a:t>are </a:t>
            </a:r>
            <a:r>
              <a:rPr lang="en-US" sz="2000" b="1" dirty="0">
                <a:solidFill>
                  <a:schemeClr val="bg2"/>
                </a:solidFill>
                <a:latin typeface="Arial Narrow" pitchFamily="34" charset="0"/>
                <a:ea typeface="Arial Unicode MS" pitchFamily="34" charset="-128"/>
                <a:cs typeface="Arial Unicode MS" pitchFamily="34" charset="-128"/>
              </a:rPr>
              <a:t>multiplexed</a:t>
            </a:r>
            <a:r>
              <a:rPr lang="en-US" sz="2000" dirty="0">
                <a:solidFill>
                  <a:schemeClr val="bg2"/>
                </a:solidFill>
                <a:latin typeface="Arial Narrow" pitchFamily="34" charset="0"/>
                <a:ea typeface="Arial Unicode MS" pitchFamily="34" charset="-128"/>
                <a:cs typeface="Arial Unicode MS" pitchFamily="34" charset="-128"/>
              </a:rPr>
              <a:t> using </a:t>
            </a:r>
            <a:r>
              <a:rPr lang="en-US" sz="2000" b="1" dirty="0">
                <a:solidFill>
                  <a:schemeClr val="bg2"/>
                </a:solidFill>
                <a:latin typeface="Arial Narrow" pitchFamily="34" charset="0"/>
                <a:ea typeface="Arial Unicode MS" pitchFamily="34" charset="-128"/>
                <a:cs typeface="Arial Unicode MS" pitchFamily="34" charset="-128"/>
              </a:rPr>
              <a:t>TDM.</a:t>
            </a:r>
            <a:r>
              <a:rPr lang="en-US" sz="2000" dirty="0">
                <a:solidFill>
                  <a:schemeClr val="bg2"/>
                </a:solidFill>
                <a:latin typeface="Arial Narrow" pitchFamily="34" charset="0"/>
                <a:ea typeface="Arial Unicode MS" pitchFamily="34" charset="-128"/>
                <a:cs typeface="Arial Unicode MS" pitchFamily="34" charset="-128"/>
              </a:rPr>
              <a:t> If </a:t>
            </a:r>
            <a:r>
              <a:rPr lang="en-US" sz="2000" b="1" dirty="0">
                <a:solidFill>
                  <a:schemeClr val="bg2"/>
                </a:solidFill>
                <a:latin typeface="Arial Narrow" pitchFamily="34" charset="0"/>
                <a:ea typeface="Arial Unicode MS" pitchFamily="34" charset="-128"/>
                <a:cs typeface="Arial Unicode MS" pitchFamily="34" charset="-128"/>
              </a:rPr>
              <a:t>each channel </a:t>
            </a:r>
            <a:r>
              <a:rPr lang="en-US" sz="2000" dirty="0">
                <a:solidFill>
                  <a:schemeClr val="bg2"/>
                </a:solidFill>
                <a:latin typeface="Arial Narrow" pitchFamily="34" charset="0"/>
                <a:ea typeface="Arial Unicode MS" pitchFamily="34" charset="-128"/>
                <a:cs typeface="Arial Unicode MS" pitchFamily="34" charset="-128"/>
              </a:rPr>
              <a:t>sends </a:t>
            </a:r>
            <a:r>
              <a:rPr lang="en-US" sz="2000" b="1" i="1" dirty="0">
                <a:solidFill>
                  <a:schemeClr val="bg2"/>
                </a:solidFill>
                <a:latin typeface="Arial Narrow" pitchFamily="34" charset="0"/>
                <a:ea typeface="Arial Unicode MS" pitchFamily="34" charset="-128"/>
                <a:cs typeface="Arial Unicode MS" pitchFamily="34" charset="-128"/>
              </a:rPr>
              <a:t>100 bytes /s </a:t>
            </a:r>
            <a:r>
              <a:rPr lang="en-US" sz="2000" dirty="0">
                <a:solidFill>
                  <a:schemeClr val="bg2"/>
                </a:solidFill>
                <a:latin typeface="Arial Narrow" pitchFamily="34" charset="0"/>
                <a:ea typeface="Arial Unicode MS" pitchFamily="34" charset="-128"/>
                <a:cs typeface="Arial Unicode MS" pitchFamily="34" charset="-128"/>
              </a:rPr>
              <a:t>and we multiplex </a:t>
            </a:r>
            <a:r>
              <a:rPr lang="en-US" sz="2000" b="1" i="1" dirty="0">
                <a:solidFill>
                  <a:schemeClr val="bg2"/>
                </a:solidFill>
                <a:latin typeface="Arial Narrow" pitchFamily="34" charset="0"/>
                <a:ea typeface="Arial Unicode MS" pitchFamily="34" charset="-128"/>
                <a:cs typeface="Arial Unicode MS" pitchFamily="34" charset="-128"/>
              </a:rPr>
              <a:t>1 byte per channel, </a:t>
            </a:r>
            <a:r>
              <a:rPr lang="en-US" sz="2000" dirty="0">
                <a:solidFill>
                  <a:schemeClr val="bg2"/>
                </a:solidFill>
                <a:latin typeface="Arial Narrow" pitchFamily="34" charset="0"/>
                <a:ea typeface="Arial Unicode MS" pitchFamily="34" charset="-128"/>
                <a:cs typeface="Arial Unicode MS" pitchFamily="34" charset="-128"/>
              </a:rPr>
              <a:t>show the </a:t>
            </a:r>
            <a:r>
              <a:rPr lang="en-US" sz="2000" b="1" i="1" dirty="0">
                <a:solidFill>
                  <a:schemeClr val="bg2"/>
                </a:solidFill>
                <a:latin typeface="Arial Narrow" pitchFamily="34" charset="0"/>
                <a:ea typeface="Arial Unicode MS" pitchFamily="34" charset="-128"/>
                <a:cs typeface="Arial Unicode MS" pitchFamily="34" charset="-128"/>
              </a:rPr>
              <a:t>frame traveling on the link, the size of the frame, the duration of a frame, the frame rate, and the bit rate for the link.</a:t>
            </a:r>
            <a:endParaRPr lang="en-US" sz="2000" b="1" i="1" u="sng" dirty="0">
              <a:solidFill>
                <a:schemeClr val="bg2"/>
              </a:solidFill>
              <a:latin typeface="Arial Narrow" pitchFamily="34" charset="0"/>
              <a:ea typeface="Arial Unicode MS" pitchFamily="34" charset="-128"/>
              <a:cs typeface="Arial Unicode MS" pitchFamily="34" charset="-128"/>
            </a:endParaRPr>
          </a:p>
          <a:p>
            <a:pPr algn="just">
              <a:defRPr/>
            </a:pPr>
            <a:r>
              <a:rPr lang="en-US" sz="2000" b="1" u="sng" dirty="0">
                <a:solidFill>
                  <a:schemeClr val="bg2"/>
                </a:solidFill>
                <a:latin typeface="Arial Narrow" pitchFamily="34" charset="0"/>
                <a:ea typeface="Arial Unicode MS" pitchFamily="34" charset="-128"/>
                <a:cs typeface="Arial Unicode MS" pitchFamily="34" charset="-128"/>
              </a:rPr>
              <a:t>Solution:</a:t>
            </a:r>
          </a:p>
          <a:p>
            <a:pPr algn="just">
              <a:defRPr/>
            </a:pPr>
            <a:endParaRPr lang="en-US" sz="2000" b="1" u="sng" dirty="0">
              <a:solidFill>
                <a:schemeClr val="bg2"/>
              </a:solidFill>
              <a:latin typeface="Arial Narrow" pitchFamily="34" charset="0"/>
              <a:ea typeface="Arial Unicode MS" pitchFamily="34" charset="-128"/>
              <a:cs typeface="Arial Unicode MS" pitchFamily="34" charset="-128"/>
            </a:endParaRPr>
          </a:p>
          <a:p>
            <a:pPr marL="0" indent="0" algn="just">
              <a:buNone/>
              <a:defRPr/>
            </a:pPr>
            <a:endParaRPr lang="en-US" sz="2000" b="1" u="sng" dirty="0">
              <a:solidFill>
                <a:schemeClr val="bg2"/>
              </a:solidFill>
              <a:latin typeface="Arial Narrow" pitchFamily="34" charset="0"/>
              <a:ea typeface="Arial Unicode MS" pitchFamily="34" charset="-128"/>
              <a:cs typeface="Arial Unicode MS" pitchFamily="34" charset="-128"/>
            </a:endParaRPr>
          </a:p>
          <a:p>
            <a:pPr marL="69850" indent="0" algn="ctr">
              <a:buClr>
                <a:srgbClr val="629DD1"/>
              </a:buClr>
              <a:buFont typeface="Wingdings 2" panose="05020102010507070707" pitchFamily="18" charset="2"/>
              <a:buNone/>
              <a:defRPr/>
            </a:pPr>
            <a:r>
              <a:rPr lang="en-US" sz="1400" b="1" i="1" dirty="0">
                <a:solidFill>
                  <a:schemeClr val="bg2"/>
                </a:solidFill>
                <a:latin typeface="Calibri" pitchFamily="34" charset="0"/>
              </a:rPr>
              <a:t>Fig. 18: Example 8.</a:t>
            </a:r>
            <a:endParaRPr lang="en-US" sz="2000" b="1" u="sng" dirty="0">
              <a:solidFill>
                <a:schemeClr val="bg2"/>
              </a:solidFill>
              <a:latin typeface="Arial Narrow" pitchFamily="34" charset="0"/>
              <a:ea typeface="Arial Unicode MS" pitchFamily="34" charset="-128"/>
              <a:cs typeface="Arial Unicode MS" pitchFamily="34" charset="-128"/>
            </a:endParaRPr>
          </a:p>
          <a:p>
            <a:pPr marL="69850" indent="0" algn="just">
              <a:buFont typeface="Wingdings 2" panose="05020102010507070707" pitchFamily="18" charset="2"/>
              <a:buNone/>
              <a:defRPr/>
            </a:pPr>
            <a:r>
              <a:rPr lang="en-US" sz="2000" dirty="0">
                <a:solidFill>
                  <a:schemeClr val="bg2"/>
                </a:solidFill>
                <a:latin typeface="Arial Narrow" pitchFamily="34" charset="0"/>
                <a:ea typeface="Arial Unicode MS" pitchFamily="34" charset="-128"/>
                <a:cs typeface="Arial Unicode MS" pitchFamily="34" charset="-128"/>
              </a:rPr>
              <a:t>The multiplexer is shown in </a:t>
            </a:r>
            <a:r>
              <a:rPr lang="en-US" sz="2000" b="1" i="1" dirty="0">
                <a:solidFill>
                  <a:schemeClr val="bg2"/>
                </a:solidFill>
                <a:latin typeface="Arial Narrow" pitchFamily="34" charset="0"/>
                <a:ea typeface="Arial Unicode MS" pitchFamily="34" charset="-128"/>
                <a:cs typeface="Arial Unicode MS" pitchFamily="34" charset="-128"/>
              </a:rPr>
              <a:t>Figure 18. </a:t>
            </a:r>
            <a:r>
              <a:rPr lang="en-US" sz="2000" b="1" dirty="0">
                <a:solidFill>
                  <a:schemeClr val="bg2"/>
                </a:solidFill>
                <a:latin typeface="Arial Narrow" pitchFamily="34" charset="0"/>
                <a:ea typeface="Arial Unicode MS" pitchFamily="34" charset="-128"/>
                <a:cs typeface="Arial Unicode MS" pitchFamily="34" charset="-128"/>
              </a:rPr>
              <a:t>Each frame </a:t>
            </a:r>
            <a:r>
              <a:rPr lang="en-US" sz="2000" dirty="0">
                <a:solidFill>
                  <a:schemeClr val="bg2"/>
                </a:solidFill>
                <a:latin typeface="Arial Narrow" pitchFamily="34" charset="0"/>
                <a:ea typeface="Arial Unicode MS" pitchFamily="34" charset="-128"/>
                <a:cs typeface="Arial Unicode MS" pitchFamily="34" charset="-128"/>
              </a:rPr>
              <a:t>carries </a:t>
            </a:r>
            <a:r>
              <a:rPr lang="en-US" sz="2000" b="1" i="1" dirty="0">
                <a:solidFill>
                  <a:schemeClr val="bg2"/>
                </a:solidFill>
                <a:latin typeface="Arial Narrow" pitchFamily="34" charset="0"/>
                <a:ea typeface="Arial Unicode MS" pitchFamily="34" charset="-128"/>
                <a:cs typeface="Arial Unicode MS" pitchFamily="34" charset="-128"/>
              </a:rPr>
              <a:t>1 byte </a:t>
            </a:r>
            <a:r>
              <a:rPr lang="en-US" sz="2000" dirty="0">
                <a:solidFill>
                  <a:schemeClr val="bg2"/>
                </a:solidFill>
                <a:latin typeface="Arial Narrow" pitchFamily="34" charset="0"/>
                <a:ea typeface="Arial Unicode MS" pitchFamily="34" charset="-128"/>
                <a:cs typeface="Arial Unicode MS" pitchFamily="34" charset="-128"/>
              </a:rPr>
              <a:t>from each channel; the size of each frame, therefore, is </a:t>
            </a:r>
            <a:r>
              <a:rPr lang="en-US" sz="2000" b="1" i="1" dirty="0">
                <a:solidFill>
                  <a:schemeClr val="bg2"/>
                </a:solidFill>
                <a:latin typeface="Arial Narrow" pitchFamily="34" charset="0"/>
                <a:ea typeface="Arial Unicode MS" pitchFamily="34" charset="-128"/>
                <a:cs typeface="Arial Unicode MS" pitchFamily="34" charset="-128"/>
              </a:rPr>
              <a:t>4 bytes, or 32 bits. </a:t>
            </a:r>
            <a:r>
              <a:rPr lang="en-US" sz="2000" dirty="0">
                <a:solidFill>
                  <a:schemeClr val="bg2"/>
                </a:solidFill>
                <a:latin typeface="Arial Narrow" pitchFamily="34" charset="0"/>
                <a:ea typeface="Arial Unicode MS" pitchFamily="34" charset="-128"/>
                <a:cs typeface="Arial Unicode MS" pitchFamily="34" charset="-128"/>
              </a:rPr>
              <a:t>Because each channel is sending </a:t>
            </a:r>
            <a:r>
              <a:rPr lang="en-US" sz="2000" b="1" i="1" dirty="0">
                <a:solidFill>
                  <a:schemeClr val="bg2"/>
                </a:solidFill>
                <a:latin typeface="Arial Narrow" pitchFamily="34" charset="0"/>
                <a:ea typeface="Arial Unicode MS" pitchFamily="34" charset="-128"/>
                <a:cs typeface="Arial Unicode MS" pitchFamily="34" charset="-128"/>
              </a:rPr>
              <a:t>100 bytes/s </a:t>
            </a:r>
            <a:r>
              <a:rPr lang="en-US" sz="2000" dirty="0">
                <a:solidFill>
                  <a:schemeClr val="bg2"/>
                </a:solidFill>
                <a:latin typeface="Arial Narrow" pitchFamily="34" charset="0"/>
                <a:ea typeface="Arial Unicode MS" pitchFamily="34" charset="-128"/>
                <a:cs typeface="Arial Unicode MS" pitchFamily="34" charset="-128"/>
              </a:rPr>
              <a:t>and a frame carries </a:t>
            </a:r>
            <a:r>
              <a:rPr lang="en-US" sz="2000" b="1" i="1" dirty="0">
                <a:solidFill>
                  <a:schemeClr val="bg2"/>
                </a:solidFill>
                <a:latin typeface="Arial Narrow" pitchFamily="34" charset="0"/>
                <a:ea typeface="Arial Unicode MS" pitchFamily="34" charset="-128"/>
                <a:cs typeface="Arial Unicode MS" pitchFamily="34" charset="-128"/>
              </a:rPr>
              <a:t>1 byte </a:t>
            </a:r>
            <a:r>
              <a:rPr lang="en-US" sz="2000" dirty="0">
                <a:solidFill>
                  <a:schemeClr val="bg2"/>
                </a:solidFill>
                <a:latin typeface="Arial Narrow" pitchFamily="34" charset="0"/>
                <a:ea typeface="Arial Unicode MS" pitchFamily="34" charset="-128"/>
                <a:cs typeface="Arial Unicode MS" pitchFamily="34" charset="-128"/>
              </a:rPr>
              <a:t>from each channel, the frame rate must be </a:t>
            </a:r>
            <a:r>
              <a:rPr lang="en-US" sz="2000" b="1" i="1" dirty="0">
                <a:solidFill>
                  <a:schemeClr val="bg2"/>
                </a:solidFill>
                <a:latin typeface="Arial Narrow" pitchFamily="34" charset="0"/>
                <a:ea typeface="Arial Unicode MS" pitchFamily="34" charset="-128"/>
                <a:cs typeface="Arial Unicode MS" pitchFamily="34" charset="-128"/>
              </a:rPr>
              <a:t>100 frames per second. </a:t>
            </a:r>
            <a:r>
              <a:rPr lang="en-US" sz="2000" dirty="0">
                <a:solidFill>
                  <a:schemeClr val="bg2"/>
                </a:solidFill>
                <a:latin typeface="Arial Narrow" pitchFamily="34" charset="0"/>
                <a:ea typeface="Arial Unicode MS" pitchFamily="34" charset="-128"/>
                <a:cs typeface="Arial Unicode MS" pitchFamily="34" charset="-128"/>
              </a:rPr>
              <a:t>The bit rate is </a:t>
            </a:r>
            <a:r>
              <a:rPr lang="en-US" sz="2000" b="1" i="1" dirty="0">
                <a:solidFill>
                  <a:schemeClr val="bg2"/>
                </a:solidFill>
                <a:latin typeface="Arial Narrow" pitchFamily="34" charset="0"/>
                <a:ea typeface="Arial Unicode MS" pitchFamily="34" charset="-128"/>
                <a:cs typeface="Arial Unicode MS" pitchFamily="34" charset="-128"/>
              </a:rPr>
              <a:t>100 × 32, or 3200 bps. </a:t>
            </a:r>
          </a:p>
          <a:p>
            <a:pPr algn="just">
              <a:defRPr/>
            </a:pPr>
            <a:endParaRPr lang="en-US" sz="2000" b="1" i="1" dirty="0">
              <a:solidFill>
                <a:schemeClr val="bg2"/>
              </a:solidFill>
              <a:latin typeface="Arial Narrow" pitchFamily="34" charset="0"/>
              <a:ea typeface="Arial Unicode MS" pitchFamily="34" charset="-128"/>
              <a:cs typeface="Arial Unicode MS" pitchFamily="34" charset="-128"/>
            </a:endParaRPr>
          </a:p>
          <a:p>
            <a:pPr marL="69850" indent="0" algn="just">
              <a:buFont typeface="Wingdings 2" panose="05020102010507070707" pitchFamily="18" charset="2"/>
              <a:buNone/>
              <a:defRPr/>
            </a:pPr>
            <a:endParaRPr lang="en-US" sz="2000" b="1" i="1" dirty="0">
              <a:solidFill>
                <a:schemeClr val="bg2"/>
              </a:solidFill>
              <a:latin typeface="Arial Narrow" pitchFamily="34" charset="0"/>
              <a:ea typeface="Arial Unicode MS" pitchFamily="34" charset="-128"/>
              <a:cs typeface="Arial Unicode MS" pitchFamily="34" charset="-128"/>
            </a:endParaRPr>
          </a:p>
          <a:p>
            <a:pPr marL="69850" indent="0" algn="just">
              <a:buFont typeface="Wingdings 2" panose="05020102010507070707" pitchFamily="18" charset="2"/>
              <a:buNone/>
              <a:defRPr/>
            </a:pPr>
            <a:endParaRPr lang="en-US" sz="2000" dirty="0">
              <a:solidFill>
                <a:schemeClr val="bg2"/>
              </a:solidFill>
              <a:latin typeface="Arial Narrow" pitchFamily="34" charset="0"/>
              <a:ea typeface="Arial Unicode MS" pitchFamily="34" charset="-128"/>
              <a:cs typeface="Arial Unicode MS" pitchFamily="34" charset="-128"/>
            </a:endParaRPr>
          </a:p>
        </p:txBody>
      </p:sp>
      <p:pic>
        <p:nvPicPr>
          <p:cNvPr id="6"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85800" y="3117273"/>
            <a:ext cx="7688263" cy="1593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 name="Group 50">
            <a:extLst>
              <a:ext uri="{FF2B5EF4-FFF2-40B4-BE49-F238E27FC236}">
                <a16:creationId xmlns:a16="http://schemas.microsoft.com/office/drawing/2014/main" id="{E9E42F62-5E33-5E30-8947-8FFD9A9E6D6A}"/>
              </a:ext>
            </a:extLst>
          </p:cNvPr>
          <p:cNvGrpSpPr/>
          <p:nvPr/>
        </p:nvGrpSpPr>
        <p:grpSpPr>
          <a:xfrm>
            <a:off x="3911297" y="3647846"/>
            <a:ext cx="1077480" cy="985320"/>
            <a:chOff x="3911297" y="3647846"/>
            <a:chExt cx="1077480" cy="985320"/>
          </a:xfrm>
        </p:grpSpPr>
        <mc:AlternateContent xmlns:mc="http://schemas.openxmlformats.org/markup-compatibility/2006" xmlns:p14="http://schemas.microsoft.com/office/powerpoint/2010/main">
          <mc:Choice Requires="p14">
            <p:contentPart p14:bwMode="auto" r:id="rId3">
              <p14:nvContentPartPr>
                <p14:cNvPr id="33" name="Ink 32">
                  <a:extLst>
                    <a:ext uri="{FF2B5EF4-FFF2-40B4-BE49-F238E27FC236}">
                      <a16:creationId xmlns:a16="http://schemas.microsoft.com/office/drawing/2014/main" id="{E2ED56E1-8954-EE70-3DF0-EA4983440076}"/>
                    </a:ext>
                  </a:extLst>
                </p14:cNvPr>
                <p14:cNvContentPartPr/>
                <p14:nvPr/>
              </p14:nvContentPartPr>
              <p14:xfrm>
                <a:off x="3965297" y="3647846"/>
                <a:ext cx="37440" cy="608760"/>
              </p14:xfrm>
            </p:contentPart>
          </mc:Choice>
          <mc:Fallback xmlns="">
            <p:pic>
              <p:nvPicPr>
                <p:cNvPr id="33" name="Ink 32">
                  <a:extLst>
                    <a:ext uri="{FF2B5EF4-FFF2-40B4-BE49-F238E27FC236}">
                      <a16:creationId xmlns:a16="http://schemas.microsoft.com/office/drawing/2014/main" id="{E2ED56E1-8954-EE70-3DF0-EA4983440076}"/>
                    </a:ext>
                  </a:extLst>
                </p:cNvPr>
                <p:cNvPicPr/>
                <p:nvPr/>
              </p:nvPicPr>
              <p:blipFill>
                <a:blip r:embed="rId4"/>
                <a:stretch>
                  <a:fillRect/>
                </a:stretch>
              </p:blipFill>
              <p:spPr>
                <a:xfrm>
                  <a:off x="3956297" y="3639206"/>
                  <a:ext cx="55080" cy="626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4" name="Ink 33">
                  <a:extLst>
                    <a:ext uri="{FF2B5EF4-FFF2-40B4-BE49-F238E27FC236}">
                      <a16:creationId xmlns:a16="http://schemas.microsoft.com/office/drawing/2014/main" id="{DFD79BB2-B8B9-4303-BE5B-6BE9C4F094BB}"/>
                    </a:ext>
                  </a:extLst>
                </p14:cNvPr>
                <p14:cNvContentPartPr/>
                <p14:nvPr/>
              </p14:nvContentPartPr>
              <p14:xfrm>
                <a:off x="3926057" y="4123406"/>
                <a:ext cx="223560" cy="156600"/>
              </p14:xfrm>
            </p:contentPart>
          </mc:Choice>
          <mc:Fallback xmlns="">
            <p:pic>
              <p:nvPicPr>
                <p:cNvPr id="34" name="Ink 33">
                  <a:extLst>
                    <a:ext uri="{FF2B5EF4-FFF2-40B4-BE49-F238E27FC236}">
                      <a16:creationId xmlns:a16="http://schemas.microsoft.com/office/drawing/2014/main" id="{DFD79BB2-B8B9-4303-BE5B-6BE9C4F094BB}"/>
                    </a:ext>
                  </a:extLst>
                </p:cNvPr>
                <p:cNvPicPr/>
                <p:nvPr/>
              </p:nvPicPr>
              <p:blipFill>
                <a:blip r:embed="rId6"/>
                <a:stretch>
                  <a:fillRect/>
                </a:stretch>
              </p:blipFill>
              <p:spPr>
                <a:xfrm>
                  <a:off x="3917057" y="4114406"/>
                  <a:ext cx="2412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6" name="Ink 35">
                  <a:extLst>
                    <a:ext uri="{FF2B5EF4-FFF2-40B4-BE49-F238E27FC236}">
                      <a16:creationId xmlns:a16="http://schemas.microsoft.com/office/drawing/2014/main" id="{8BEBA51F-B5C0-0E5F-57F4-5C5DB6F5D395}"/>
                    </a:ext>
                  </a:extLst>
                </p14:cNvPr>
                <p14:cNvContentPartPr/>
                <p14:nvPr/>
              </p14:nvContentPartPr>
              <p14:xfrm>
                <a:off x="3911297" y="4449566"/>
                <a:ext cx="51120" cy="141480"/>
              </p14:xfrm>
            </p:contentPart>
          </mc:Choice>
          <mc:Fallback xmlns="">
            <p:pic>
              <p:nvPicPr>
                <p:cNvPr id="36" name="Ink 35">
                  <a:extLst>
                    <a:ext uri="{FF2B5EF4-FFF2-40B4-BE49-F238E27FC236}">
                      <a16:creationId xmlns:a16="http://schemas.microsoft.com/office/drawing/2014/main" id="{8BEBA51F-B5C0-0E5F-57F4-5C5DB6F5D395}"/>
                    </a:ext>
                  </a:extLst>
                </p:cNvPr>
                <p:cNvPicPr/>
                <p:nvPr/>
              </p:nvPicPr>
              <p:blipFill>
                <a:blip r:embed="rId8"/>
                <a:stretch>
                  <a:fillRect/>
                </a:stretch>
              </p:blipFill>
              <p:spPr>
                <a:xfrm>
                  <a:off x="3902297" y="4440566"/>
                  <a:ext cx="68760" cy="159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7" name="Ink 36">
                  <a:extLst>
                    <a:ext uri="{FF2B5EF4-FFF2-40B4-BE49-F238E27FC236}">
                      <a16:creationId xmlns:a16="http://schemas.microsoft.com/office/drawing/2014/main" id="{3AE2CCAC-6B40-0233-F550-1379BAC6B2D4}"/>
                    </a:ext>
                  </a:extLst>
                </p14:cNvPr>
                <p14:cNvContentPartPr/>
                <p14:nvPr/>
              </p14:nvContentPartPr>
              <p14:xfrm>
                <a:off x="4040177" y="4368206"/>
                <a:ext cx="84960" cy="180720"/>
              </p14:xfrm>
            </p:contentPart>
          </mc:Choice>
          <mc:Fallback xmlns="">
            <p:pic>
              <p:nvPicPr>
                <p:cNvPr id="37" name="Ink 36">
                  <a:extLst>
                    <a:ext uri="{FF2B5EF4-FFF2-40B4-BE49-F238E27FC236}">
                      <a16:creationId xmlns:a16="http://schemas.microsoft.com/office/drawing/2014/main" id="{3AE2CCAC-6B40-0233-F550-1379BAC6B2D4}"/>
                    </a:ext>
                  </a:extLst>
                </p:cNvPr>
                <p:cNvPicPr/>
                <p:nvPr/>
              </p:nvPicPr>
              <p:blipFill>
                <a:blip r:embed="rId10"/>
                <a:stretch>
                  <a:fillRect/>
                </a:stretch>
              </p:blipFill>
              <p:spPr>
                <a:xfrm>
                  <a:off x="4031177" y="4359206"/>
                  <a:ext cx="102600" cy="198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8" name="Ink 37">
                  <a:extLst>
                    <a:ext uri="{FF2B5EF4-FFF2-40B4-BE49-F238E27FC236}">
                      <a16:creationId xmlns:a16="http://schemas.microsoft.com/office/drawing/2014/main" id="{E3DB8F78-58CB-2B02-0332-2786C9DA378F}"/>
                    </a:ext>
                  </a:extLst>
                </p14:cNvPr>
                <p14:cNvContentPartPr/>
                <p14:nvPr/>
              </p14:nvContentPartPr>
              <p14:xfrm>
                <a:off x="4122257" y="4361006"/>
                <a:ext cx="100080" cy="186480"/>
              </p14:xfrm>
            </p:contentPart>
          </mc:Choice>
          <mc:Fallback xmlns="">
            <p:pic>
              <p:nvPicPr>
                <p:cNvPr id="38" name="Ink 37">
                  <a:extLst>
                    <a:ext uri="{FF2B5EF4-FFF2-40B4-BE49-F238E27FC236}">
                      <a16:creationId xmlns:a16="http://schemas.microsoft.com/office/drawing/2014/main" id="{E3DB8F78-58CB-2B02-0332-2786C9DA378F}"/>
                    </a:ext>
                  </a:extLst>
                </p:cNvPr>
                <p:cNvPicPr/>
                <p:nvPr/>
              </p:nvPicPr>
              <p:blipFill>
                <a:blip r:embed="rId12"/>
                <a:stretch>
                  <a:fillRect/>
                </a:stretch>
              </p:blipFill>
              <p:spPr>
                <a:xfrm>
                  <a:off x="4113257" y="4352366"/>
                  <a:ext cx="1177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9" name="Ink 38">
                  <a:extLst>
                    <a:ext uri="{FF2B5EF4-FFF2-40B4-BE49-F238E27FC236}">
                      <a16:creationId xmlns:a16="http://schemas.microsoft.com/office/drawing/2014/main" id="{D8CD23EF-5653-8FF2-FB9D-FDBE03090C5A}"/>
                    </a:ext>
                  </a:extLst>
                </p14:cNvPr>
                <p14:cNvContentPartPr/>
                <p14:nvPr/>
              </p14:nvContentPartPr>
              <p14:xfrm>
                <a:off x="4255817" y="4226366"/>
                <a:ext cx="68400" cy="244440"/>
              </p14:xfrm>
            </p:contentPart>
          </mc:Choice>
          <mc:Fallback xmlns="">
            <p:pic>
              <p:nvPicPr>
                <p:cNvPr id="39" name="Ink 38">
                  <a:extLst>
                    <a:ext uri="{FF2B5EF4-FFF2-40B4-BE49-F238E27FC236}">
                      <a16:creationId xmlns:a16="http://schemas.microsoft.com/office/drawing/2014/main" id="{D8CD23EF-5653-8FF2-FB9D-FDBE03090C5A}"/>
                    </a:ext>
                  </a:extLst>
                </p:cNvPr>
                <p:cNvPicPr/>
                <p:nvPr/>
              </p:nvPicPr>
              <p:blipFill>
                <a:blip r:embed="rId14"/>
                <a:stretch>
                  <a:fillRect/>
                </a:stretch>
              </p:blipFill>
              <p:spPr>
                <a:xfrm>
                  <a:off x="4246817" y="4217366"/>
                  <a:ext cx="860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AAA7EEDF-0FD9-5BF4-2377-5EF29BA11FC1}"/>
                    </a:ext>
                  </a:extLst>
                </p14:cNvPr>
                <p14:cNvContentPartPr/>
                <p14:nvPr/>
              </p14:nvContentPartPr>
              <p14:xfrm>
                <a:off x="4279937" y="4304486"/>
                <a:ext cx="49680" cy="69120"/>
              </p14:xfrm>
            </p:contentPart>
          </mc:Choice>
          <mc:Fallback xmlns="">
            <p:pic>
              <p:nvPicPr>
                <p:cNvPr id="40" name="Ink 39">
                  <a:extLst>
                    <a:ext uri="{FF2B5EF4-FFF2-40B4-BE49-F238E27FC236}">
                      <a16:creationId xmlns:a16="http://schemas.microsoft.com/office/drawing/2014/main" id="{AAA7EEDF-0FD9-5BF4-2377-5EF29BA11FC1}"/>
                    </a:ext>
                  </a:extLst>
                </p:cNvPr>
                <p:cNvPicPr/>
                <p:nvPr/>
              </p:nvPicPr>
              <p:blipFill>
                <a:blip r:embed="rId16"/>
                <a:stretch>
                  <a:fillRect/>
                </a:stretch>
              </p:blipFill>
              <p:spPr>
                <a:xfrm>
                  <a:off x="4270937" y="4295846"/>
                  <a:ext cx="6732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Ink 40">
                  <a:extLst>
                    <a:ext uri="{FF2B5EF4-FFF2-40B4-BE49-F238E27FC236}">
                      <a16:creationId xmlns:a16="http://schemas.microsoft.com/office/drawing/2014/main" id="{31B2F146-E7DD-2101-E259-EBFE6E642709}"/>
                    </a:ext>
                  </a:extLst>
                </p14:cNvPr>
                <p14:cNvContentPartPr/>
                <p14:nvPr/>
              </p14:nvContentPartPr>
              <p14:xfrm>
                <a:off x="4357697" y="4202606"/>
                <a:ext cx="139680" cy="148680"/>
              </p14:xfrm>
            </p:contentPart>
          </mc:Choice>
          <mc:Fallback xmlns="">
            <p:pic>
              <p:nvPicPr>
                <p:cNvPr id="41" name="Ink 40">
                  <a:extLst>
                    <a:ext uri="{FF2B5EF4-FFF2-40B4-BE49-F238E27FC236}">
                      <a16:creationId xmlns:a16="http://schemas.microsoft.com/office/drawing/2014/main" id="{31B2F146-E7DD-2101-E259-EBFE6E642709}"/>
                    </a:ext>
                  </a:extLst>
                </p:cNvPr>
                <p:cNvPicPr/>
                <p:nvPr/>
              </p:nvPicPr>
              <p:blipFill>
                <a:blip r:embed="rId18"/>
                <a:stretch>
                  <a:fillRect/>
                </a:stretch>
              </p:blipFill>
              <p:spPr>
                <a:xfrm>
                  <a:off x="4348697" y="4193606"/>
                  <a:ext cx="15732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3" name="Ink 42">
                  <a:extLst>
                    <a:ext uri="{FF2B5EF4-FFF2-40B4-BE49-F238E27FC236}">
                      <a16:creationId xmlns:a16="http://schemas.microsoft.com/office/drawing/2014/main" id="{BB33E20E-19A6-0815-74CD-27D9337B61FD}"/>
                    </a:ext>
                  </a:extLst>
                </p14:cNvPr>
                <p14:cNvContentPartPr/>
                <p14:nvPr/>
              </p14:nvContentPartPr>
              <p14:xfrm>
                <a:off x="4469297" y="4526966"/>
                <a:ext cx="360" cy="360"/>
              </p14:xfrm>
            </p:contentPart>
          </mc:Choice>
          <mc:Fallback xmlns="">
            <p:pic>
              <p:nvPicPr>
                <p:cNvPr id="43" name="Ink 42">
                  <a:extLst>
                    <a:ext uri="{FF2B5EF4-FFF2-40B4-BE49-F238E27FC236}">
                      <a16:creationId xmlns:a16="http://schemas.microsoft.com/office/drawing/2014/main" id="{BB33E20E-19A6-0815-74CD-27D9337B61FD}"/>
                    </a:ext>
                  </a:extLst>
                </p:cNvPr>
                <p:cNvPicPr/>
                <p:nvPr/>
              </p:nvPicPr>
              <p:blipFill>
                <a:blip r:embed="rId20"/>
                <a:stretch>
                  <a:fillRect/>
                </a:stretch>
              </p:blipFill>
              <p:spPr>
                <a:xfrm>
                  <a:off x="4460297" y="451796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4" name="Ink 43">
                  <a:extLst>
                    <a:ext uri="{FF2B5EF4-FFF2-40B4-BE49-F238E27FC236}">
                      <a16:creationId xmlns:a16="http://schemas.microsoft.com/office/drawing/2014/main" id="{B41982EA-8CDE-D7E1-6F86-6D43B0198F13}"/>
                    </a:ext>
                  </a:extLst>
                </p14:cNvPr>
                <p14:cNvContentPartPr/>
                <p14:nvPr/>
              </p14:nvContentPartPr>
              <p14:xfrm>
                <a:off x="4447697" y="4552526"/>
                <a:ext cx="78840" cy="80640"/>
              </p14:xfrm>
            </p:contentPart>
          </mc:Choice>
          <mc:Fallback xmlns="">
            <p:pic>
              <p:nvPicPr>
                <p:cNvPr id="44" name="Ink 43">
                  <a:extLst>
                    <a:ext uri="{FF2B5EF4-FFF2-40B4-BE49-F238E27FC236}">
                      <a16:creationId xmlns:a16="http://schemas.microsoft.com/office/drawing/2014/main" id="{B41982EA-8CDE-D7E1-6F86-6D43B0198F13}"/>
                    </a:ext>
                  </a:extLst>
                </p:cNvPr>
                <p:cNvPicPr/>
                <p:nvPr/>
              </p:nvPicPr>
              <p:blipFill>
                <a:blip r:embed="rId22"/>
                <a:stretch>
                  <a:fillRect/>
                </a:stretch>
              </p:blipFill>
              <p:spPr>
                <a:xfrm>
                  <a:off x="4438697" y="4543886"/>
                  <a:ext cx="964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5" name="Ink 44">
                  <a:extLst>
                    <a:ext uri="{FF2B5EF4-FFF2-40B4-BE49-F238E27FC236}">
                      <a16:creationId xmlns:a16="http://schemas.microsoft.com/office/drawing/2014/main" id="{88A3F4C7-AD31-CF03-1669-FF9D1485005E}"/>
                    </a:ext>
                  </a:extLst>
                </p14:cNvPr>
                <p14:cNvContentPartPr/>
                <p14:nvPr/>
              </p14:nvContentPartPr>
              <p14:xfrm>
                <a:off x="4409537" y="4498526"/>
                <a:ext cx="69840" cy="80640"/>
              </p14:xfrm>
            </p:contentPart>
          </mc:Choice>
          <mc:Fallback xmlns="">
            <p:pic>
              <p:nvPicPr>
                <p:cNvPr id="45" name="Ink 44">
                  <a:extLst>
                    <a:ext uri="{FF2B5EF4-FFF2-40B4-BE49-F238E27FC236}">
                      <a16:creationId xmlns:a16="http://schemas.microsoft.com/office/drawing/2014/main" id="{88A3F4C7-AD31-CF03-1669-FF9D1485005E}"/>
                    </a:ext>
                  </a:extLst>
                </p:cNvPr>
                <p:cNvPicPr/>
                <p:nvPr/>
              </p:nvPicPr>
              <p:blipFill>
                <a:blip r:embed="rId24"/>
                <a:stretch>
                  <a:fillRect/>
                </a:stretch>
              </p:blipFill>
              <p:spPr>
                <a:xfrm>
                  <a:off x="4400897" y="4489886"/>
                  <a:ext cx="87480" cy="98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6" name="Ink 45">
                  <a:extLst>
                    <a:ext uri="{FF2B5EF4-FFF2-40B4-BE49-F238E27FC236}">
                      <a16:creationId xmlns:a16="http://schemas.microsoft.com/office/drawing/2014/main" id="{C874D93A-B6FA-AAD0-24B9-CB0A2FFC7CE6}"/>
                    </a:ext>
                  </a:extLst>
                </p14:cNvPr>
                <p14:cNvContentPartPr/>
                <p14:nvPr/>
              </p14:nvContentPartPr>
              <p14:xfrm>
                <a:off x="4541297" y="4387286"/>
                <a:ext cx="133920" cy="165960"/>
              </p14:xfrm>
            </p:contentPart>
          </mc:Choice>
          <mc:Fallback xmlns="">
            <p:pic>
              <p:nvPicPr>
                <p:cNvPr id="46" name="Ink 45">
                  <a:extLst>
                    <a:ext uri="{FF2B5EF4-FFF2-40B4-BE49-F238E27FC236}">
                      <a16:creationId xmlns:a16="http://schemas.microsoft.com/office/drawing/2014/main" id="{C874D93A-B6FA-AAD0-24B9-CB0A2FFC7CE6}"/>
                    </a:ext>
                  </a:extLst>
                </p:cNvPr>
                <p:cNvPicPr/>
                <p:nvPr/>
              </p:nvPicPr>
              <p:blipFill>
                <a:blip r:embed="rId26"/>
                <a:stretch>
                  <a:fillRect/>
                </a:stretch>
              </p:blipFill>
              <p:spPr>
                <a:xfrm>
                  <a:off x="4532297" y="4378646"/>
                  <a:ext cx="15156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7" name="Ink 46">
                  <a:extLst>
                    <a:ext uri="{FF2B5EF4-FFF2-40B4-BE49-F238E27FC236}">
                      <a16:creationId xmlns:a16="http://schemas.microsoft.com/office/drawing/2014/main" id="{9AA9F34A-0708-0D43-5A6E-06992480F7A5}"/>
                    </a:ext>
                  </a:extLst>
                </p14:cNvPr>
                <p14:cNvContentPartPr/>
                <p14:nvPr/>
              </p14:nvContentPartPr>
              <p14:xfrm>
                <a:off x="4682417" y="4268486"/>
                <a:ext cx="151560" cy="124920"/>
              </p14:xfrm>
            </p:contentPart>
          </mc:Choice>
          <mc:Fallback xmlns="">
            <p:pic>
              <p:nvPicPr>
                <p:cNvPr id="47" name="Ink 46">
                  <a:extLst>
                    <a:ext uri="{FF2B5EF4-FFF2-40B4-BE49-F238E27FC236}">
                      <a16:creationId xmlns:a16="http://schemas.microsoft.com/office/drawing/2014/main" id="{9AA9F34A-0708-0D43-5A6E-06992480F7A5}"/>
                    </a:ext>
                  </a:extLst>
                </p:cNvPr>
                <p:cNvPicPr/>
                <p:nvPr/>
              </p:nvPicPr>
              <p:blipFill>
                <a:blip r:embed="rId28"/>
                <a:stretch>
                  <a:fillRect/>
                </a:stretch>
              </p:blipFill>
              <p:spPr>
                <a:xfrm>
                  <a:off x="4673417" y="4259486"/>
                  <a:ext cx="1692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8" name="Ink 47">
                  <a:extLst>
                    <a:ext uri="{FF2B5EF4-FFF2-40B4-BE49-F238E27FC236}">
                      <a16:creationId xmlns:a16="http://schemas.microsoft.com/office/drawing/2014/main" id="{684B94D9-37FE-A4AB-3309-CF9ADF5B11DE}"/>
                    </a:ext>
                  </a:extLst>
                </p14:cNvPr>
                <p14:cNvContentPartPr/>
                <p14:nvPr/>
              </p14:nvContentPartPr>
              <p14:xfrm>
                <a:off x="4832537" y="4213406"/>
                <a:ext cx="79560" cy="74160"/>
              </p14:xfrm>
            </p:contentPart>
          </mc:Choice>
          <mc:Fallback xmlns="">
            <p:pic>
              <p:nvPicPr>
                <p:cNvPr id="48" name="Ink 47">
                  <a:extLst>
                    <a:ext uri="{FF2B5EF4-FFF2-40B4-BE49-F238E27FC236}">
                      <a16:creationId xmlns:a16="http://schemas.microsoft.com/office/drawing/2014/main" id="{684B94D9-37FE-A4AB-3309-CF9ADF5B11DE}"/>
                    </a:ext>
                  </a:extLst>
                </p:cNvPr>
                <p:cNvPicPr/>
                <p:nvPr/>
              </p:nvPicPr>
              <p:blipFill>
                <a:blip r:embed="rId30"/>
                <a:stretch>
                  <a:fillRect/>
                </a:stretch>
              </p:blipFill>
              <p:spPr>
                <a:xfrm>
                  <a:off x="4823537" y="4204766"/>
                  <a:ext cx="97200" cy="91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9" name="Ink 48">
                  <a:extLst>
                    <a:ext uri="{FF2B5EF4-FFF2-40B4-BE49-F238E27FC236}">
                      <a16:creationId xmlns:a16="http://schemas.microsoft.com/office/drawing/2014/main" id="{F52D449D-1775-EFD4-C831-A0ADC05427ED}"/>
                    </a:ext>
                  </a:extLst>
                </p14:cNvPr>
                <p14:cNvContentPartPr/>
                <p14:nvPr/>
              </p14:nvContentPartPr>
              <p14:xfrm>
                <a:off x="4778897" y="4106126"/>
                <a:ext cx="209880" cy="137520"/>
              </p14:xfrm>
            </p:contentPart>
          </mc:Choice>
          <mc:Fallback xmlns="">
            <p:pic>
              <p:nvPicPr>
                <p:cNvPr id="49" name="Ink 48">
                  <a:extLst>
                    <a:ext uri="{FF2B5EF4-FFF2-40B4-BE49-F238E27FC236}">
                      <a16:creationId xmlns:a16="http://schemas.microsoft.com/office/drawing/2014/main" id="{F52D449D-1775-EFD4-C831-A0ADC05427ED}"/>
                    </a:ext>
                  </a:extLst>
                </p:cNvPr>
                <p:cNvPicPr/>
                <p:nvPr/>
              </p:nvPicPr>
              <p:blipFill>
                <a:blip r:embed="rId32"/>
                <a:stretch>
                  <a:fillRect/>
                </a:stretch>
              </p:blipFill>
              <p:spPr>
                <a:xfrm>
                  <a:off x="4770257" y="4097126"/>
                  <a:ext cx="22752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0" name="Ink 49">
                  <a:extLst>
                    <a:ext uri="{FF2B5EF4-FFF2-40B4-BE49-F238E27FC236}">
                      <a16:creationId xmlns:a16="http://schemas.microsoft.com/office/drawing/2014/main" id="{312D388C-E272-88CC-B4A1-20528CE795B8}"/>
                    </a:ext>
                  </a:extLst>
                </p14:cNvPr>
                <p14:cNvContentPartPr/>
                <p14:nvPr/>
              </p14:nvContentPartPr>
              <p14:xfrm>
                <a:off x="4908137" y="4084526"/>
                <a:ext cx="55080" cy="153000"/>
              </p14:xfrm>
            </p:contentPart>
          </mc:Choice>
          <mc:Fallback xmlns="">
            <p:pic>
              <p:nvPicPr>
                <p:cNvPr id="50" name="Ink 49">
                  <a:extLst>
                    <a:ext uri="{FF2B5EF4-FFF2-40B4-BE49-F238E27FC236}">
                      <a16:creationId xmlns:a16="http://schemas.microsoft.com/office/drawing/2014/main" id="{312D388C-E272-88CC-B4A1-20528CE795B8}"/>
                    </a:ext>
                  </a:extLst>
                </p:cNvPr>
                <p:cNvPicPr/>
                <p:nvPr/>
              </p:nvPicPr>
              <p:blipFill>
                <a:blip r:embed="rId34"/>
                <a:stretch>
                  <a:fillRect/>
                </a:stretch>
              </p:blipFill>
              <p:spPr>
                <a:xfrm>
                  <a:off x="4899497" y="4075526"/>
                  <a:ext cx="72720" cy="170640"/>
                </a:xfrm>
                <a:prstGeom prst="rect">
                  <a:avLst/>
                </a:prstGeom>
              </p:spPr>
            </p:pic>
          </mc:Fallback>
        </mc:AlternateContent>
      </p:grpSp>
      <p:grpSp>
        <p:nvGrpSpPr>
          <p:cNvPr id="166" name="Group 165">
            <a:extLst>
              <a:ext uri="{FF2B5EF4-FFF2-40B4-BE49-F238E27FC236}">
                <a16:creationId xmlns:a16="http://schemas.microsoft.com/office/drawing/2014/main" id="{4C2732C1-A3D5-2F76-B684-0DD31CDAD6F5}"/>
              </a:ext>
            </a:extLst>
          </p:cNvPr>
          <p:cNvGrpSpPr/>
          <p:nvPr/>
        </p:nvGrpSpPr>
        <p:grpSpPr>
          <a:xfrm>
            <a:off x="5877257" y="4285766"/>
            <a:ext cx="3456000" cy="1053000"/>
            <a:chOff x="5877257" y="4285766"/>
            <a:chExt cx="3456000" cy="1053000"/>
          </a:xfrm>
        </p:grpSpPr>
        <mc:AlternateContent xmlns:mc="http://schemas.openxmlformats.org/markup-compatibility/2006" xmlns:p14="http://schemas.microsoft.com/office/powerpoint/2010/main">
          <mc:Choice Requires="p14">
            <p:contentPart p14:bwMode="auto" r:id="rId35">
              <p14:nvContentPartPr>
                <p14:cNvPr id="102" name="Ink 101">
                  <a:extLst>
                    <a:ext uri="{FF2B5EF4-FFF2-40B4-BE49-F238E27FC236}">
                      <a16:creationId xmlns:a16="http://schemas.microsoft.com/office/drawing/2014/main" id="{FADE2FA7-C3CF-C136-61B7-2CA67BA1C7DB}"/>
                    </a:ext>
                  </a:extLst>
                </p14:cNvPr>
                <p14:cNvContentPartPr/>
                <p14:nvPr/>
              </p14:nvContentPartPr>
              <p14:xfrm>
                <a:off x="5880857" y="4934846"/>
                <a:ext cx="20160" cy="263160"/>
              </p14:xfrm>
            </p:contentPart>
          </mc:Choice>
          <mc:Fallback xmlns="">
            <p:pic>
              <p:nvPicPr>
                <p:cNvPr id="102" name="Ink 101">
                  <a:extLst>
                    <a:ext uri="{FF2B5EF4-FFF2-40B4-BE49-F238E27FC236}">
                      <a16:creationId xmlns:a16="http://schemas.microsoft.com/office/drawing/2014/main" id="{FADE2FA7-C3CF-C136-61B7-2CA67BA1C7DB}"/>
                    </a:ext>
                  </a:extLst>
                </p:cNvPr>
                <p:cNvPicPr/>
                <p:nvPr/>
              </p:nvPicPr>
              <p:blipFill>
                <a:blip r:embed="rId142"/>
                <a:stretch>
                  <a:fillRect/>
                </a:stretch>
              </p:blipFill>
              <p:spPr>
                <a:xfrm>
                  <a:off x="5871857" y="4926206"/>
                  <a:ext cx="3780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103" name="Ink 102">
                  <a:extLst>
                    <a:ext uri="{FF2B5EF4-FFF2-40B4-BE49-F238E27FC236}">
                      <a16:creationId xmlns:a16="http://schemas.microsoft.com/office/drawing/2014/main" id="{A1A265F9-332E-2D6C-BC82-E3B2B8435B1B}"/>
                    </a:ext>
                  </a:extLst>
                </p14:cNvPr>
                <p14:cNvContentPartPr/>
                <p14:nvPr/>
              </p14:nvContentPartPr>
              <p14:xfrm>
                <a:off x="5877257" y="4964726"/>
                <a:ext cx="123480" cy="219600"/>
              </p14:xfrm>
            </p:contentPart>
          </mc:Choice>
          <mc:Fallback xmlns="">
            <p:pic>
              <p:nvPicPr>
                <p:cNvPr id="103" name="Ink 102">
                  <a:extLst>
                    <a:ext uri="{FF2B5EF4-FFF2-40B4-BE49-F238E27FC236}">
                      <a16:creationId xmlns:a16="http://schemas.microsoft.com/office/drawing/2014/main" id="{A1A265F9-332E-2D6C-BC82-E3B2B8435B1B}"/>
                    </a:ext>
                  </a:extLst>
                </p:cNvPr>
                <p:cNvPicPr/>
                <p:nvPr/>
              </p:nvPicPr>
              <p:blipFill>
                <a:blip r:embed="rId144"/>
                <a:stretch>
                  <a:fillRect/>
                </a:stretch>
              </p:blipFill>
              <p:spPr>
                <a:xfrm>
                  <a:off x="5868257" y="4956086"/>
                  <a:ext cx="1411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8" name="Ink 117">
                  <a:extLst>
                    <a:ext uri="{FF2B5EF4-FFF2-40B4-BE49-F238E27FC236}">
                      <a16:creationId xmlns:a16="http://schemas.microsoft.com/office/drawing/2014/main" id="{C87E335A-A5C0-DA22-E346-1CD53800A24B}"/>
                    </a:ext>
                  </a:extLst>
                </p14:cNvPr>
                <p14:cNvContentPartPr/>
                <p14:nvPr/>
              </p14:nvContentPartPr>
              <p14:xfrm>
                <a:off x="6053297" y="4905326"/>
                <a:ext cx="209880" cy="267480"/>
              </p14:xfrm>
            </p:contentPart>
          </mc:Choice>
          <mc:Fallback xmlns="">
            <p:pic>
              <p:nvPicPr>
                <p:cNvPr id="118" name="Ink 117">
                  <a:extLst>
                    <a:ext uri="{FF2B5EF4-FFF2-40B4-BE49-F238E27FC236}">
                      <a16:creationId xmlns:a16="http://schemas.microsoft.com/office/drawing/2014/main" id="{C87E335A-A5C0-DA22-E346-1CD53800A24B}"/>
                    </a:ext>
                  </a:extLst>
                </p:cNvPr>
                <p:cNvPicPr/>
                <p:nvPr/>
              </p:nvPicPr>
              <p:blipFill>
                <a:blip r:embed="rId146"/>
                <a:stretch>
                  <a:fillRect/>
                </a:stretch>
              </p:blipFill>
              <p:spPr>
                <a:xfrm>
                  <a:off x="6044657" y="4896326"/>
                  <a:ext cx="22752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19" name="Ink 118">
                  <a:extLst>
                    <a:ext uri="{FF2B5EF4-FFF2-40B4-BE49-F238E27FC236}">
                      <a16:creationId xmlns:a16="http://schemas.microsoft.com/office/drawing/2014/main" id="{7D3BD980-F672-9657-2C13-6922509F55A8}"/>
                    </a:ext>
                  </a:extLst>
                </p14:cNvPr>
                <p14:cNvContentPartPr/>
                <p14:nvPr/>
              </p14:nvContentPartPr>
              <p14:xfrm>
                <a:off x="6185057" y="4940246"/>
                <a:ext cx="269280" cy="147600"/>
              </p14:xfrm>
            </p:contentPart>
          </mc:Choice>
          <mc:Fallback xmlns="">
            <p:pic>
              <p:nvPicPr>
                <p:cNvPr id="119" name="Ink 118">
                  <a:extLst>
                    <a:ext uri="{FF2B5EF4-FFF2-40B4-BE49-F238E27FC236}">
                      <a16:creationId xmlns:a16="http://schemas.microsoft.com/office/drawing/2014/main" id="{7D3BD980-F672-9657-2C13-6922509F55A8}"/>
                    </a:ext>
                  </a:extLst>
                </p:cNvPr>
                <p:cNvPicPr/>
                <p:nvPr/>
              </p:nvPicPr>
              <p:blipFill>
                <a:blip r:embed="rId148"/>
                <a:stretch>
                  <a:fillRect/>
                </a:stretch>
              </p:blipFill>
              <p:spPr>
                <a:xfrm>
                  <a:off x="6176057" y="4931246"/>
                  <a:ext cx="28692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0" name="Ink 119">
                  <a:extLst>
                    <a:ext uri="{FF2B5EF4-FFF2-40B4-BE49-F238E27FC236}">
                      <a16:creationId xmlns:a16="http://schemas.microsoft.com/office/drawing/2014/main" id="{5BA3A114-C118-AD33-2E64-BB8E6AADF0FA}"/>
                    </a:ext>
                  </a:extLst>
                </p14:cNvPr>
                <p14:cNvContentPartPr/>
                <p14:nvPr/>
              </p14:nvContentPartPr>
              <p14:xfrm>
                <a:off x="6523457" y="4916126"/>
                <a:ext cx="126000" cy="237960"/>
              </p14:xfrm>
            </p:contentPart>
          </mc:Choice>
          <mc:Fallback xmlns="">
            <p:pic>
              <p:nvPicPr>
                <p:cNvPr id="120" name="Ink 119">
                  <a:extLst>
                    <a:ext uri="{FF2B5EF4-FFF2-40B4-BE49-F238E27FC236}">
                      <a16:creationId xmlns:a16="http://schemas.microsoft.com/office/drawing/2014/main" id="{5BA3A114-C118-AD33-2E64-BB8E6AADF0FA}"/>
                    </a:ext>
                  </a:extLst>
                </p:cNvPr>
                <p:cNvPicPr/>
                <p:nvPr/>
              </p:nvPicPr>
              <p:blipFill>
                <a:blip r:embed="rId150"/>
                <a:stretch>
                  <a:fillRect/>
                </a:stretch>
              </p:blipFill>
              <p:spPr>
                <a:xfrm>
                  <a:off x="6514457" y="4907486"/>
                  <a:ext cx="14364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1" name="Ink 120">
                  <a:extLst>
                    <a:ext uri="{FF2B5EF4-FFF2-40B4-BE49-F238E27FC236}">
                      <a16:creationId xmlns:a16="http://schemas.microsoft.com/office/drawing/2014/main" id="{8F2A46CB-D244-FB6C-0423-82CE2C9AC40A}"/>
                    </a:ext>
                  </a:extLst>
                </p14:cNvPr>
                <p14:cNvContentPartPr/>
                <p14:nvPr/>
              </p14:nvContentPartPr>
              <p14:xfrm>
                <a:off x="6690497" y="4785806"/>
                <a:ext cx="166320" cy="304200"/>
              </p14:xfrm>
            </p:contentPart>
          </mc:Choice>
          <mc:Fallback xmlns="">
            <p:pic>
              <p:nvPicPr>
                <p:cNvPr id="121" name="Ink 120">
                  <a:extLst>
                    <a:ext uri="{FF2B5EF4-FFF2-40B4-BE49-F238E27FC236}">
                      <a16:creationId xmlns:a16="http://schemas.microsoft.com/office/drawing/2014/main" id="{8F2A46CB-D244-FB6C-0423-82CE2C9AC40A}"/>
                    </a:ext>
                  </a:extLst>
                </p:cNvPr>
                <p:cNvPicPr/>
                <p:nvPr/>
              </p:nvPicPr>
              <p:blipFill>
                <a:blip r:embed="rId152"/>
                <a:stretch>
                  <a:fillRect/>
                </a:stretch>
              </p:blipFill>
              <p:spPr>
                <a:xfrm>
                  <a:off x="6681497" y="4776806"/>
                  <a:ext cx="18396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2" name="Ink 121">
                  <a:extLst>
                    <a:ext uri="{FF2B5EF4-FFF2-40B4-BE49-F238E27FC236}">
                      <a16:creationId xmlns:a16="http://schemas.microsoft.com/office/drawing/2014/main" id="{AA893DB4-8AB6-E4E9-4FBB-2546DD0B4758}"/>
                    </a:ext>
                  </a:extLst>
                </p14:cNvPr>
                <p14:cNvContentPartPr/>
                <p14:nvPr/>
              </p14:nvContentPartPr>
              <p14:xfrm>
                <a:off x="6792017" y="4815686"/>
                <a:ext cx="259920" cy="202680"/>
              </p14:xfrm>
            </p:contentPart>
          </mc:Choice>
          <mc:Fallback xmlns="">
            <p:pic>
              <p:nvPicPr>
                <p:cNvPr id="122" name="Ink 121">
                  <a:extLst>
                    <a:ext uri="{FF2B5EF4-FFF2-40B4-BE49-F238E27FC236}">
                      <a16:creationId xmlns:a16="http://schemas.microsoft.com/office/drawing/2014/main" id="{AA893DB4-8AB6-E4E9-4FBB-2546DD0B4758}"/>
                    </a:ext>
                  </a:extLst>
                </p:cNvPr>
                <p:cNvPicPr/>
                <p:nvPr/>
              </p:nvPicPr>
              <p:blipFill>
                <a:blip r:embed="rId154"/>
                <a:stretch>
                  <a:fillRect/>
                </a:stretch>
              </p:blipFill>
              <p:spPr>
                <a:xfrm>
                  <a:off x="6783017" y="4806686"/>
                  <a:ext cx="27756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3" name="Ink 122">
                  <a:extLst>
                    <a:ext uri="{FF2B5EF4-FFF2-40B4-BE49-F238E27FC236}">
                      <a16:creationId xmlns:a16="http://schemas.microsoft.com/office/drawing/2014/main" id="{DCFD25FB-86EB-71C0-54D4-1AC68EDA558A}"/>
                    </a:ext>
                  </a:extLst>
                </p14:cNvPr>
                <p14:cNvContentPartPr/>
                <p14:nvPr/>
              </p14:nvContentPartPr>
              <p14:xfrm>
                <a:off x="7144097" y="4888406"/>
                <a:ext cx="108000" cy="25920"/>
              </p14:xfrm>
            </p:contentPart>
          </mc:Choice>
          <mc:Fallback xmlns="">
            <p:pic>
              <p:nvPicPr>
                <p:cNvPr id="123" name="Ink 122">
                  <a:extLst>
                    <a:ext uri="{FF2B5EF4-FFF2-40B4-BE49-F238E27FC236}">
                      <a16:creationId xmlns:a16="http://schemas.microsoft.com/office/drawing/2014/main" id="{DCFD25FB-86EB-71C0-54D4-1AC68EDA558A}"/>
                    </a:ext>
                  </a:extLst>
                </p:cNvPr>
                <p:cNvPicPr/>
                <p:nvPr/>
              </p:nvPicPr>
              <p:blipFill>
                <a:blip r:embed="rId156"/>
                <a:stretch>
                  <a:fillRect/>
                </a:stretch>
              </p:blipFill>
              <p:spPr>
                <a:xfrm>
                  <a:off x="7135457" y="4879406"/>
                  <a:ext cx="12564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4" name="Ink 123">
                  <a:extLst>
                    <a:ext uri="{FF2B5EF4-FFF2-40B4-BE49-F238E27FC236}">
                      <a16:creationId xmlns:a16="http://schemas.microsoft.com/office/drawing/2014/main" id="{1F82BD87-4C9D-76AA-3607-049DFF2070F1}"/>
                    </a:ext>
                  </a:extLst>
                </p14:cNvPr>
                <p14:cNvContentPartPr/>
                <p14:nvPr/>
              </p14:nvContentPartPr>
              <p14:xfrm>
                <a:off x="7163897" y="4953926"/>
                <a:ext cx="128160" cy="48960"/>
              </p14:xfrm>
            </p:contentPart>
          </mc:Choice>
          <mc:Fallback xmlns="">
            <p:pic>
              <p:nvPicPr>
                <p:cNvPr id="124" name="Ink 123">
                  <a:extLst>
                    <a:ext uri="{FF2B5EF4-FFF2-40B4-BE49-F238E27FC236}">
                      <a16:creationId xmlns:a16="http://schemas.microsoft.com/office/drawing/2014/main" id="{1F82BD87-4C9D-76AA-3607-049DFF2070F1}"/>
                    </a:ext>
                  </a:extLst>
                </p:cNvPr>
                <p:cNvPicPr/>
                <p:nvPr/>
              </p:nvPicPr>
              <p:blipFill>
                <a:blip r:embed="rId158"/>
                <a:stretch>
                  <a:fillRect/>
                </a:stretch>
              </p:blipFill>
              <p:spPr>
                <a:xfrm>
                  <a:off x="7154897" y="4945286"/>
                  <a:ext cx="1458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26" name="Ink 125">
                  <a:extLst>
                    <a:ext uri="{FF2B5EF4-FFF2-40B4-BE49-F238E27FC236}">
                      <a16:creationId xmlns:a16="http://schemas.microsoft.com/office/drawing/2014/main" id="{8212F030-384E-C20B-3D0E-F971636445E9}"/>
                    </a:ext>
                  </a:extLst>
                </p14:cNvPr>
                <p14:cNvContentPartPr/>
                <p14:nvPr/>
              </p14:nvContentPartPr>
              <p14:xfrm>
                <a:off x="7451177" y="4793006"/>
                <a:ext cx="50400" cy="259560"/>
              </p14:xfrm>
            </p:contentPart>
          </mc:Choice>
          <mc:Fallback xmlns="">
            <p:pic>
              <p:nvPicPr>
                <p:cNvPr id="126" name="Ink 125">
                  <a:extLst>
                    <a:ext uri="{FF2B5EF4-FFF2-40B4-BE49-F238E27FC236}">
                      <a16:creationId xmlns:a16="http://schemas.microsoft.com/office/drawing/2014/main" id="{8212F030-384E-C20B-3D0E-F971636445E9}"/>
                    </a:ext>
                  </a:extLst>
                </p:cNvPr>
                <p:cNvPicPr/>
                <p:nvPr/>
              </p:nvPicPr>
              <p:blipFill>
                <a:blip r:embed="rId160"/>
                <a:stretch>
                  <a:fillRect/>
                </a:stretch>
              </p:blipFill>
              <p:spPr>
                <a:xfrm>
                  <a:off x="7442537" y="4784366"/>
                  <a:ext cx="6804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27" name="Ink 126">
                  <a:extLst>
                    <a:ext uri="{FF2B5EF4-FFF2-40B4-BE49-F238E27FC236}">
                      <a16:creationId xmlns:a16="http://schemas.microsoft.com/office/drawing/2014/main" id="{B92DADC0-1D33-BCF6-7588-F9F5843209A8}"/>
                    </a:ext>
                  </a:extLst>
                </p14:cNvPr>
                <p14:cNvContentPartPr/>
                <p14:nvPr/>
              </p14:nvContentPartPr>
              <p14:xfrm>
                <a:off x="7442897" y="4793726"/>
                <a:ext cx="92520" cy="115200"/>
              </p14:xfrm>
            </p:contentPart>
          </mc:Choice>
          <mc:Fallback xmlns="">
            <p:pic>
              <p:nvPicPr>
                <p:cNvPr id="127" name="Ink 126">
                  <a:extLst>
                    <a:ext uri="{FF2B5EF4-FFF2-40B4-BE49-F238E27FC236}">
                      <a16:creationId xmlns:a16="http://schemas.microsoft.com/office/drawing/2014/main" id="{B92DADC0-1D33-BCF6-7588-F9F5843209A8}"/>
                    </a:ext>
                  </a:extLst>
                </p:cNvPr>
                <p:cNvPicPr/>
                <p:nvPr/>
              </p:nvPicPr>
              <p:blipFill>
                <a:blip r:embed="rId162"/>
                <a:stretch>
                  <a:fillRect/>
                </a:stretch>
              </p:blipFill>
              <p:spPr>
                <a:xfrm>
                  <a:off x="7434257" y="4785086"/>
                  <a:ext cx="11016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28" name="Ink 127">
                  <a:extLst>
                    <a:ext uri="{FF2B5EF4-FFF2-40B4-BE49-F238E27FC236}">
                      <a16:creationId xmlns:a16="http://schemas.microsoft.com/office/drawing/2014/main" id="{14BAF07B-3262-45E2-A5F8-85CB05EDBA23}"/>
                    </a:ext>
                  </a:extLst>
                </p14:cNvPr>
                <p14:cNvContentPartPr/>
                <p14:nvPr/>
              </p14:nvContentPartPr>
              <p14:xfrm>
                <a:off x="7455497" y="4864646"/>
                <a:ext cx="135720" cy="113040"/>
              </p14:xfrm>
            </p:contentPart>
          </mc:Choice>
          <mc:Fallback xmlns="">
            <p:pic>
              <p:nvPicPr>
                <p:cNvPr id="128" name="Ink 127">
                  <a:extLst>
                    <a:ext uri="{FF2B5EF4-FFF2-40B4-BE49-F238E27FC236}">
                      <a16:creationId xmlns:a16="http://schemas.microsoft.com/office/drawing/2014/main" id="{14BAF07B-3262-45E2-A5F8-85CB05EDBA23}"/>
                    </a:ext>
                  </a:extLst>
                </p:cNvPr>
                <p:cNvPicPr/>
                <p:nvPr/>
              </p:nvPicPr>
              <p:blipFill>
                <a:blip r:embed="rId164"/>
                <a:stretch>
                  <a:fillRect/>
                </a:stretch>
              </p:blipFill>
              <p:spPr>
                <a:xfrm>
                  <a:off x="7446497" y="4856006"/>
                  <a:ext cx="15336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29" name="Ink 128">
                  <a:extLst>
                    <a:ext uri="{FF2B5EF4-FFF2-40B4-BE49-F238E27FC236}">
                      <a16:creationId xmlns:a16="http://schemas.microsoft.com/office/drawing/2014/main" id="{278EDB47-A70E-0F07-A525-F567B1E52A0B}"/>
                    </a:ext>
                  </a:extLst>
                </p14:cNvPr>
                <p14:cNvContentPartPr/>
                <p14:nvPr/>
              </p14:nvContentPartPr>
              <p14:xfrm>
                <a:off x="7567097" y="4832606"/>
                <a:ext cx="109080" cy="147240"/>
              </p14:xfrm>
            </p:contentPart>
          </mc:Choice>
          <mc:Fallback xmlns="">
            <p:pic>
              <p:nvPicPr>
                <p:cNvPr id="129" name="Ink 128">
                  <a:extLst>
                    <a:ext uri="{FF2B5EF4-FFF2-40B4-BE49-F238E27FC236}">
                      <a16:creationId xmlns:a16="http://schemas.microsoft.com/office/drawing/2014/main" id="{278EDB47-A70E-0F07-A525-F567B1E52A0B}"/>
                    </a:ext>
                  </a:extLst>
                </p:cNvPr>
                <p:cNvPicPr/>
                <p:nvPr/>
              </p:nvPicPr>
              <p:blipFill>
                <a:blip r:embed="rId166"/>
                <a:stretch>
                  <a:fillRect/>
                </a:stretch>
              </p:blipFill>
              <p:spPr>
                <a:xfrm>
                  <a:off x="7558457" y="4823966"/>
                  <a:ext cx="12672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31" name="Ink 130">
                  <a:extLst>
                    <a:ext uri="{FF2B5EF4-FFF2-40B4-BE49-F238E27FC236}">
                      <a16:creationId xmlns:a16="http://schemas.microsoft.com/office/drawing/2014/main" id="{BA899461-CE20-89B0-B6C0-F5F017FFD378}"/>
                    </a:ext>
                  </a:extLst>
                </p14:cNvPr>
                <p14:cNvContentPartPr/>
                <p14:nvPr/>
              </p14:nvContentPartPr>
              <p14:xfrm>
                <a:off x="7708937" y="4808486"/>
                <a:ext cx="278280" cy="129240"/>
              </p14:xfrm>
            </p:contentPart>
          </mc:Choice>
          <mc:Fallback xmlns="">
            <p:pic>
              <p:nvPicPr>
                <p:cNvPr id="131" name="Ink 130">
                  <a:extLst>
                    <a:ext uri="{FF2B5EF4-FFF2-40B4-BE49-F238E27FC236}">
                      <a16:creationId xmlns:a16="http://schemas.microsoft.com/office/drawing/2014/main" id="{BA899461-CE20-89B0-B6C0-F5F017FFD378}"/>
                    </a:ext>
                  </a:extLst>
                </p:cNvPr>
                <p:cNvPicPr/>
                <p:nvPr/>
              </p:nvPicPr>
              <p:blipFill>
                <a:blip r:embed="rId168"/>
                <a:stretch>
                  <a:fillRect/>
                </a:stretch>
              </p:blipFill>
              <p:spPr>
                <a:xfrm>
                  <a:off x="7700297" y="4799846"/>
                  <a:ext cx="29592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32" name="Ink 131">
                  <a:extLst>
                    <a:ext uri="{FF2B5EF4-FFF2-40B4-BE49-F238E27FC236}">
                      <a16:creationId xmlns:a16="http://schemas.microsoft.com/office/drawing/2014/main" id="{3DB5A548-B89A-7447-8B2A-5C3E75E96C15}"/>
                    </a:ext>
                  </a:extLst>
                </p14:cNvPr>
                <p14:cNvContentPartPr/>
                <p14:nvPr/>
              </p14:nvContentPartPr>
              <p14:xfrm>
                <a:off x="8050577" y="4700486"/>
                <a:ext cx="122040" cy="156600"/>
              </p14:xfrm>
            </p:contentPart>
          </mc:Choice>
          <mc:Fallback xmlns="">
            <p:pic>
              <p:nvPicPr>
                <p:cNvPr id="132" name="Ink 131">
                  <a:extLst>
                    <a:ext uri="{FF2B5EF4-FFF2-40B4-BE49-F238E27FC236}">
                      <a16:creationId xmlns:a16="http://schemas.microsoft.com/office/drawing/2014/main" id="{3DB5A548-B89A-7447-8B2A-5C3E75E96C15}"/>
                    </a:ext>
                  </a:extLst>
                </p:cNvPr>
                <p:cNvPicPr/>
                <p:nvPr/>
              </p:nvPicPr>
              <p:blipFill>
                <a:blip r:embed="rId170"/>
                <a:stretch>
                  <a:fillRect/>
                </a:stretch>
              </p:blipFill>
              <p:spPr>
                <a:xfrm>
                  <a:off x="8041937" y="4691846"/>
                  <a:ext cx="13968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34" name="Ink 133">
                  <a:extLst>
                    <a:ext uri="{FF2B5EF4-FFF2-40B4-BE49-F238E27FC236}">
                      <a16:creationId xmlns:a16="http://schemas.microsoft.com/office/drawing/2014/main" id="{5FFAC430-D9A3-B2E1-5DB7-5500C92FF8C8}"/>
                    </a:ext>
                  </a:extLst>
                </p14:cNvPr>
                <p14:cNvContentPartPr/>
                <p14:nvPr/>
              </p14:nvContentPartPr>
              <p14:xfrm>
                <a:off x="8256137" y="4658006"/>
                <a:ext cx="164160" cy="202680"/>
              </p14:xfrm>
            </p:contentPart>
          </mc:Choice>
          <mc:Fallback xmlns="">
            <p:pic>
              <p:nvPicPr>
                <p:cNvPr id="134" name="Ink 133">
                  <a:extLst>
                    <a:ext uri="{FF2B5EF4-FFF2-40B4-BE49-F238E27FC236}">
                      <a16:creationId xmlns:a16="http://schemas.microsoft.com/office/drawing/2014/main" id="{5FFAC430-D9A3-B2E1-5DB7-5500C92FF8C8}"/>
                    </a:ext>
                  </a:extLst>
                </p:cNvPr>
                <p:cNvPicPr/>
                <p:nvPr/>
              </p:nvPicPr>
              <p:blipFill>
                <a:blip r:embed="rId172"/>
                <a:stretch>
                  <a:fillRect/>
                </a:stretch>
              </p:blipFill>
              <p:spPr>
                <a:xfrm>
                  <a:off x="8247497" y="4649006"/>
                  <a:ext cx="18180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35" name="Ink 134">
                  <a:extLst>
                    <a:ext uri="{FF2B5EF4-FFF2-40B4-BE49-F238E27FC236}">
                      <a16:creationId xmlns:a16="http://schemas.microsoft.com/office/drawing/2014/main" id="{67809ECB-DDAC-8AA0-0A4D-0466A1633E81}"/>
                    </a:ext>
                  </a:extLst>
                </p14:cNvPr>
                <p14:cNvContentPartPr/>
                <p14:nvPr/>
              </p14:nvContentPartPr>
              <p14:xfrm>
                <a:off x="8449097" y="4392686"/>
                <a:ext cx="194400" cy="382320"/>
              </p14:xfrm>
            </p:contentPart>
          </mc:Choice>
          <mc:Fallback xmlns="">
            <p:pic>
              <p:nvPicPr>
                <p:cNvPr id="135" name="Ink 134">
                  <a:extLst>
                    <a:ext uri="{FF2B5EF4-FFF2-40B4-BE49-F238E27FC236}">
                      <a16:creationId xmlns:a16="http://schemas.microsoft.com/office/drawing/2014/main" id="{67809ECB-DDAC-8AA0-0A4D-0466A1633E81}"/>
                    </a:ext>
                  </a:extLst>
                </p:cNvPr>
                <p:cNvPicPr/>
                <p:nvPr/>
              </p:nvPicPr>
              <p:blipFill>
                <a:blip r:embed="rId174"/>
                <a:stretch>
                  <a:fillRect/>
                </a:stretch>
              </p:blipFill>
              <p:spPr>
                <a:xfrm>
                  <a:off x="8440097" y="4384046"/>
                  <a:ext cx="212040" cy="3999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36" name="Ink 135">
                  <a:extLst>
                    <a:ext uri="{FF2B5EF4-FFF2-40B4-BE49-F238E27FC236}">
                      <a16:creationId xmlns:a16="http://schemas.microsoft.com/office/drawing/2014/main" id="{55292060-9F4E-7F5F-DE7B-BA1DF288DBE4}"/>
                    </a:ext>
                  </a:extLst>
                </p14:cNvPr>
                <p14:cNvContentPartPr/>
                <p14:nvPr/>
              </p14:nvContentPartPr>
              <p14:xfrm>
                <a:off x="8527577" y="4399526"/>
                <a:ext cx="268200" cy="173160"/>
              </p14:xfrm>
            </p:contentPart>
          </mc:Choice>
          <mc:Fallback xmlns="">
            <p:pic>
              <p:nvPicPr>
                <p:cNvPr id="136" name="Ink 135">
                  <a:extLst>
                    <a:ext uri="{FF2B5EF4-FFF2-40B4-BE49-F238E27FC236}">
                      <a16:creationId xmlns:a16="http://schemas.microsoft.com/office/drawing/2014/main" id="{55292060-9F4E-7F5F-DE7B-BA1DF288DBE4}"/>
                    </a:ext>
                  </a:extLst>
                </p:cNvPr>
                <p:cNvPicPr/>
                <p:nvPr/>
              </p:nvPicPr>
              <p:blipFill>
                <a:blip r:embed="rId176"/>
                <a:stretch>
                  <a:fillRect/>
                </a:stretch>
              </p:blipFill>
              <p:spPr>
                <a:xfrm>
                  <a:off x="8518577" y="4390886"/>
                  <a:ext cx="2858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37" name="Ink 136">
                  <a:extLst>
                    <a:ext uri="{FF2B5EF4-FFF2-40B4-BE49-F238E27FC236}">
                      <a16:creationId xmlns:a16="http://schemas.microsoft.com/office/drawing/2014/main" id="{1C868C5A-7D67-49AC-AFCE-BD5563C68B06}"/>
                    </a:ext>
                  </a:extLst>
                </p14:cNvPr>
                <p14:cNvContentPartPr/>
                <p14:nvPr/>
              </p14:nvContentPartPr>
              <p14:xfrm>
                <a:off x="8818817" y="4285766"/>
                <a:ext cx="30600" cy="421560"/>
              </p14:xfrm>
            </p:contentPart>
          </mc:Choice>
          <mc:Fallback xmlns="">
            <p:pic>
              <p:nvPicPr>
                <p:cNvPr id="137" name="Ink 136">
                  <a:extLst>
                    <a:ext uri="{FF2B5EF4-FFF2-40B4-BE49-F238E27FC236}">
                      <a16:creationId xmlns:a16="http://schemas.microsoft.com/office/drawing/2014/main" id="{1C868C5A-7D67-49AC-AFCE-BD5563C68B06}"/>
                    </a:ext>
                  </a:extLst>
                </p:cNvPr>
                <p:cNvPicPr/>
                <p:nvPr/>
              </p:nvPicPr>
              <p:blipFill>
                <a:blip r:embed="rId178"/>
                <a:stretch>
                  <a:fillRect/>
                </a:stretch>
              </p:blipFill>
              <p:spPr>
                <a:xfrm>
                  <a:off x="8809817" y="4276766"/>
                  <a:ext cx="48240" cy="43920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38" name="Ink 137">
                  <a:extLst>
                    <a:ext uri="{FF2B5EF4-FFF2-40B4-BE49-F238E27FC236}">
                      <a16:creationId xmlns:a16="http://schemas.microsoft.com/office/drawing/2014/main" id="{B03C86DD-0164-34FF-6F87-5ABFCE22E19D}"/>
                    </a:ext>
                  </a:extLst>
                </p14:cNvPr>
                <p14:cNvContentPartPr/>
                <p14:nvPr/>
              </p14:nvContentPartPr>
              <p14:xfrm>
                <a:off x="8751857" y="4356686"/>
                <a:ext cx="220680" cy="216720"/>
              </p14:xfrm>
            </p:contentPart>
          </mc:Choice>
          <mc:Fallback xmlns="">
            <p:pic>
              <p:nvPicPr>
                <p:cNvPr id="138" name="Ink 137">
                  <a:extLst>
                    <a:ext uri="{FF2B5EF4-FFF2-40B4-BE49-F238E27FC236}">
                      <a16:creationId xmlns:a16="http://schemas.microsoft.com/office/drawing/2014/main" id="{B03C86DD-0164-34FF-6F87-5ABFCE22E19D}"/>
                    </a:ext>
                  </a:extLst>
                </p:cNvPr>
                <p:cNvPicPr/>
                <p:nvPr/>
              </p:nvPicPr>
              <p:blipFill>
                <a:blip r:embed="rId180"/>
                <a:stretch>
                  <a:fillRect/>
                </a:stretch>
              </p:blipFill>
              <p:spPr>
                <a:xfrm>
                  <a:off x="8743217" y="4347686"/>
                  <a:ext cx="2383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40" name="Ink 139">
                  <a:extLst>
                    <a:ext uri="{FF2B5EF4-FFF2-40B4-BE49-F238E27FC236}">
                      <a16:creationId xmlns:a16="http://schemas.microsoft.com/office/drawing/2014/main" id="{B82F88B1-EE15-7A6B-E32D-253AC8CA2FF5}"/>
                    </a:ext>
                  </a:extLst>
                </p14:cNvPr>
                <p14:cNvContentPartPr/>
                <p14:nvPr/>
              </p14:nvContentPartPr>
              <p14:xfrm>
                <a:off x="7603457" y="5201966"/>
                <a:ext cx="59400" cy="60480"/>
              </p14:xfrm>
            </p:contentPart>
          </mc:Choice>
          <mc:Fallback xmlns="">
            <p:pic>
              <p:nvPicPr>
                <p:cNvPr id="140" name="Ink 139">
                  <a:extLst>
                    <a:ext uri="{FF2B5EF4-FFF2-40B4-BE49-F238E27FC236}">
                      <a16:creationId xmlns:a16="http://schemas.microsoft.com/office/drawing/2014/main" id="{B82F88B1-EE15-7A6B-E32D-253AC8CA2FF5}"/>
                    </a:ext>
                  </a:extLst>
                </p:cNvPr>
                <p:cNvPicPr/>
                <p:nvPr/>
              </p:nvPicPr>
              <p:blipFill>
                <a:blip r:embed="rId182"/>
                <a:stretch>
                  <a:fillRect/>
                </a:stretch>
              </p:blipFill>
              <p:spPr>
                <a:xfrm>
                  <a:off x="7594817" y="5192966"/>
                  <a:ext cx="7704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41" name="Ink 140">
                  <a:extLst>
                    <a:ext uri="{FF2B5EF4-FFF2-40B4-BE49-F238E27FC236}">
                      <a16:creationId xmlns:a16="http://schemas.microsoft.com/office/drawing/2014/main" id="{833F6F57-260C-73DA-73D6-B8D6A1C56268}"/>
                    </a:ext>
                  </a:extLst>
                </p14:cNvPr>
                <p14:cNvContentPartPr/>
                <p14:nvPr/>
              </p14:nvContentPartPr>
              <p14:xfrm>
                <a:off x="7477097" y="5213126"/>
                <a:ext cx="191160" cy="125280"/>
              </p14:xfrm>
            </p:contentPart>
          </mc:Choice>
          <mc:Fallback xmlns="">
            <p:pic>
              <p:nvPicPr>
                <p:cNvPr id="141" name="Ink 140">
                  <a:extLst>
                    <a:ext uri="{FF2B5EF4-FFF2-40B4-BE49-F238E27FC236}">
                      <a16:creationId xmlns:a16="http://schemas.microsoft.com/office/drawing/2014/main" id="{833F6F57-260C-73DA-73D6-B8D6A1C56268}"/>
                    </a:ext>
                  </a:extLst>
                </p:cNvPr>
                <p:cNvPicPr/>
                <p:nvPr/>
              </p:nvPicPr>
              <p:blipFill>
                <a:blip r:embed="rId184"/>
                <a:stretch>
                  <a:fillRect/>
                </a:stretch>
              </p:blipFill>
              <p:spPr>
                <a:xfrm>
                  <a:off x="7468097" y="5204486"/>
                  <a:ext cx="2088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42" name="Ink 141">
                  <a:extLst>
                    <a:ext uri="{FF2B5EF4-FFF2-40B4-BE49-F238E27FC236}">
                      <a16:creationId xmlns:a16="http://schemas.microsoft.com/office/drawing/2014/main" id="{2073E90C-A3E8-5727-2146-62FC14A92C87}"/>
                    </a:ext>
                  </a:extLst>
                </p14:cNvPr>
                <p14:cNvContentPartPr/>
                <p14:nvPr/>
              </p14:nvContentPartPr>
              <p14:xfrm>
                <a:off x="7701017" y="5169206"/>
                <a:ext cx="93960" cy="79560"/>
              </p14:xfrm>
            </p:contentPart>
          </mc:Choice>
          <mc:Fallback xmlns="">
            <p:pic>
              <p:nvPicPr>
                <p:cNvPr id="142" name="Ink 141">
                  <a:extLst>
                    <a:ext uri="{FF2B5EF4-FFF2-40B4-BE49-F238E27FC236}">
                      <a16:creationId xmlns:a16="http://schemas.microsoft.com/office/drawing/2014/main" id="{2073E90C-A3E8-5727-2146-62FC14A92C87}"/>
                    </a:ext>
                  </a:extLst>
                </p:cNvPr>
                <p:cNvPicPr/>
                <p:nvPr/>
              </p:nvPicPr>
              <p:blipFill>
                <a:blip r:embed="rId186"/>
                <a:stretch>
                  <a:fillRect/>
                </a:stretch>
              </p:blipFill>
              <p:spPr>
                <a:xfrm>
                  <a:off x="7692377" y="5160206"/>
                  <a:ext cx="11160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43" name="Ink 142">
                  <a:extLst>
                    <a:ext uri="{FF2B5EF4-FFF2-40B4-BE49-F238E27FC236}">
                      <a16:creationId xmlns:a16="http://schemas.microsoft.com/office/drawing/2014/main" id="{4A7893BE-65B6-ACB0-4580-895F643B4D39}"/>
                    </a:ext>
                  </a:extLst>
                </p14:cNvPr>
                <p14:cNvContentPartPr/>
                <p14:nvPr/>
              </p14:nvContentPartPr>
              <p14:xfrm>
                <a:off x="7833137" y="5068406"/>
                <a:ext cx="102240" cy="115560"/>
              </p14:xfrm>
            </p:contentPart>
          </mc:Choice>
          <mc:Fallback xmlns="">
            <p:pic>
              <p:nvPicPr>
                <p:cNvPr id="143" name="Ink 142">
                  <a:extLst>
                    <a:ext uri="{FF2B5EF4-FFF2-40B4-BE49-F238E27FC236}">
                      <a16:creationId xmlns:a16="http://schemas.microsoft.com/office/drawing/2014/main" id="{4A7893BE-65B6-ACB0-4580-895F643B4D39}"/>
                    </a:ext>
                  </a:extLst>
                </p:cNvPr>
                <p:cNvPicPr/>
                <p:nvPr/>
              </p:nvPicPr>
              <p:blipFill>
                <a:blip r:embed="rId188"/>
                <a:stretch>
                  <a:fillRect/>
                </a:stretch>
              </p:blipFill>
              <p:spPr>
                <a:xfrm>
                  <a:off x="7824497" y="5059406"/>
                  <a:ext cx="11988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44" name="Ink 143">
                  <a:extLst>
                    <a:ext uri="{FF2B5EF4-FFF2-40B4-BE49-F238E27FC236}">
                      <a16:creationId xmlns:a16="http://schemas.microsoft.com/office/drawing/2014/main" id="{1425DD67-89B7-6680-AD22-7A8DB7862BF1}"/>
                    </a:ext>
                  </a:extLst>
                </p14:cNvPr>
                <p14:cNvContentPartPr/>
                <p14:nvPr/>
              </p14:nvContentPartPr>
              <p14:xfrm>
                <a:off x="7952657" y="4956086"/>
                <a:ext cx="120600" cy="382680"/>
              </p14:xfrm>
            </p:contentPart>
          </mc:Choice>
          <mc:Fallback xmlns="">
            <p:pic>
              <p:nvPicPr>
                <p:cNvPr id="144" name="Ink 143">
                  <a:extLst>
                    <a:ext uri="{FF2B5EF4-FFF2-40B4-BE49-F238E27FC236}">
                      <a16:creationId xmlns:a16="http://schemas.microsoft.com/office/drawing/2014/main" id="{1425DD67-89B7-6680-AD22-7A8DB7862BF1}"/>
                    </a:ext>
                  </a:extLst>
                </p:cNvPr>
                <p:cNvPicPr/>
                <p:nvPr/>
              </p:nvPicPr>
              <p:blipFill>
                <a:blip r:embed="rId190"/>
                <a:stretch>
                  <a:fillRect/>
                </a:stretch>
              </p:blipFill>
              <p:spPr>
                <a:xfrm>
                  <a:off x="7943657" y="4947086"/>
                  <a:ext cx="13824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45" name="Ink 144">
                  <a:extLst>
                    <a:ext uri="{FF2B5EF4-FFF2-40B4-BE49-F238E27FC236}">
                      <a16:creationId xmlns:a16="http://schemas.microsoft.com/office/drawing/2014/main" id="{62F17C11-2C11-8F46-0AB5-E9B9DB1C0AF4}"/>
                    </a:ext>
                  </a:extLst>
                </p14:cNvPr>
                <p14:cNvContentPartPr/>
                <p14:nvPr/>
              </p14:nvContentPartPr>
              <p14:xfrm>
                <a:off x="8003417" y="5138966"/>
                <a:ext cx="82080" cy="76680"/>
              </p14:xfrm>
            </p:contentPart>
          </mc:Choice>
          <mc:Fallback xmlns="">
            <p:pic>
              <p:nvPicPr>
                <p:cNvPr id="145" name="Ink 144">
                  <a:extLst>
                    <a:ext uri="{FF2B5EF4-FFF2-40B4-BE49-F238E27FC236}">
                      <a16:creationId xmlns:a16="http://schemas.microsoft.com/office/drawing/2014/main" id="{62F17C11-2C11-8F46-0AB5-E9B9DB1C0AF4}"/>
                    </a:ext>
                  </a:extLst>
                </p:cNvPr>
                <p:cNvPicPr/>
                <p:nvPr/>
              </p:nvPicPr>
              <p:blipFill>
                <a:blip r:embed="rId192"/>
                <a:stretch>
                  <a:fillRect/>
                </a:stretch>
              </p:blipFill>
              <p:spPr>
                <a:xfrm>
                  <a:off x="7994417" y="5130326"/>
                  <a:ext cx="9972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55" name="Ink 154">
                  <a:extLst>
                    <a:ext uri="{FF2B5EF4-FFF2-40B4-BE49-F238E27FC236}">
                      <a16:creationId xmlns:a16="http://schemas.microsoft.com/office/drawing/2014/main" id="{C81A774E-650E-7094-140D-18C83245F36D}"/>
                    </a:ext>
                  </a:extLst>
                </p14:cNvPr>
                <p14:cNvContentPartPr/>
                <p14:nvPr/>
              </p14:nvContentPartPr>
              <p14:xfrm>
                <a:off x="8129417" y="4988846"/>
                <a:ext cx="141840" cy="183240"/>
              </p14:xfrm>
            </p:contentPart>
          </mc:Choice>
          <mc:Fallback xmlns="">
            <p:pic>
              <p:nvPicPr>
                <p:cNvPr id="155" name="Ink 154">
                  <a:extLst>
                    <a:ext uri="{FF2B5EF4-FFF2-40B4-BE49-F238E27FC236}">
                      <a16:creationId xmlns:a16="http://schemas.microsoft.com/office/drawing/2014/main" id="{C81A774E-650E-7094-140D-18C83245F36D}"/>
                    </a:ext>
                  </a:extLst>
                </p:cNvPr>
                <p:cNvPicPr/>
                <p:nvPr/>
              </p:nvPicPr>
              <p:blipFill>
                <a:blip r:embed="rId194"/>
                <a:stretch>
                  <a:fillRect/>
                </a:stretch>
              </p:blipFill>
              <p:spPr>
                <a:xfrm>
                  <a:off x="8120417" y="4980206"/>
                  <a:ext cx="15948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56" name="Ink 155">
                  <a:extLst>
                    <a:ext uri="{FF2B5EF4-FFF2-40B4-BE49-F238E27FC236}">
                      <a16:creationId xmlns:a16="http://schemas.microsoft.com/office/drawing/2014/main" id="{BCA47A95-C040-9BB7-6AA1-099030BC6F64}"/>
                    </a:ext>
                  </a:extLst>
                </p14:cNvPr>
                <p14:cNvContentPartPr/>
                <p14:nvPr/>
              </p14:nvContentPartPr>
              <p14:xfrm>
                <a:off x="8338217" y="5031686"/>
                <a:ext cx="50040" cy="81360"/>
              </p14:xfrm>
            </p:contentPart>
          </mc:Choice>
          <mc:Fallback xmlns="">
            <p:pic>
              <p:nvPicPr>
                <p:cNvPr id="156" name="Ink 155">
                  <a:extLst>
                    <a:ext uri="{FF2B5EF4-FFF2-40B4-BE49-F238E27FC236}">
                      <a16:creationId xmlns:a16="http://schemas.microsoft.com/office/drawing/2014/main" id="{BCA47A95-C040-9BB7-6AA1-099030BC6F64}"/>
                    </a:ext>
                  </a:extLst>
                </p:cNvPr>
                <p:cNvPicPr/>
                <p:nvPr/>
              </p:nvPicPr>
              <p:blipFill>
                <a:blip r:embed="rId196"/>
                <a:stretch>
                  <a:fillRect/>
                </a:stretch>
              </p:blipFill>
              <p:spPr>
                <a:xfrm>
                  <a:off x="8329577" y="5022686"/>
                  <a:ext cx="676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57" name="Ink 156">
                  <a:extLst>
                    <a:ext uri="{FF2B5EF4-FFF2-40B4-BE49-F238E27FC236}">
                      <a16:creationId xmlns:a16="http://schemas.microsoft.com/office/drawing/2014/main" id="{BEB57657-590A-9BFF-3A0B-B7C7AC60EE6C}"/>
                    </a:ext>
                  </a:extLst>
                </p14:cNvPr>
                <p14:cNvContentPartPr/>
                <p14:nvPr/>
              </p14:nvContentPartPr>
              <p14:xfrm>
                <a:off x="8231297" y="4936286"/>
                <a:ext cx="21960" cy="40320"/>
              </p14:xfrm>
            </p:contentPart>
          </mc:Choice>
          <mc:Fallback xmlns="">
            <p:pic>
              <p:nvPicPr>
                <p:cNvPr id="157" name="Ink 156">
                  <a:extLst>
                    <a:ext uri="{FF2B5EF4-FFF2-40B4-BE49-F238E27FC236}">
                      <a16:creationId xmlns:a16="http://schemas.microsoft.com/office/drawing/2014/main" id="{BEB57657-590A-9BFF-3A0B-B7C7AC60EE6C}"/>
                    </a:ext>
                  </a:extLst>
                </p:cNvPr>
                <p:cNvPicPr/>
                <p:nvPr/>
              </p:nvPicPr>
              <p:blipFill>
                <a:blip r:embed="rId198"/>
                <a:stretch>
                  <a:fillRect/>
                </a:stretch>
              </p:blipFill>
              <p:spPr>
                <a:xfrm>
                  <a:off x="8222297" y="4927646"/>
                  <a:ext cx="396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58" name="Ink 157">
                  <a:extLst>
                    <a:ext uri="{FF2B5EF4-FFF2-40B4-BE49-F238E27FC236}">
                      <a16:creationId xmlns:a16="http://schemas.microsoft.com/office/drawing/2014/main" id="{602636E3-5797-AC3A-5E2E-336D6F239933}"/>
                    </a:ext>
                  </a:extLst>
                </p14:cNvPr>
                <p14:cNvContentPartPr/>
                <p14:nvPr/>
              </p14:nvContentPartPr>
              <p14:xfrm>
                <a:off x="8363057" y="4929446"/>
                <a:ext cx="75960" cy="169920"/>
              </p14:xfrm>
            </p:contentPart>
          </mc:Choice>
          <mc:Fallback xmlns="">
            <p:pic>
              <p:nvPicPr>
                <p:cNvPr id="158" name="Ink 157">
                  <a:extLst>
                    <a:ext uri="{FF2B5EF4-FFF2-40B4-BE49-F238E27FC236}">
                      <a16:creationId xmlns:a16="http://schemas.microsoft.com/office/drawing/2014/main" id="{602636E3-5797-AC3A-5E2E-336D6F239933}"/>
                    </a:ext>
                  </a:extLst>
                </p:cNvPr>
                <p:cNvPicPr/>
                <p:nvPr/>
              </p:nvPicPr>
              <p:blipFill>
                <a:blip r:embed="rId200"/>
                <a:stretch>
                  <a:fillRect/>
                </a:stretch>
              </p:blipFill>
              <p:spPr>
                <a:xfrm>
                  <a:off x="8354417" y="4920806"/>
                  <a:ext cx="936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59" name="Ink 158">
                  <a:extLst>
                    <a:ext uri="{FF2B5EF4-FFF2-40B4-BE49-F238E27FC236}">
                      <a16:creationId xmlns:a16="http://schemas.microsoft.com/office/drawing/2014/main" id="{065A5B03-8B3B-F3B9-8D02-540BA6AA9259}"/>
                    </a:ext>
                  </a:extLst>
                </p14:cNvPr>
                <p14:cNvContentPartPr/>
                <p14:nvPr/>
              </p14:nvContentPartPr>
              <p14:xfrm>
                <a:off x="8475017" y="4930886"/>
                <a:ext cx="102240" cy="190440"/>
              </p14:xfrm>
            </p:contentPart>
          </mc:Choice>
          <mc:Fallback xmlns="">
            <p:pic>
              <p:nvPicPr>
                <p:cNvPr id="159" name="Ink 158">
                  <a:extLst>
                    <a:ext uri="{FF2B5EF4-FFF2-40B4-BE49-F238E27FC236}">
                      <a16:creationId xmlns:a16="http://schemas.microsoft.com/office/drawing/2014/main" id="{065A5B03-8B3B-F3B9-8D02-540BA6AA9259}"/>
                    </a:ext>
                  </a:extLst>
                </p:cNvPr>
                <p:cNvPicPr/>
                <p:nvPr/>
              </p:nvPicPr>
              <p:blipFill>
                <a:blip r:embed="rId202"/>
                <a:stretch>
                  <a:fillRect/>
                </a:stretch>
              </p:blipFill>
              <p:spPr>
                <a:xfrm>
                  <a:off x="8466017" y="4922246"/>
                  <a:ext cx="11988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60" name="Ink 159">
                  <a:extLst>
                    <a:ext uri="{FF2B5EF4-FFF2-40B4-BE49-F238E27FC236}">
                      <a16:creationId xmlns:a16="http://schemas.microsoft.com/office/drawing/2014/main" id="{4B44D3A3-A845-F61D-31F7-70E740493F57}"/>
                    </a:ext>
                  </a:extLst>
                </p14:cNvPr>
                <p14:cNvContentPartPr/>
                <p14:nvPr/>
              </p14:nvContentPartPr>
              <p14:xfrm>
                <a:off x="8617937" y="4780406"/>
                <a:ext cx="43200" cy="360360"/>
              </p14:xfrm>
            </p:contentPart>
          </mc:Choice>
          <mc:Fallback xmlns="">
            <p:pic>
              <p:nvPicPr>
                <p:cNvPr id="160" name="Ink 159">
                  <a:extLst>
                    <a:ext uri="{FF2B5EF4-FFF2-40B4-BE49-F238E27FC236}">
                      <a16:creationId xmlns:a16="http://schemas.microsoft.com/office/drawing/2014/main" id="{4B44D3A3-A845-F61D-31F7-70E740493F57}"/>
                    </a:ext>
                  </a:extLst>
                </p:cNvPr>
                <p:cNvPicPr/>
                <p:nvPr/>
              </p:nvPicPr>
              <p:blipFill>
                <a:blip r:embed="rId204"/>
                <a:stretch>
                  <a:fillRect/>
                </a:stretch>
              </p:blipFill>
              <p:spPr>
                <a:xfrm>
                  <a:off x="8608937" y="4771406"/>
                  <a:ext cx="6084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62" name="Ink 161">
                  <a:extLst>
                    <a:ext uri="{FF2B5EF4-FFF2-40B4-BE49-F238E27FC236}">
                      <a16:creationId xmlns:a16="http://schemas.microsoft.com/office/drawing/2014/main" id="{A953A468-40D8-4574-1306-6D563CE67E4B}"/>
                    </a:ext>
                  </a:extLst>
                </p14:cNvPr>
                <p14:cNvContentPartPr/>
                <p14:nvPr/>
              </p14:nvContentPartPr>
              <p14:xfrm>
                <a:off x="8760857" y="4840166"/>
                <a:ext cx="56520" cy="192600"/>
              </p14:xfrm>
            </p:contentPart>
          </mc:Choice>
          <mc:Fallback xmlns="">
            <p:pic>
              <p:nvPicPr>
                <p:cNvPr id="162" name="Ink 161">
                  <a:extLst>
                    <a:ext uri="{FF2B5EF4-FFF2-40B4-BE49-F238E27FC236}">
                      <a16:creationId xmlns:a16="http://schemas.microsoft.com/office/drawing/2014/main" id="{A953A468-40D8-4574-1306-6D563CE67E4B}"/>
                    </a:ext>
                  </a:extLst>
                </p:cNvPr>
                <p:cNvPicPr/>
                <p:nvPr/>
              </p:nvPicPr>
              <p:blipFill>
                <a:blip r:embed="rId206"/>
                <a:stretch>
                  <a:fillRect/>
                </a:stretch>
              </p:blipFill>
              <p:spPr>
                <a:xfrm>
                  <a:off x="8751857" y="4831526"/>
                  <a:ext cx="7416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63" name="Ink 162">
                  <a:extLst>
                    <a:ext uri="{FF2B5EF4-FFF2-40B4-BE49-F238E27FC236}">
                      <a16:creationId xmlns:a16="http://schemas.microsoft.com/office/drawing/2014/main" id="{2AB9E012-3B2D-A525-4A3B-C7B731C2E2C6}"/>
                    </a:ext>
                  </a:extLst>
                </p14:cNvPr>
                <p14:cNvContentPartPr/>
                <p14:nvPr/>
              </p14:nvContentPartPr>
              <p14:xfrm>
                <a:off x="8764817" y="4907486"/>
                <a:ext cx="73440" cy="69120"/>
              </p14:xfrm>
            </p:contentPart>
          </mc:Choice>
          <mc:Fallback xmlns="">
            <p:pic>
              <p:nvPicPr>
                <p:cNvPr id="163" name="Ink 162">
                  <a:extLst>
                    <a:ext uri="{FF2B5EF4-FFF2-40B4-BE49-F238E27FC236}">
                      <a16:creationId xmlns:a16="http://schemas.microsoft.com/office/drawing/2014/main" id="{2AB9E012-3B2D-A525-4A3B-C7B731C2E2C6}"/>
                    </a:ext>
                  </a:extLst>
                </p:cNvPr>
                <p:cNvPicPr/>
                <p:nvPr/>
              </p:nvPicPr>
              <p:blipFill>
                <a:blip r:embed="rId208"/>
                <a:stretch>
                  <a:fillRect/>
                </a:stretch>
              </p:blipFill>
              <p:spPr>
                <a:xfrm>
                  <a:off x="8756177" y="4898486"/>
                  <a:ext cx="9108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64" name="Ink 163">
                  <a:extLst>
                    <a:ext uri="{FF2B5EF4-FFF2-40B4-BE49-F238E27FC236}">
                      <a16:creationId xmlns:a16="http://schemas.microsoft.com/office/drawing/2014/main" id="{5AE5FB18-B10F-0452-F92B-0C2A07CA86D1}"/>
                    </a:ext>
                  </a:extLst>
                </p14:cNvPr>
                <p14:cNvContentPartPr/>
                <p14:nvPr/>
              </p14:nvContentPartPr>
              <p14:xfrm>
                <a:off x="8842937" y="4706246"/>
                <a:ext cx="370080" cy="264960"/>
              </p14:xfrm>
            </p:contentPart>
          </mc:Choice>
          <mc:Fallback xmlns="">
            <p:pic>
              <p:nvPicPr>
                <p:cNvPr id="164" name="Ink 163">
                  <a:extLst>
                    <a:ext uri="{FF2B5EF4-FFF2-40B4-BE49-F238E27FC236}">
                      <a16:creationId xmlns:a16="http://schemas.microsoft.com/office/drawing/2014/main" id="{5AE5FB18-B10F-0452-F92B-0C2A07CA86D1}"/>
                    </a:ext>
                  </a:extLst>
                </p:cNvPr>
                <p:cNvPicPr/>
                <p:nvPr/>
              </p:nvPicPr>
              <p:blipFill>
                <a:blip r:embed="rId210"/>
                <a:stretch>
                  <a:fillRect/>
                </a:stretch>
              </p:blipFill>
              <p:spPr>
                <a:xfrm>
                  <a:off x="8834297" y="4697246"/>
                  <a:ext cx="38772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65" name="Ink 164">
                  <a:extLst>
                    <a:ext uri="{FF2B5EF4-FFF2-40B4-BE49-F238E27FC236}">
                      <a16:creationId xmlns:a16="http://schemas.microsoft.com/office/drawing/2014/main" id="{36554830-2396-12FF-94DA-773643F5A3D7}"/>
                    </a:ext>
                  </a:extLst>
                </p14:cNvPr>
                <p14:cNvContentPartPr/>
                <p14:nvPr/>
              </p14:nvContentPartPr>
              <p14:xfrm>
                <a:off x="9315977" y="4584206"/>
                <a:ext cx="17280" cy="36000"/>
              </p14:xfrm>
            </p:contentPart>
          </mc:Choice>
          <mc:Fallback xmlns="">
            <p:pic>
              <p:nvPicPr>
                <p:cNvPr id="165" name="Ink 164">
                  <a:extLst>
                    <a:ext uri="{FF2B5EF4-FFF2-40B4-BE49-F238E27FC236}">
                      <a16:creationId xmlns:a16="http://schemas.microsoft.com/office/drawing/2014/main" id="{36554830-2396-12FF-94DA-773643F5A3D7}"/>
                    </a:ext>
                  </a:extLst>
                </p:cNvPr>
                <p:cNvPicPr/>
                <p:nvPr/>
              </p:nvPicPr>
              <p:blipFill>
                <a:blip r:embed="rId212"/>
                <a:stretch>
                  <a:fillRect/>
                </a:stretch>
              </p:blipFill>
              <p:spPr>
                <a:xfrm>
                  <a:off x="9307337" y="4575566"/>
                  <a:ext cx="34920" cy="53640"/>
                </a:xfrm>
                <a:prstGeom prst="rect">
                  <a:avLst/>
                </a:prstGeom>
              </p:spPr>
            </p:pic>
          </mc:Fallback>
        </mc:AlternateContent>
      </p:grpSp>
      <p:grpSp>
        <p:nvGrpSpPr>
          <p:cNvPr id="189" name="Group 188">
            <a:extLst>
              <a:ext uri="{FF2B5EF4-FFF2-40B4-BE49-F238E27FC236}">
                <a16:creationId xmlns:a16="http://schemas.microsoft.com/office/drawing/2014/main" id="{323514FF-F96C-E032-8854-ADD068293BE8}"/>
              </a:ext>
            </a:extLst>
          </p:cNvPr>
          <p:cNvGrpSpPr/>
          <p:nvPr/>
        </p:nvGrpSpPr>
        <p:grpSpPr>
          <a:xfrm>
            <a:off x="7629737" y="6032126"/>
            <a:ext cx="1506240" cy="806400"/>
            <a:chOff x="7629737" y="6032126"/>
            <a:chExt cx="1506240" cy="806400"/>
          </a:xfrm>
        </p:grpSpPr>
        <mc:AlternateContent xmlns:mc="http://schemas.openxmlformats.org/markup-compatibility/2006" xmlns:p14="http://schemas.microsoft.com/office/powerpoint/2010/main">
          <mc:Choice Requires="p14">
            <p:contentPart p14:bwMode="auto" r:id="rId213">
              <p14:nvContentPartPr>
                <p14:cNvPr id="167" name="Ink 166">
                  <a:extLst>
                    <a:ext uri="{FF2B5EF4-FFF2-40B4-BE49-F238E27FC236}">
                      <a16:creationId xmlns:a16="http://schemas.microsoft.com/office/drawing/2014/main" id="{C0FC7E78-C614-35B5-FE43-8B5BEBDE2520}"/>
                    </a:ext>
                  </a:extLst>
                </p14:cNvPr>
                <p14:cNvContentPartPr/>
                <p14:nvPr/>
              </p14:nvContentPartPr>
              <p14:xfrm>
                <a:off x="7629737" y="6382766"/>
                <a:ext cx="86400" cy="41400"/>
              </p14:xfrm>
            </p:contentPart>
          </mc:Choice>
          <mc:Fallback xmlns="">
            <p:pic>
              <p:nvPicPr>
                <p:cNvPr id="167" name="Ink 166">
                  <a:extLst>
                    <a:ext uri="{FF2B5EF4-FFF2-40B4-BE49-F238E27FC236}">
                      <a16:creationId xmlns:a16="http://schemas.microsoft.com/office/drawing/2014/main" id="{C0FC7E78-C614-35B5-FE43-8B5BEBDE2520}"/>
                    </a:ext>
                  </a:extLst>
                </p:cNvPr>
                <p:cNvPicPr/>
                <p:nvPr/>
              </p:nvPicPr>
              <p:blipFill>
                <a:blip r:embed="rId214"/>
                <a:stretch>
                  <a:fillRect/>
                </a:stretch>
              </p:blipFill>
              <p:spPr>
                <a:xfrm>
                  <a:off x="7621097" y="6374126"/>
                  <a:ext cx="1040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68" name="Ink 167">
                  <a:extLst>
                    <a:ext uri="{FF2B5EF4-FFF2-40B4-BE49-F238E27FC236}">
                      <a16:creationId xmlns:a16="http://schemas.microsoft.com/office/drawing/2014/main" id="{97FAEC88-E0CD-4DF4-804F-F70CAD7E9A75}"/>
                    </a:ext>
                  </a:extLst>
                </p14:cNvPr>
                <p14:cNvContentPartPr/>
                <p14:nvPr/>
              </p14:nvContentPartPr>
              <p14:xfrm>
                <a:off x="7674017" y="6442886"/>
                <a:ext cx="111240" cy="46800"/>
              </p14:xfrm>
            </p:contentPart>
          </mc:Choice>
          <mc:Fallback xmlns="">
            <p:pic>
              <p:nvPicPr>
                <p:cNvPr id="168" name="Ink 167">
                  <a:extLst>
                    <a:ext uri="{FF2B5EF4-FFF2-40B4-BE49-F238E27FC236}">
                      <a16:creationId xmlns:a16="http://schemas.microsoft.com/office/drawing/2014/main" id="{97FAEC88-E0CD-4DF4-804F-F70CAD7E9A75}"/>
                    </a:ext>
                  </a:extLst>
                </p:cNvPr>
                <p:cNvPicPr/>
                <p:nvPr/>
              </p:nvPicPr>
              <p:blipFill>
                <a:blip r:embed="rId216"/>
                <a:stretch>
                  <a:fillRect/>
                </a:stretch>
              </p:blipFill>
              <p:spPr>
                <a:xfrm>
                  <a:off x="7665017" y="6434246"/>
                  <a:ext cx="1288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70" name="Ink 169">
                  <a:extLst>
                    <a:ext uri="{FF2B5EF4-FFF2-40B4-BE49-F238E27FC236}">
                      <a16:creationId xmlns:a16="http://schemas.microsoft.com/office/drawing/2014/main" id="{24E61E3F-17BD-FB8C-CBFF-313C403D0BC4}"/>
                    </a:ext>
                  </a:extLst>
                </p14:cNvPr>
                <p14:cNvContentPartPr/>
                <p14:nvPr/>
              </p14:nvContentPartPr>
              <p14:xfrm>
                <a:off x="7959857" y="6338846"/>
                <a:ext cx="57240" cy="171000"/>
              </p14:xfrm>
            </p:contentPart>
          </mc:Choice>
          <mc:Fallback xmlns="">
            <p:pic>
              <p:nvPicPr>
                <p:cNvPr id="170" name="Ink 169">
                  <a:extLst>
                    <a:ext uri="{FF2B5EF4-FFF2-40B4-BE49-F238E27FC236}">
                      <a16:creationId xmlns:a16="http://schemas.microsoft.com/office/drawing/2014/main" id="{24E61E3F-17BD-FB8C-CBFF-313C403D0BC4}"/>
                    </a:ext>
                  </a:extLst>
                </p:cNvPr>
                <p:cNvPicPr/>
                <p:nvPr/>
              </p:nvPicPr>
              <p:blipFill>
                <a:blip r:embed="rId218"/>
                <a:stretch>
                  <a:fillRect/>
                </a:stretch>
              </p:blipFill>
              <p:spPr>
                <a:xfrm>
                  <a:off x="7951217" y="6330206"/>
                  <a:ext cx="74880" cy="188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71" name="Ink 170">
                  <a:extLst>
                    <a:ext uri="{FF2B5EF4-FFF2-40B4-BE49-F238E27FC236}">
                      <a16:creationId xmlns:a16="http://schemas.microsoft.com/office/drawing/2014/main" id="{8F1662A0-A330-5D9C-CC73-E639ED974C67}"/>
                    </a:ext>
                  </a:extLst>
                </p14:cNvPr>
                <p14:cNvContentPartPr/>
                <p14:nvPr/>
              </p14:nvContentPartPr>
              <p14:xfrm>
                <a:off x="8093057" y="6370886"/>
                <a:ext cx="82080" cy="146880"/>
              </p14:xfrm>
            </p:contentPart>
          </mc:Choice>
          <mc:Fallback xmlns="">
            <p:pic>
              <p:nvPicPr>
                <p:cNvPr id="171" name="Ink 170">
                  <a:extLst>
                    <a:ext uri="{FF2B5EF4-FFF2-40B4-BE49-F238E27FC236}">
                      <a16:creationId xmlns:a16="http://schemas.microsoft.com/office/drawing/2014/main" id="{8F1662A0-A330-5D9C-CC73-E639ED974C67}"/>
                    </a:ext>
                  </a:extLst>
                </p:cNvPr>
                <p:cNvPicPr/>
                <p:nvPr/>
              </p:nvPicPr>
              <p:blipFill>
                <a:blip r:embed="rId220"/>
                <a:stretch>
                  <a:fillRect/>
                </a:stretch>
              </p:blipFill>
              <p:spPr>
                <a:xfrm>
                  <a:off x="8084417" y="6361886"/>
                  <a:ext cx="9972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72" name="Ink 171">
                  <a:extLst>
                    <a:ext uri="{FF2B5EF4-FFF2-40B4-BE49-F238E27FC236}">
                      <a16:creationId xmlns:a16="http://schemas.microsoft.com/office/drawing/2014/main" id="{34C78382-B8DB-8318-004E-22C48E6D1779}"/>
                    </a:ext>
                  </a:extLst>
                </p14:cNvPr>
                <p14:cNvContentPartPr/>
                <p14:nvPr/>
              </p14:nvContentPartPr>
              <p14:xfrm>
                <a:off x="8252897" y="6314726"/>
                <a:ext cx="82080" cy="142920"/>
              </p14:xfrm>
            </p:contentPart>
          </mc:Choice>
          <mc:Fallback xmlns="">
            <p:pic>
              <p:nvPicPr>
                <p:cNvPr id="172" name="Ink 171">
                  <a:extLst>
                    <a:ext uri="{FF2B5EF4-FFF2-40B4-BE49-F238E27FC236}">
                      <a16:creationId xmlns:a16="http://schemas.microsoft.com/office/drawing/2014/main" id="{34C78382-B8DB-8318-004E-22C48E6D1779}"/>
                    </a:ext>
                  </a:extLst>
                </p:cNvPr>
                <p:cNvPicPr/>
                <p:nvPr/>
              </p:nvPicPr>
              <p:blipFill>
                <a:blip r:embed="rId222"/>
                <a:stretch>
                  <a:fillRect/>
                </a:stretch>
              </p:blipFill>
              <p:spPr>
                <a:xfrm>
                  <a:off x="8243897" y="6305726"/>
                  <a:ext cx="9972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74" name="Ink 173">
                  <a:extLst>
                    <a:ext uri="{FF2B5EF4-FFF2-40B4-BE49-F238E27FC236}">
                      <a16:creationId xmlns:a16="http://schemas.microsoft.com/office/drawing/2014/main" id="{F0CF3DB1-F762-3CE4-7FC5-3479E89AE6E6}"/>
                    </a:ext>
                  </a:extLst>
                </p14:cNvPr>
                <p14:cNvContentPartPr/>
                <p14:nvPr/>
              </p14:nvContentPartPr>
              <p14:xfrm>
                <a:off x="8491577" y="6299606"/>
                <a:ext cx="182160" cy="50400"/>
              </p14:xfrm>
            </p:contentPart>
          </mc:Choice>
          <mc:Fallback xmlns="">
            <p:pic>
              <p:nvPicPr>
                <p:cNvPr id="174" name="Ink 173">
                  <a:extLst>
                    <a:ext uri="{FF2B5EF4-FFF2-40B4-BE49-F238E27FC236}">
                      <a16:creationId xmlns:a16="http://schemas.microsoft.com/office/drawing/2014/main" id="{F0CF3DB1-F762-3CE4-7FC5-3479E89AE6E6}"/>
                    </a:ext>
                  </a:extLst>
                </p:cNvPr>
                <p:cNvPicPr/>
                <p:nvPr/>
              </p:nvPicPr>
              <p:blipFill>
                <a:blip r:embed="rId224"/>
                <a:stretch>
                  <a:fillRect/>
                </a:stretch>
              </p:blipFill>
              <p:spPr>
                <a:xfrm>
                  <a:off x="8482937" y="6290966"/>
                  <a:ext cx="1998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75" name="Ink 174">
                  <a:extLst>
                    <a:ext uri="{FF2B5EF4-FFF2-40B4-BE49-F238E27FC236}">
                      <a16:creationId xmlns:a16="http://schemas.microsoft.com/office/drawing/2014/main" id="{0C1A7E18-A8E4-7474-5649-B54A044A163A}"/>
                    </a:ext>
                  </a:extLst>
                </p14:cNvPr>
                <p14:cNvContentPartPr/>
                <p14:nvPr/>
              </p14:nvContentPartPr>
              <p14:xfrm>
                <a:off x="8509577" y="6218606"/>
                <a:ext cx="89280" cy="256320"/>
              </p14:xfrm>
            </p:contentPart>
          </mc:Choice>
          <mc:Fallback xmlns="">
            <p:pic>
              <p:nvPicPr>
                <p:cNvPr id="175" name="Ink 174">
                  <a:extLst>
                    <a:ext uri="{FF2B5EF4-FFF2-40B4-BE49-F238E27FC236}">
                      <a16:creationId xmlns:a16="http://schemas.microsoft.com/office/drawing/2014/main" id="{0C1A7E18-A8E4-7474-5649-B54A044A163A}"/>
                    </a:ext>
                  </a:extLst>
                </p:cNvPr>
                <p:cNvPicPr/>
                <p:nvPr/>
              </p:nvPicPr>
              <p:blipFill>
                <a:blip r:embed="rId226"/>
                <a:stretch>
                  <a:fillRect/>
                </a:stretch>
              </p:blipFill>
              <p:spPr>
                <a:xfrm>
                  <a:off x="8500577" y="6209966"/>
                  <a:ext cx="10692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77" name="Ink 176">
                  <a:extLst>
                    <a:ext uri="{FF2B5EF4-FFF2-40B4-BE49-F238E27FC236}">
                      <a16:creationId xmlns:a16="http://schemas.microsoft.com/office/drawing/2014/main" id="{DEBB602E-0A8A-8E3B-0680-37D8BC370629}"/>
                    </a:ext>
                  </a:extLst>
                </p14:cNvPr>
                <p14:cNvContentPartPr/>
                <p14:nvPr/>
              </p14:nvContentPartPr>
              <p14:xfrm>
                <a:off x="8679137" y="6073166"/>
                <a:ext cx="150840" cy="270720"/>
              </p14:xfrm>
            </p:contentPart>
          </mc:Choice>
          <mc:Fallback xmlns="">
            <p:pic>
              <p:nvPicPr>
                <p:cNvPr id="177" name="Ink 176">
                  <a:extLst>
                    <a:ext uri="{FF2B5EF4-FFF2-40B4-BE49-F238E27FC236}">
                      <a16:creationId xmlns:a16="http://schemas.microsoft.com/office/drawing/2014/main" id="{DEBB602E-0A8A-8E3B-0680-37D8BC370629}"/>
                    </a:ext>
                  </a:extLst>
                </p:cNvPr>
                <p:cNvPicPr/>
                <p:nvPr/>
              </p:nvPicPr>
              <p:blipFill>
                <a:blip r:embed="rId228"/>
                <a:stretch>
                  <a:fillRect/>
                </a:stretch>
              </p:blipFill>
              <p:spPr>
                <a:xfrm>
                  <a:off x="8670497" y="6064526"/>
                  <a:ext cx="168480" cy="28836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78" name="Ink 177">
                  <a:extLst>
                    <a:ext uri="{FF2B5EF4-FFF2-40B4-BE49-F238E27FC236}">
                      <a16:creationId xmlns:a16="http://schemas.microsoft.com/office/drawing/2014/main" id="{D4C84A8A-FCAA-FC72-1C06-F4D4239A8E2F}"/>
                    </a:ext>
                  </a:extLst>
                </p14:cNvPr>
                <p14:cNvContentPartPr/>
                <p14:nvPr/>
              </p14:nvContentPartPr>
              <p14:xfrm>
                <a:off x="8850137" y="6032126"/>
                <a:ext cx="285840" cy="213840"/>
              </p14:xfrm>
            </p:contentPart>
          </mc:Choice>
          <mc:Fallback xmlns="">
            <p:pic>
              <p:nvPicPr>
                <p:cNvPr id="178" name="Ink 177">
                  <a:extLst>
                    <a:ext uri="{FF2B5EF4-FFF2-40B4-BE49-F238E27FC236}">
                      <a16:creationId xmlns:a16="http://schemas.microsoft.com/office/drawing/2014/main" id="{D4C84A8A-FCAA-FC72-1C06-F4D4239A8E2F}"/>
                    </a:ext>
                  </a:extLst>
                </p:cNvPr>
                <p:cNvPicPr/>
                <p:nvPr/>
              </p:nvPicPr>
              <p:blipFill>
                <a:blip r:embed="rId230"/>
                <a:stretch>
                  <a:fillRect/>
                </a:stretch>
              </p:blipFill>
              <p:spPr>
                <a:xfrm>
                  <a:off x="8841137" y="6023126"/>
                  <a:ext cx="3034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80" name="Ink 179">
                  <a:extLst>
                    <a:ext uri="{FF2B5EF4-FFF2-40B4-BE49-F238E27FC236}">
                      <a16:creationId xmlns:a16="http://schemas.microsoft.com/office/drawing/2014/main" id="{4E9FD2F2-66BE-4EAF-941A-02E5372CCFC7}"/>
                    </a:ext>
                  </a:extLst>
                </p14:cNvPr>
                <p14:cNvContentPartPr/>
                <p14:nvPr/>
              </p14:nvContentPartPr>
              <p14:xfrm>
                <a:off x="7941857" y="6696686"/>
                <a:ext cx="170640" cy="132480"/>
              </p14:xfrm>
            </p:contentPart>
          </mc:Choice>
          <mc:Fallback xmlns="">
            <p:pic>
              <p:nvPicPr>
                <p:cNvPr id="180" name="Ink 179">
                  <a:extLst>
                    <a:ext uri="{FF2B5EF4-FFF2-40B4-BE49-F238E27FC236}">
                      <a16:creationId xmlns:a16="http://schemas.microsoft.com/office/drawing/2014/main" id="{4E9FD2F2-66BE-4EAF-941A-02E5372CCFC7}"/>
                    </a:ext>
                  </a:extLst>
                </p:cNvPr>
                <p:cNvPicPr/>
                <p:nvPr/>
              </p:nvPicPr>
              <p:blipFill>
                <a:blip r:embed="rId232"/>
                <a:stretch>
                  <a:fillRect/>
                </a:stretch>
              </p:blipFill>
              <p:spPr>
                <a:xfrm>
                  <a:off x="7933217" y="6687686"/>
                  <a:ext cx="1882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81" name="Ink 180">
                  <a:extLst>
                    <a:ext uri="{FF2B5EF4-FFF2-40B4-BE49-F238E27FC236}">
                      <a16:creationId xmlns:a16="http://schemas.microsoft.com/office/drawing/2014/main" id="{B953842D-533C-9025-759E-68912B6452D4}"/>
                    </a:ext>
                  </a:extLst>
                </p14:cNvPr>
                <p14:cNvContentPartPr/>
                <p14:nvPr/>
              </p14:nvContentPartPr>
              <p14:xfrm>
                <a:off x="8034377" y="6797486"/>
                <a:ext cx="122760" cy="41040"/>
              </p14:xfrm>
            </p:contentPart>
          </mc:Choice>
          <mc:Fallback xmlns="">
            <p:pic>
              <p:nvPicPr>
                <p:cNvPr id="181" name="Ink 180">
                  <a:extLst>
                    <a:ext uri="{FF2B5EF4-FFF2-40B4-BE49-F238E27FC236}">
                      <a16:creationId xmlns:a16="http://schemas.microsoft.com/office/drawing/2014/main" id="{B953842D-533C-9025-759E-68912B6452D4}"/>
                    </a:ext>
                  </a:extLst>
                </p:cNvPr>
                <p:cNvPicPr/>
                <p:nvPr/>
              </p:nvPicPr>
              <p:blipFill>
                <a:blip r:embed="rId234"/>
                <a:stretch>
                  <a:fillRect/>
                </a:stretch>
              </p:blipFill>
              <p:spPr>
                <a:xfrm>
                  <a:off x="8025377" y="6788846"/>
                  <a:ext cx="14040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82" name="Ink 181">
                  <a:extLst>
                    <a:ext uri="{FF2B5EF4-FFF2-40B4-BE49-F238E27FC236}">
                      <a16:creationId xmlns:a16="http://schemas.microsoft.com/office/drawing/2014/main" id="{ECAB9A20-787F-1F09-1EEC-719206525F1E}"/>
                    </a:ext>
                  </a:extLst>
                </p14:cNvPr>
                <p14:cNvContentPartPr/>
                <p14:nvPr/>
              </p14:nvContentPartPr>
              <p14:xfrm>
                <a:off x="8228777" y="6611366"/>
                <a:ext cx="121680" cy="205920"/>
              </p14:xfrm>
            </p:contentPart>
          </mc:Choice>
          <mc:Fallback xmlns="">
            <p:pic>
              <p:nvPicPr>
                <p:cNvPr id="182" name="Ink 181">
                  <a:extLst>
                    <a:ext uri="{FF2B5EF4-FFF2-40B4-BE49-F238E27FC236}">
                      <a16:creationId xmlns:a16="http://schemas.microsoft.com/office/drawing/2014/main" id="{ECAB9A20-787F-1F09-1EEC-719206525F1E}"/>
                    </a:ext>
                  </a:extLst>
                </p:cNvPr>
                <p:cNvPicPr/>
                <p:nvPr/>
              </p:nvPicPr>
              <p:blipFill>
                <a:blip r:embed="rId236"/>
                <a:stretch>
                  <a:fillRect/>
                </a:stretch>
              </p:blipFill>
              <p:spPr>
                <a:xfrm>
                  <a:off x="8220137" y="6602726"/>
                  <a:ext cx="139320" cy="2235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83" name="Ink 182">
                  <a:extLst>
                    <a:ext uri="{FF2B5EF4-FFF2-40B4-BE49-F238E27FC236}">
                      <a16:creationId xmlns:a16="http://schemas.microsoft.com/office/drawing/2014/main" id="{E783498B-C9CE-5CF3-6BC8-55129C47A288}"/>
                    </a:ext>
                  </a:extLst>
                </p14:cNvPr>
                <p14:cNvContentPartPr/>
                <p14:nvPr/>
              </p14:nvContentPartPr>
              <p14:xfrm>
                <a:off x="8368457" y="6612806"/>
                <a:ext cx="145800" cy="129960"/>
              </p14:xfrm>
            </p:contentPart>
          </mc:Choice>
          <mc:Fallback xmlns="">
            <p:pic>
              <p:nvPicPr>
                <p:cNvPr id="183" name="Ink 182">
                  <a:extLst>
                    <a:ext uri="{FF2B5EF4-FFF2-40B4-BE49-F238E27FC236}">
                      <a16:creationId xmlns:a16="http://schemas.microsoft.com/office/drawing/2014/main" id="{E783498B-C9CE-5CF3-6BC8-55129C47A288}"/>
                    </a:ext>
                  </a:extLst>
                </p:cNvPr>
                <p:cNvPicPr/>
                <p:nvPr/>
              </p:nvPicPr>
              <p:blipFill>
                <a:blip r:embed="rId238"/>
                <a:stretch>
                  <a:fillRect/>
                </a:stretch>
              </p:blipFill>
              <p:spPr>
                <a:xfrm>
                  <a:off x="8359817" y="6604166"/>
                  <a:ext cx="16344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84" name="Ink 183">
                  <a:extLst>
                    <a:ext uri="{FF2B5EF4-FFF2-40B4-BE49-F238E27FC236}">
                      <a16:creationId xmlns:a16="http://schemas.microsoft.com/office/drawing/2014/main" id="{4DDF48F9-64E7-42FD-89E2-2C36D793F62C}"/>
                    </a:ext>
                  </a:extLst>
                </p14:cNvPr>
                <p14:cNvContentPartPr/>
                <p14:nvPr/>
              </p14:nvContentPartPr>
              <p14:xfrm>
                <a:off x="8526497" y="6581486"/>
                <a:ext cx="71640" cy="129600"/>
              </p14:xfrm>
            </p:contentPart>
          </mc:Choice>
          <mc:Fallback xmlns="">
            <p:pic>
              <p:nvPicPr>
                <p:cNvPr id="184" name="Ink 183">
                  <a:extLst>
                    <a:ext uri="{FF2B5EF4-FFF2-40B4-BE49-F238E27FC236}">
                      <a16:creationId xmlns:a16="http://schemas.microsoft.com/office/drawing/2014/main" id="{4DDF48F9-64E7-42FD-89E2-2C36D793F62C}"/>
                    </a:ext>
                  </a:extLst>
                </p:cNvPr>
                <p:cNvPicPr/>
                <p:nvPr/>
              </p:nvPicPr>
              <p:blipFill>
                <a:blip r:embed="rId240"/>
                <a:stretch>
                  <a:fillRect/>
                </a:stretch>
              </p:blipFill>
              <p:spPr>
                <a:xfrm>
                  <a:off x="8517857" y="6572846"/>
                  <a:ext cx="8928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85" name="Ink 184">
                  <a:extLst>
                    <a:ext uri="{FF2B5EF4-FFF2-40B4-BE49-F238E27FC236}">
                      <a16:creationId xmlns:a16="http://schemas.microsoft.com/office/drawing/2014/main" id="{977103DE-9E3E-DA9A-3CE0-62C521444917}"/>
                    </a:ext>
                  </a:extLst>
                </p14:cNvPr>
                <p14:cNvContentPartPr/>
                <p14:nvPr/>
              </p14:nvContentPartPr>
              <p14:xfrm>
                <a:off x="8619377" y="6510566"/>
                <a:ext cx="74880" cy="134280"/>
              </p14:xfrm>
            </p:contentPart>
          </mc:Choice>
          <mc:Fallback xmlns="">
            <p:pic>
              <p:nvPicPr>
                <p:cNvPr id="185" name="Ink 184">
                  <a:extLst>
                    <a:ext uri="{FF2B5EF4-FFF2-40B4-BE49-F238E27FC236}">
                      <a16:creationId xmlns:a16="http://schemas.microsoft.com/office/drawing/2014/main" id="{977103DE-9E3E-DA9A-3CE0-62C521444917}"/>
                    </a:ext>
                  </a:extLst>
                </p:cNvPr>
                <p:cNvPicPr/>
                <p:nvPr/>
              </p:nvPicPr>
              <p:blipFill>
                <a:blip r:embed="rId242"/>
                <a:stretch>
                  <a:fillRect/>
                </a:stretch>
              </p:blipFill>
              <p:spPr>
                <a:xfrm>
                  <a:off x="8610737" y="6501926"/>
                  <a:ext cx="925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86" name="Ink 185">
                  <a:extLst>
                    <a:ext uri="{FF2B5EF4-FFF2-40B4-BE49-F238E27FC236}">
                      <a16:creationId xmlns:a16="http://schemas.microsoft.com/office/drawing/2014/main" id="{83AF2110-C4A8-939C-765B-28851E748CFD}"/>
                    </a:ext>
                  </a:extLst>
                </p14:cNvPr>
                <p14:cNvContentPartPr/>
                <p14:nvPr/>
              </p14:nvContentPartPr>
              <p14:xfrm>
                <a:off x="8790017" y="6428126"/>
                <a:ext cx="127440" cy="155160"/>
              </p14:xfrm>
            </p:contentPart>
          </mc:Choice>
          <mc:Fallback xmlns="">
            <p:pic>
              <p:nvPicPr>
                <p:cNvPr id="186" name="Ink 185">
                  <a:extLst>
                    <a:ext uri="{FF2B5EF4-FFF2-40B4-BE49-F238E27FC236}">
                      <a16:creationId xmlns:a16="http://schemas.microsoft.com/office/drawing/2014/main" id="{83AF2110-C4A8-939C-765B-28851E748CFD}"/>
                    </a:ext>
                  </a:extLst>
                </p:cNvPr>
                <p:cNvPicPr/>
                <p:nvPr/>
              </p:nvPicPr>
              <p:blipFill>
                <a:blip r:embed="rId244"/>
                <a:stretch>
                  <a:fillRect/>
                </a:stretch>
              </p:blipFill>
              <p:spPr>
                <a:xfrm>
                  <a:off x="8781017" y="6419486"/>
                  <a:ext cx="1450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87" name="Ink 186">
                  <a:extLst>
                    <a:ext uri="{FF2B5EF4-FFF2-40B4-BE49-F238E27FC236}">
                      <a16:creationId xmlns:a16="http://schemas.microsoft.com/office/drawing/2014/main" id="{5BD3F5C9-3E31-119B-1E3D-D729FFE2CB85}"/>
                    </a:ext>
                  </a:extLst>
                </p14:cNvPr>
                <p14:cNvContentPartPr/>
                <p14:nvPr/>
              </p14:nvContentPartPr>
              <p14:xfrm>
                <a:off x="8926097" y="6403286"/>
                <a:ext cx="69480" cy="168480"/>
              </p14:xfrm>
            </p:contentPart>
          </mc:Choice>
          <mc:Fallback xmlns="">
            <p:pic>
              <p:nvPicPr>
                <p:cNvPr id="187" name="Ink 186">
                  <a:extLst>
                    <a:ext uri="{FF2B5EF4-FFF2-40B4-BE49-F238E27FC236}">
                      <a16:creationId xmlns:a16="http://schemas.microsoft.com/office/drawing/2014/main" id="{5BD3F5C9-3E31-119B-1E3D-D729FFE2CB85}"/>
                    </a:ext>
                  </a:extLst>
                </p:cNvPr>
                <p:cNvPicPr/>
                <p:nvPr/>
              </p:nvPicPr>
              <p:blipFill>
                <a:blip r:embed="rId246"/>
                <a:stretch>
                  <a:fillRect/>
                </a:stretch>
              </p:blipFill>
              <p:spPr>
                <a:xfrm>
                  <a:off x="8917097" y="6394286"/>
                  <a:ext cx="8712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88" name="Ink 187">
                  <a:extLst>
                    <a:ext uri="{FF2B5EF4-FFF2-40B4-BE49-F238E27FC236}">
                      <a16:creationId xmlns:a16="http://schemas.microsoft.com/office/drawing/2014/main" id="{849D3CA1-63BA-D7FE-8313-AB1C92D65425}"/>
                    </a:ext>
                  </a:extLst>
                </p14:cNvPr>
                <p14:cNvContentPartPr/>
                <p14:nvPr/>
              </p14:nvContentPartPr>
              <p14:xfrm>
                <a:off x="9012497" y="6330926"/>
                <a:ext cx="93960" cy="192600"/>
              </p14:xfrm>
            </p:contentPart>
          </mc:Choice>
          <mc:Fallback xmlns="">
            <p:pic>
              <p:nvPicPr>
                <p:cNvPr id="188" name="Ink 187">
                  <a:extLst>
                    <a:ext uri="{FF2B5EF4-FFF2-40B4-BE49-F238E27FC236}">
                      <a16:creationId xmlns:a16="http://schemas.microsoft.com/office/drawing/2014/main" id="{849D3CA1-63BA-D7FE-8313-AB1C92D65425}"/>
                    </a:ext>
                  </a:extLst>
                </p:cNvPr>
                <p:cNvPicPr/>
                <p:nvPr/>
              </p:nvPicPr>
              <p:blipFill>
                <a:blip r:embed="rId248"/>
                <a:stretch>
                  <a:fillRect/>
                </a:stretch>
              </p:blipFill>
              <p:spPr>
                <a:xfrm>
                  <a:off x="9003857" y="6321926"/>
                  <a:ext cx="111600" cy="210240"/>
                </a:xfrm>
                <a:prstGeom prst="rect">
                  <a:avLst/>
                </a:prstGeom>
              </p:spPr>
            </p:pic>
          </mc:Fallback>
        </mc:AlternateContent>
      </p:grpSp>
    </p:spTree>
    <p:extLst>
      <p:ext uri="{BB962C8B-B14F-4D97-AF65-F5344CB8AC3E}">
        <p14:creationId xmlns:p14="http://schemas.microsoft.com/office/powerpoint/2010/main" val="28237621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3" y="731161"/>
            <a:ext cx="8531415" cy="2344547"/>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1800" b="1" dirty="0">
                <a:solidFill>
                  <a:schemeClr val="bg2"/>
                </a:solidFill>
              </a:rPr>
              <a:t>TDM</a:t>
            </a:r>
          </a:p>
          <a:p>
            <a:pPr algn="just">
              <a:defRPr/>
            </a:pPr>
            <a:r>
              <a:rPr lang="en-US" sz="1800" b="1" u="sng" dirty="0">
                <a:solidFill>
                  <a:schemeClr val="bg2"/>
                </a:solidFill>
                <a:ea typeface="Arial Unicode MS" pitchFamily="34" charset="-128"/>
                <a:cs typeface="Arial Unicode MS" pitchFamily="34" charset="-128"/>
              </a:rPr>
              <a:t>Example 9:</a:t>
            </a:r>
            <a:endParaRPr lang="en-US" sz="1800" dirty="0">
              <a:solidFill>
                <a:schemeClr val="bg2"/>
              </a:solidFill>
              <a:ea typeface="Arial Unicode MS" pitchFamily="34" charset="-128"/>
              <a:cs typeface="Arial Unicode MS" pitchFamily="34" charset="-128"/>
            </a:endParaRPr>
          </a:p>
          <a:p>
            <a:pPr marL="69850" indent="0" algn="just">
              <a:buNone/>
              <a:defRPr/>
            </a:pPr>
            <a:r>
              <a:rPr lang="en-US" sz="1800" dirty="0">
                <a:solidFill>
                  <a:schemeClr val="bg2"/>
                </a:solidFill>
                <a:ea typeface="Arial Unicode MS" pitchFamily="34" charset="-128"/>
                <a:cs typeface="Arial Unicode MS" pitchFamily="34" charset="-128"/>
              </a:rPr>
              <a:t>A multiplexer combines </a:t>
            </a:r>
            <a:r>
              <a:rPr lang="en-US" sz="1800" b="1" dirty="0">
                <a:solidFill>
                  <a:schemeClr val="bg2"/>
                </a:solidFill>
                <a:ea typeface="Arial Unicode MS" pitchFamily="34" charset="-128"/>
                <a:cs typeface="Arial Unicode MS" pitchFamily="34" charset="-128"/>
              </a:rPr>
              <a:t>four </a:t>
            </a:r>
            <a:r>
              <a:rPr lang="en-US" sz="1800" b="1" i="1" dirty="0">
                <a:solidFill>
                  <a:schemeClr val="bg2"/>
                </a:solidFill>
                <a:ea typeface="Arial Unicode MS" pitchFamily="34" charset="-128"/>
                <a:cs typeface="Arial Unicode MS" pitchFamily="34" charset="-128"/>
              </a:rPr>
              <a:t>100-kbps</a:t>
            </a:r>
            <a:r>
              <a:rPr lang="en-US" sz="1800" b="1" dirty="0">
                <a:solidFill>
                  <a:schemeClr val="bg2"/>
                </a:solidFill>
                <a:ea typeface="Arial Unicode MS" pitchFamily="34" charset="-128"/>
                <a:cs typeface="Arial Unicode MS" pitchFamily="34" charset="-128"/>
              </a:rPr>
              <a:t> channels </a:t>
            </a:r>
            <a:r>
              <a:rPr lang="en-US" sz="1800" dirty="0">
                <a:solidFill>
                  <a:schemeClr val="bg2"/>
                </a:solidFill>
                <a:ea typeface="Arial Unicode MS" pitchFamily="34" charset="-128"/>
                <a:cs typeface="Arial Unicode MS" pitchFamily="34" charset="-128"/>
              </a:rPr>
              <a:t>using a time slot of </a:t>
            </a:r>
            <a:r>
              <a:rPr lang="en-US" sz="1800" b="1" i="1" dirty="0">
                <a:solidFill>
                  <a:schemeClr val="bg2"/>
                </a:solidFill>
                <a:ea typeface="Arial Unicode MS" pitchFamily="34" charset="-128"/>
                <a:cs typeface="Arial Unicode MS" pitchFamily="34" charset="-128"/>
              </a:rPr>
              <a:t>2 bits. </a:t>
            </a:r>
            <a:r>
              <a:rPr lang="en-US" sz="1800" dirty="0">
                <a:solidFill>
                  <a:schemeClr val="bg2"/>
                </a:solidFill>
                <a:ea typeface="Arial Unicode MS" pitchFamily="34" charset="-128"/>
                <a:cs typeface="Arial Unicode MS" pitchFamily="34" charset="-128"/>
              </a:rPr>
              <a:t>Show </a:t>
            </a:r>
            <a:r>
              <a:rPr lang="en-US" sz="1800" b="1" i="1" dirty="0">
                <a:solidFill>
                  <a:schemeClr val="bg2"/>
                </a:solidFill>
                <a:ea typeface="Arial Unicode MS" pitchFamily="34" charset="-128"/>
                <a:cs typeface="Arial Unicode MS" pitchFamily="34" charset="-128"/>
              </a:rPr>
              <a:t>the output with four arbitrary inputs. What is the frame rate? What is the frame duration? What is the bit rate? What is the bit duration?</a:t>
            </a:r>
          </a:p>
          <a:p>
            <a:pPr marL="69850" indent="0" algn="just">
              <a:buNone/>
              <a:defRPr/>
            </a:pPr>
            <a:r>
              <a:rPr lang="en-US" sz="1800" b="1" u="sng" dirty="0">
                <a:solidFill>
                  <a:schemeClr val="bg2"/>
                </a:solidFill>
                <a:ea typeface="Arial Unicode MS" pitchFamily="34" charset="-128"/>
                <a:cs typeface="Arial Unicode MS" pitchFamily="34" charset="-128"/>
              </a:rPr>
              <a:t>Solution:</a:t>
            </a:r>
          </a:p>
          <a:p>
            <a:pPr marL="69850" indent="0" algn="just">
              <a:buNone/>
              <a:defRPr/>
            </a:pPr>
            <a:r>
              <a:rPr lang="en-US" sz="1800" b="1" i="1" dirty="0">
                <a:solidFill>
                  <a:schemeClr val="bg2"/>
                </a:solidFill>
                <a:ea typeface="Arial Unicode MS" pitchFamily="34" charset="-128"/>
                <a:cs typeface="Arial Unicode MS" pitchFamily="34" charset="-128"/>
              </a:rPr>
              <a:t>Figure 19 </a:t>
            </a:r>
            <a:r>
              <a:rPr lang="en-US" sz="1800" dirty="0">
                <a:solidFill>
                  <a:schemeClr val="bg2"/>
                </a:solidFill>
                <a:ea typeface="Arial Unicode MS" pitchFamily="34" charset="-128"/>
                <a:cs typeface="Arial Unicode MS" pitchFamily="34" charset="-128"/>
              </a:rPr>
              <a:t>shows the output </a:t>
            </a:r>
            <a:r>
              <a:rPr lang="en-US" sz="1800" b="1" i="1" dirty="0">
                <a:solidFill>
                  <a:schemeClr val="bg2"/>
                </a:solidFill>
                <a:ea typeface="Arial Unicode MS" pitchFamily="34" charset="-128"/>
                <a:cs typeface="Arial Unicode MS" pitchFamily="34" charset="-128"/>
              </a:rPr>
              <a:t>(4x100kbps) </a:t>
            </a:r>
            <a:r>
              <a:rPr lang="en-US" sz="1800" dirty="0">
                <a:solidFill>
                  <a:schemeClr val="bg2"/>
                </a:solidFill>
                <a:ea typeface="Arial Unicode MS" pitchFamily="34" charset="-128"/>
                <a:cs typeface="Arial Unicode MS" pitchFamily="34" charset="-128"/>
              </a:rPr>
              <a:t>for </a:t>
            </a:r>
            <a:r>
              <a:rPr lang="en-US" sz="1800" b="1" dirty="0">
                <a:solidFill>
                  <a:schemeClr val="bg2"/>
                </a:solidFill>
                <a:ea typeface="Arial Unicode MS" pitchFamily="34" charset="-128"/>
                <a:cs typeface="Arial Unicode MS" pitchFamily="34" charset="-128"/>
              </a:rPr>
              <a:t>four arbitrary inputs. </a:t>
            </a:r>
            <a:r>
              <a:rPr lang="en-US" sz="1800" dirty="0">
                <a:solidFill>
                  <a:schemeClr val="bg2"/>
                </a:solidFill>
                <a:ea typeface="Arial Unicode MS" pitchFamily="34" charset="-128"/>
                <a:cs typeface="Arial Unicode MS" pitchFamily="34" charset="-128"/>
              </a:rPr>
              <a:t>The link carries </a:t>
            </a:r>
            <a:r>
              <a:rPr lang="en-US" sz="1800" b="1" i="1" dirty="0">
                <a:solidFill>
                  <a:schemeClr val="bg2"/>
                </a:solidFill>
                <a:ea typeface="Arial Unicode MS" pitchFamily="34" charset="-128"/>
                <a:cs typeface="Arial Unicode MS" pitchFamily="34" charset="-128"/>
              </a:rPr>
              <a:t>400K/(2x4)=50,000 </a:t>
            </a:r>
            <a:r>
              <a:rPr lang="en-US" sz="1800" dirty="0">
                <a:solidFill>
                  <a:schemeClr val="bg2"/>
                </a:solidFill>
                <a:ea typeface="Arial Unicode MS" pitchFamily="34" charset="-128"/>
                <a:cs typeface="Arial Unicode MS" pitchFamily="34" charset="-128"/>
              </a:rPr>
              <a:t>frames per second </a:t>
            </a:r>
            <a:r>
              <a:rPr lang="en-US" sz="1800" b="1" dirty="0">
                <a:solidFill>
                  <a:schemeClr val="bg2"/>
                </a:solidFill>
                <a:ea typeface="Arial Unicode MS" pitchFamily="34" charset="-128"/>
                <a:cs typeface="Arial Unicode MS" pitchFamily="34" charset="-128"/>
              </a:rPr>
              <a:t>[2x4=8bit] </a:t>
            </a:r>
            <a:r>
              <a:rPr lang="en-US" sz="1800" dirty="0">
                <a:solidFill>
                  <a:schemeClr val="bg2"/>
                </a:solidFill>
                <a:ea typeface="Arial Unicode MS" pitchFamily="34" charset="-128"/>
                <a:cs typeface="Arial Unicode MS" pitchFamily="34" charset="-128"/>
              </a:rPr>
              <a:t>. The frame duration is therefore </a:t>
            </a:r>
            <a:r>
              <a:rPr lang="en-US" sz="1800" b="1" i="1" dirty="0">
                <a:solidFill>
                  <a:schemeClr val="bg2"/>
                </a:solidFill>
                <a:ea typeface="Arial Unicode MS" pitchFamily="34" charset="-128"/>
                <a:cs typeface="Arial Unicode MS" pitchFamily="34" charset="-128"/>
              </a:rPr>
              <a:t>1/50,000 s </a:t>
            </a:r>
            <a:r>
              <a:rPr lang="en-US" sz="1800" dirty="0">
                <a:solidFill>
                  <a:schemeClr val="bg2"/>
                </a:solidFill>
                <a:ea typeface="Arial Unicode MS" pitchFamily="34" charset="-128"/>
                <a:cs typeface="Arial Unicode MS" pitchFamily="34" charset="-128"/>
              </a:rPr>
              <a:t>or</a:t>
            </a:r>
            <a:r>
              <a:rPr lang="en-US" sz="1800" b="1" i="1" dirty="0">
                <a:solidFill>
                  <a:schemeClr val="bg2"/>
                </a:solidFill>
                <a:ea typeface="Arial Unicode MS" pitchFamily="34" charset="-128"/>
                <a:cs typeface="Arial Unicode MS" pitchFamily="34" charset="-128"/>
              </a:rPr>
              <a:t> 20 </a:t>
            </a:r>
            <a:r>
              <a:rPr lang="en-US" sz="1800" b="1" i="1" dirty="0" err="1">
                <a:solidFill>
                  <a:schemeClr val="bg2"/>
                </a:solidFill>
                <a:ea typeface="Arial Unicode MS" pitchFamily="34" charset="-128"/>
                <a:cs typeface="Arial Unicode MS" pitchFamily="34" charset="-128"/>
              </a:rPr>
              <a:t>μs</a:t>
            </a:r>
            <a:r>
              <a:rPr lang="en-US" sz="1800" b="1" i="1" dirty="0">
                <a:solidFill>
                  <a:schemeClr val="bg2"/>
                </a:solidFill>
                <a:ea typeface="Arial Unicode MS" pitchFamily="34" charset="-128"/>
                <a:cs typeface="Arial Unicode MS" pitchFamily="34" charset="-128"/>
              </a:rPr>
              <a:t>. </a:t>
            </a:r>
            <a:r>
              <a:rPr lang="en-US" sz="1800" dirty="0">
                <a:solidFill>
                  <a:schemeClr val="bg2"/>
                </a:solidFill>
                <a:ea typeface="Arial Unicode MS" pitchFamily="34" charset="-128"/>
                <a:cs typeface="Arial Unicode MS" pitchFamily="34" charset="-128"/>
              </a:rPr>
              <a:t>The </a:t>
            </a:r>
            <a:r>
              <a:rPr lang="en-US" sz="1800" b="1" dirty="0">
                <a:solidFill>
                  <a:schemeClr val="bg2"/>
                </a:solidFill>
                <a:ea typeface="Arial Unicode MS" pitchFamily="34" charset="-128"/>
                <a:cs typeface="Arial Unicode MS" pitchFamily="34" charset="-128"/>
              </a:rPr>
              <a:t>bit duration </a:t>
            </a:r>
            <a:r>
              <a:rPr lang="en-US" sz="1800" dirty="0">
                <a:solidFill>
                  <a:schemeClr val="bg2"/>
                </a:solidFill>
                <a:ea typeface="Arial Unicode MS" pitchFamily="34" charset="-128"/>
                <a:cs typeface="Arial Unicode MS" pitchFamily="34" charset="-128"/>
              </a:rPr>
              <a:t>on the output link is </a:t>
            </a:r>
            <a:r>
              <a:rPr lang="en-US" sz="1800" b="1" i="1" dirty="0">
                <a:solidFill>
                  <a:schemeClr val="bg2"/>
                </a:solidFill>
                <a:ea typeface="Arial Unicode MS" pitchFamily="34" charset="-128"/>
                <a:cs typeface="Arial Unicode MS" pitchFamily="34" charset="-128"/>
              </a:rPr>
              <a:t>1/400,000 s, or 2.5 </a:t>
            </a:r>
            <a:r>
              <a:rPr lang="en-US" sz="1800" b="1" i="1" dirty="0" err="1">
                <a:solidFill>
                  <a:schemeClr val="bg2"/>
                </a:solidFill>
                <a:ea typeface="Arial Unicode MS" pitchFamily="34" charset="-128"/>
                <a:cs typeface="Arial Unicode MS" pitchFamily="34" charset="-128"/>
              </a:rPr>
              <a:t>μs</a:t>
            </a:r>
            <a:r>
              <a:rPr lang="en-US" sz="1800" b="1" i="1" dirty="0">
                <a:solidFill>
                  <a:schemeClr val="bg2"/>
                </a:solidFill>
                <a:ea typeface="Arial Unicode MS" pitchFamily="34" charset="-128"/>
                <a:cs typeface="Arial Unicode MS" pitchFamily="34" charset="-128"/>
              </a:rPr>
              <a:t>. </a:t>
            </a:r>
          </a:p>
          <a:p>
            <a:pPr marL="0" indent="0">
              <a:buNone/>
            </a:pPr>
            <a:endParaRPr lang="en-US" sz="1800" b="1" dirty="0">
              <a:solidFill>
                <a:schemeClr val="bg2"/>
              </a:solidFill>
            </a:endParaRPr>
          </a:p>
        </p:txBody>
      </p:sp>
      <p:pic>
        <p:nvPicPr>
          <p:cNvPr id="4"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0700" y="4645313"/>
            <a:ext cx="800100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 name="Group 24">
            <a:extLst>
              <a:ext uri="{FF2B5EF4-FFF2-40B4-BE49-F238E27FC236}">
                <a16:creationId xmlns:a16="http://schemas.microsoft.com/office/drawing/2014/main" id="{ABB71D0F-8416-BB18-C422-35F3EA85637C}"/>
              </a:ext>
            </a:extLst>
          </p:cNvPr>
          <p:cNvGrpSpPr/>
          <p:nvPr/>
        </p:nvGrpSpPr>
        <p:grpSpPr>
          <a:xfrm>
            <a:off x="5924057" y="2546606"/>
            <a:ext cx="1517760" cy="729360"/>
            <a:chOff x="5924057" y="2546606"/>
            <a:chExt cx="1517760" cy="7293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ADBBE70E-BABF-3136-142B-BC0FEEA563EC}"/>
                    </a:ext>
                  </a:extLst>
                </p14:cNvPr>
                <p14:cNvContentPartPr/>
                <p14:nvPr/>
              </p14:nvContentPartPr>
              <p14:xfrm>
                <a:off x="5924057" y="2630486"/>
                <a:ext cx="149040" cy="297000"/>
              </p14:xfrm>
            </p:contentPart>
          </mc:Choice>
          <mc:Fallback xmlns="">
            <p:pic>
              <p:nvPicPr>
                <p:cNvPr id="3" name="Ink 2">
                  <a:extLst>
                    <a:ext uri="{FF2B5EF4-FFF2-40B4-BE49-F238E27FC236}">
                      <a16:creationId xmlns:a16="http://schemas.microsoft.com/office/drawing/2014/main" id="{ADBBE70E-BABF-3136-142B-BC0FEEA563EC}"/>
                    </a:ext>
                  </a:extLst>
                </p:cNvPr>
                <p:cNvPicPr/>
                <p:nvPr/>
              </p:nvPicPr>
              <p:blipFill>
                <a:blip r:embed="rId4"/>
                <a:stretch>
                  <a:fillRect/>
                </a:stretch>
              </p:blipFill>
              <p:spPr>
                <a:xfrm>
                  <a:off x="5915417" y="2621486"/>
                  <a:ext cx="16668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00DD2589-A9FD-2166-DD64-CB70C34BA9A7}"/>
                    </a:ext>
                  </a:extLst>
                </p14:cNvPr>
                <p14:cNvContentPartPr/>
                <p14:nvPr/>
              </p14:nvContentPartPr>
              <p14:xfrm>
                <a:off x="6135017" y="2752166"/>
                <a:ext cx="128160" cy="81360"/>
              </p14:xfrm>
            </p:contentPart>
          </mc:Choice>
          <mc:Fallback xmlns="">
            <p:pic>
              <p:nvPicPr>
                <p:cNvPr id="5" name="Ink 4">
                  <a:extLst>
                    <a:ext uri="{FF2B5EF4-FFF2-40B4-BE49-F238E27FC236}">
                      <a16:creationId xmlns:a16="http://schemas.microsoft.com/office/drawing/2014/main" id="{00DD2589-A9FD-2166-DD64-CB70C34BA9A7}"/>
                    </a:ext>
                  </a:extLst>
                </p:cNvPr>
                <p:cNvPicPr/>
                <p:nvPr/>
              </p:nvPicPr>
              <p:blipFill>
                <a:blip r:embed="rId6"/>
                <a:stretch>
                  <a:fillRect/>
                </a:stretch>
              </p:blipFill>
              <p:spPr>
                <a:xfrm>
                  <a:off x="6126377" y="2743166"/>
                  <a:ext cx="14580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0D8BD3DB-EA54-7D66-ECDE-69486E5E8E92}"/>
                    </a:ext>
                  </a:extLst>
                </p14:cNvPr>
                <p14:cNvContentPartPr/>
                <p14:nvPr/>
              </p14:nvContentPartPr>
              <p14:xfrm>
                <a:off x="6117017" y="2706806"/>
                <a:ext cx="124200" cy="207000"/>
              </p14:xfrm>
            </p:contentPart>
          </mc:Choice>
          <mc:Fallback xmlns="">
            <p:pic>
              <p:nvPicPr>
                <p:cNvPr id="6" name="Ink 5">
                  <a:extLst>
                    <a:ext uri="{FF2B5EF4-FFF2-40B4-BE49-F238E27FC236}">
                      <a16:creationId xmlns:a16="http://schemas.microsoft.com/office/drawing/2014/main" id="{0D8BD3DB-EA54-7D66-ECDE-69486E5E8E92}"/>
                    </a:ext>
                  </a:extLst>
                </p:cNvPr>
                <p:cNvPicPr/>
                <p:nvPr/>
              </p:nvPicPr>
              <p:blipFill>
                <a:blip r:embed="rId8"/>
                <a:stretch>
                  <a:fillRect/>
                </a:stretch>
              </p:blipFill>
              <p:spPr>
                <a:xfrm>
                  <a:off x="6108017" y="2697806"/>
                  <a:ext cx="14184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547ECEB-8AB9-C290-CD91-496EBEEEC692}"/>
                    </a:ext>
                  </a:extLst>
                </p14:cNvPr>
                <p14:cNvContentPartPr/>
                <p14:nvPr/>
              </p14:nvContentPartPr>
              <p14:xfrm>
                <a:off x="6356417" y="2702846"/>
                <a:ext cx="30960" cy="105480"/>
              </p14:xfrm>
            </p:contentPart>
          </mc:Choice>
          <mc:Fallback xmlns="">
            <p:pic>
              <p:nvPicPr>
                <p:cNvPr id="8" name="Ink 7">
                  <a:extLst>
                    <a:ext uri="{FF2B5EF4-FFF2-40B4-BE49-F238E27FC236}">
                      <a16:creationId xmlns:a16="http://schemas.microsoft.com/office/drawing/2014/main" id="{F547ECEB-8AB9-C290-CD91-496EBEEEC692}"/>
                    </a:ext>
                  </a:extLst>
                </p:cNvPr>
                <p:cNvPicPr/>
                <p:nvPr/>
              </p:nvPicPr>
              <p:blipFill>
                <a:blip r:embed="rId10"/>
                <a:stretch>
                  <a:fillRect/>
                </a:stretch>
              </p:blipFill>
              <p:spPr>
                <a:xfrm>
                  <a:off x="6347417" y="2693846"/>
                  <a:ext cx="486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11AFAA21-99FB-FA43-82D4-EF3B66124DEA}"/>
                    </a:ext>
                  </a:extLst>
                </p14:cNvPr>
                <p14:cNvContentPartPr/>
                <p14:nvPr/>
              </p14:nvContentPartPr>
              <p14:xfrm>
                <a:off x="6468737" y="2663606"/>
                <a:ext cx="71640" cy="113400"/>
              </p14:xfrm>
            </p:contentPart>
          </mc:Choice>
          <mc:Fallback xmlns="">
            <p:pic>
              <p:nvPicPr>
                <p:cNvPr id="9" name="Ink 8">
                  <a:extLst>
                    <a:ext uri="{FF2B5EF4-FFF2-40B4-BE49-F238E27FC236}">
                      <a16:creationId xmlns:a16="http://schemas.microsoft.com/office/drawing/2014/main" id="{11AFAA21-99FB-FA43-82D4-EF3B66124DEA}"/>
                    </a:ext>
                  </a:extLst>
                </p:cNvPr>
                <p:cNvPicPr/>
                <p:nvPr/>
              </p:nvPicPr>
              <p:blipFill>
                <a:blip r:embed="rId12"/>
                <a:stretch>
                  <a:fillRect/>
                </a:stretch>
              </p:blipFill>
              <p:spPr>
                <a:xfrm>
                  <a:off x="6459737" y="2654606"/>
                  <a:ext cx="8928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C3F98F95-5C53-ADB0-ED7F-2714685FD8BC}"/>
                    </a:ext>
                  </a:extLst>
                </p14:cNvPr>
                <p14:cNvContentPartPr/>
                <p14:nvPr/>
              </p14:nvContentPartPr>
              <p14:xfrm>
                <a:off x="6585737" y="2686646"/>
                <a:ext cx="88920" cy="74880"/>
              </p14:xfrm>
            </p:contentPart>
          </mc:Choice>
          <mc:Fallback xmlns="">
            <p:pic>
              <p:nvPicPr>
                <p:cNvPr id="10" name="Ink 9">
                  <a:extLst>
                    <a:ext uri="{FF2B5EF4-FFF2-40B4-BE49-F238E27FC236}">
                      <a16:creationId xmlns:a16="http://schemas.microsoft.com/office/drawing/2014/main" id="{C3F98F95-5C53-ADB0-ED7F-2714685FD8BC}"/>
                    </a:ext>
                  </a:extLst>
                </p:cNvPr>
                <p:cNvPicPr/>
                <p:nvPr/>
              </p:nvPicPr>
              <p:blipFill>
                <a:blip r:embed="rId14"/>
                <a:stretch>
                  <a:fillRect/>
                </a:stretch>
              </p:blipFill>
              <p:spPr>
                <a:xfrm>
                  <a:off x="6577097" y="2677646"/>
                  <a:ext cx="10656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3CBED8CF-4DA0-7F8A-2465-4B0EC2985195}"/>
                    </a:ext>
                  </a:extLst>
                </p14:cNvPr>
                <p14:cNvContentPartPr/>
                <p14:nvPr/>
              </p14:nvContentPartPr>
              <p14:xfrm>
                <a:off x="6758897" y="2643446"/>
                <a:ext cx="47160" cy="116640"/>
              </p14:xfrm>
            </p:contentPart>
          </mc:Choice>
          <mc:Fallback xmlns="">
            <p:pic>
              <p:nvPicPr>
                <p:cNvPr id="11" name="Ink 10">
                  <a:extLst>
                    <a:ext uri="{FF2B5EF4-FFF2-40B4-BE49-F238E27FC236}">
                      <a16:creationId xmlns:a16="http://schemas.microsoft.com/office/drawing/2014/main" id="{3CBED8CF-4DA0-7F8A-2465-4B0EC2985195}"/>
                    </a:ext>
                  </a:extLst>
                </p:cNvPr>
                <p:cNvPicPr/>
                <p:nvPr/>
              </p:nvPicPr>
              <p:blipFill>
                <a:blip r:embed="rId16"/>
                <a:stretch>
                  <a:fillRect/>
                </a:stretch>
              </p:blipFill>
              <p:spPr>
                <a:xfrm>
                  <a:off x="6749897" y="2634446"/>
                  <a:ext cx="648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6978D80D-1888-41DB-AA13-23742EAB90F7}"/>
                    </a:ext>
                  </a:extLst>
                </p14:cNvPr>
                <p14:cNvContentPartPr/>
                <p14:nvPr/>
              </p14:nvContentPartPr>
              <p14:xfrm>
                <a:off x="6782297" y="2555966"/>
                <a:ext cx="100800" cy="178560"/>
              </p14:xfrm>
            </p:contentPart>
          </mc:Choice>
          <mc:Fallback xmlns="">
            <p:pic>
              <p:nvPicPr>
                <p:cNvPr id="12" name="Ink 11">
                  <a:extLst>
                    <a:ext uri="{FF2B5EF4-FFF2-40B4-BE49-F238E27FC236}">
                      <a16:creationId xmlns:a16="http://schemas.microsoft.com/office/drawing/2014/main" id="{6978D80D-1888-41DB-AA13-23742EAB90F7}"/>
                    </a:ext>
                  </a:extLst>
                </p:cNvPr>
                <p:cNvPicPr/>
                <p:nvPr/>
              </p:nvPicPr>
              <p:blipFill>
                <a:blip r:embed="rId18"/>
                <a:stretch>
                  <a:fillRect/>
                </a:stretch>
              </p:blipFill>
              <p:spPr>
                <a:xfrm>
                  <a:off x="6773297" y="2547326"/>
                  <a:ext cx="1184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F55DA816-8ADD-B46E-8DCC-4E9884D75F7F}"/>
                    </a:ext>
                  </a:extLst>
                </p14:cNvPr>
                <p14:cNvContentPartPr/>
                <p14:nvPr/>
              </p14:nvContentPartPr>
              <p14:xfrm>
                <a:off x="6785177" y="2693846"/>
                <a:ext cx="108720" cy="34200"/>
              </p14:xfrm>
            </p:contentPart>
          </mc:Choice>
          <mc:Fallback xmlns="">
            <p:pic>
              <p:nvPicPr>
                <p:cNvPr id="13" name="Ink 12">
                  <a:extLst>
                    <a:ext uri="{FF2B5EF4-FFF2-40B4-BE49-F238E27FC236}">
                      <a16:creationId xmlns:a16="http://schemas.microsoft.com/office/drawing/2014/main" id="{F55DA816-8ADD-B46E-8DCC-4E9884D75F7F}"/>
                    </a:ext>
                  </a:extLst>
                </p:cNvPr>
                <p:cNvPicPr/>
                <p:nvPr/>
              </p:nvPicPr>
              <p:blipFill>
                <a:blip r:embed="rId20"/>
                <a:stretch>
                  <a:fillRect/>
                </a:stretch>
              </p:blipFill>
              <p:spPr>
                <a:xfrm>
                  <a:off x="6776177" y="2685206"/>
                  <a:ext cx="1263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FBCAE020-9463-EC75-EF8B-CF2207596AEE}"/>
                    </a:ext>
                  </a:extLst>
                </p14:cNvPr>
                <p14:cNvContentPartPr/>
                <p14:nvPr/>
              </p14:nvContentPartPr>
              <p14:xfrm>
                <a:off x="6950777" y="2546606"/>
                <a:ext cx="110160" cy="186480"/>
              </p14:xfrm>
            </p:contentPart>
          </mc:Choice>
          <mc:Fallback xmlns="">
            <p:pic>
              <p:nvPicPr>
                <p:cNvPr id="14" name="Ink 13">
                  <a:extLst>
                    <a:ext uri="{FF2B5EF4-FFF2-40B4-BE49-F238E27FC236}">
                      <a16:creationId xmlns:a16="http://schemas.microsoft.com/office/drawing/2014/main" id="{FBCAE020-9463-EC75-EF8B-CF2207596AEE}"/>
                    </a:ext>
                  </a:extLst>
                </p:cNvPr>
                <p:cNvPicPr/>
                <p:nvPr/>
              </p:nvPicPr>
              <p:blipFill>
                <a:blip r:embed="rId22"/>
                <a:stretch>
                  <a:fillRect/>
                </a:stretch>
              </p:blipFill>
              <p:spPr>
                <a:xfrm>
                  <a:off x="6942137" y="2537966"/>
                  <a:ext cx="12780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00D153CD-906A-CFA7-DE1E-353BE0AFAAEF}"/>
                    </a:ext>
                  </a:extLst>
                </p14:cNvPr>
                <p14:cNvContentPartPr/>
                <p14:nvPr/>
              </p14:nvContentPartPr>
              <p14:xfrm>
                <a:off x="6364337" y="2753246"/>
                <a:ext cx="1077480" cy="273240"/>
              </p14:xfrm>
            </p:contentPart>
          </mc:Choice>
          <mc:Fallback xmlns="">
            <p:pic>
              <p:nvPicPr>
                <p:cNvPr id="15" name="Ink 14">
                  <a:extLst>
                    <a:ext uri="{FF2B5EF4-FFF2-40B4-BE49-F238E27FC236}">
                      <a16:creationId xmlns:a16="http://schemas.microsoft.com/office/drawing/2014/main" id="{00D153CD-906A-CFA7-DE1E-353BE0AFAAEF}"/>
                    </a:ext>
                  </a:extLst>
                </p:cNvPr>
                <p:cNvPicPr/>
                <p:nvPr/>
              </p:nvPicPr>
              <p:blipFill>
                <a:blip r:embed="rId24"/>
                <a:stretch>
                  <a:fillRect/>
                </a:stretch>
              </p:blipFill>
              <p:spPr>
                <a:xfrm>
                  <a:off x="6355697" y="2744606"/>
                  <a:ext cx="109512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5560DC20-ED48-9489-33D1-7245D6BD5A82}"/>
                    </a:ext>
                  </a:extLst>
                </p14:cNvPr>
                <p14:cNvContentPartPr/>
                <p14:nvPr/>
              </p14:nvContentPartPr>
              <p14:xfrm>
                <a:off x="5969057" y="3087326"/>
                <a:ext cx="219960" cy="71280"/>
              </p14:xfrm>
            </p:contentPart>
          </mc:Choice>
          <mc:Fallback xmlns="">
            <p:pic>
              <p:nvPicPr>
                <p:cNvPr id="17" name="Ink 16">
                  <a:extLst>
                    <a:ext uri="{FF2B5EF4-FFF2-40B4-BE49-F238E27FC236}">
                      <a16:creationId xmlns:a16="http://schemas.microsoft.com/office/drawing/2014/main" id="{5560DC20-ED48-9489-33D1-7245D6BD5A82}"/>
                    </a:ext>
                  </a:extLst>
                </p:cNvPr>
                <p:cNvPicPr/>
                <p:nvPr/>
              </p:nvPicPr>
              <p:blipFill>
                <a:blip r:embed="rId26"/>
                <a:stretch>
                  <a:fillRect/>
                </a:stretch>
              </p:blipFill>
              <p:spPr>
                <a:xfrm>
                  <a:off x="5960417" y="3078326"/>
                  <a:ext cx="23760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4807F000-6460-AE7D-A701-B20852E838BB}"/>
                    </a:ext>
                  </a:extLst>
                </p14:cNvPr>
                <p14:cNvContentPartPr/>
                <p14:nvPr/>
              </p14:nvContentPartPr>
              <p14:xfrm>
                <a:off x="6143657" y="3033326"/>
                <a:ext cx="222840" cy="86760"/>
              </p14:xfrm>
            </p:contentPart>
          </mc:Choice>
          <mc:Fallback xmlns="">
            <p:pic>
              <p:nvPicPr>
                <p:cNvPr id="18" name="Ink 17">
                  <a:extLst>
                    <a:ext uri="{FF2B5EF4-FFF2-40B4-BE49-F238E27FC236}">
                      <a16:creationId xmlns:a16="http://schemas.microsoft.com/office/drawing/2014/main" id="{4807F000-6460-AE7D-A701-B20852E838BB}"/>
                    </a:ext>
                  </a:extLst>
                </p:cNvPr>
                <p:cNvPicPr/>
                <p:nvPr/>
              </p:nvPicPr>
              <p:blipFill>
                <a:blip r:embed="rId28"/>
                <a:stretch>
                  <a:fillRect/>
                </a:stretch>
              </p:blipFill>
              <p:spPr>
                <a:xfrm>
                  <a:off x="6135017" y="3024326"/>
                  <a:ext cx="24048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7E8835F6-6679-69C5-5D02-FD5B95E53978}"/>
                    </a:ext>
                  </a:extLst>
                </p14:cNvPr>
                <p14:cNvContentPartPr/>
                <p14:nvPr/>
              </p14:nvContentPartPr>
              <p14:xfrm>
                <a:off x="6532457" y="3092366"/>
                <a:ext cx="179640" cy="183600"/>
              </p14:xfrm>
            </p:contentPart>
          </mc:Choice>
          <mc:Fallback xmlns="">
            <p:pic>
              <p:nvPicPr>
                <p:cNvPr id="20" name="Ink 19">
                  <a:extLst>
                    <a:ext uri="{FF2B5EF4-FFF2-40B4-BE49-F238E27FC236}">
                      <a16:creationId xmlns:a16="http://schemas.microsoft.com/office/drawing/2014/main" id="{7E8835F6-6679-69C5-5D02-FD5B95E53978}"/>
                    </a:ext>
                  </a:extLst>
                </p:cNvPr>
                <p:cNvPicPr/>
                <p:nvPr/>
              </p:nvPicPr>
              <p:blipFill>
                <a:blip r:embed="rId30"/>
                <a:stretch>
                  <a:fillRect/>
                </a:stretch>
              </p:blipFill>
              <p:spPr>
                <a:xfrm>
                  <a:off x="6523817" y="3083726"/>
                  <a:ext cx="1972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9A3BB5A0-DC1D-42C8-3FB1-C125677BBFA3}"/>
                    </a:ext>
                  </a:extLst>
                </p14:cNvPr>
                <p14:cNvContentPartPr/>
                <p14:nvPr/>
              </p14:nvContentPartPr>
              <p14:xfrm>
                <a:off x="6745937" y="3065726"/>
                <a:ext cx="121320" cy="154800"/>
              </p14:xfrm>
            </p:contentPart>
          </mc:Choice>
          <mc:Fallback xmlns="">
            <p:pic>
              <p:nvPicPr>
                <p:cNvPr id="21" name="Ink 20">
                  <a:extLst>
                    <a:ext uri="{FF2B5EF4-FFF2-40B4-BE49-F238E27FC236}">
                      <a16:creationId xmlns:a16="http://schemas.microsoft.com/office/drawing/2014/main" id="{9A3BB5A0-DC1D-42C8-3FB1-C125677BBFA3}"/>
                    </a:ext>
                  </a:extLst>
                </p:cNvPr>
                <p:cNvPicPr/>
                <p:nvPr/>
              </p:nvPicPr>
              <p:blipFill>
                <a:blip r:embed="rId32"/>
                <a:stretch>
                  <a:fillRect/>
                </a:stretch>
              </p:blipFill>
              <p:spPr>
                <a:xfrm>
                  <a:off x="6736937" y="3056726"/>
                  <a:ext cx="13896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2" name="Ink 21">
                  <a:extLst>
                    <a:ext uri="{FF2B5EF4-FFF2-40B4-BE49-F238E27FC236}">
                      <a16:creationId xmlns:a16="http://schemas.microsoft.com/office/drawing/2014/main" id="{DEE1ED92-E8F4-34D0-7CC7-C972CFE52239}"/>
                    </a:ext>
                  </a:extLst>
                </p14:cNvPr>
                <p14:cNvContentPartPr/>
                <p14:nvPr/>
              </p14:nvContentPartPr>
              <p14:xfrm>
                <a:off x="6953657" y="3060326"/>
                <a:ext cx="38880" cy="97920"/>
              </p14:xfrm>
            </p:contentPart>
          </mc:Choice>
          <mc:Fallback xmlns="">
            <p:pic>
              <p:nvPicPr>
                <p:cNvPr id="22" name="Ink 21">
                  <a:extLst>
                    <a:ext uri="{FF2B5EF4-FFF2-40B4-BE49-F238E27FC236}">
                      <a16:creationId xmlns:a16="http://schemas.microsoft.com/office/drawing/2014/main" id="{DEE1ED92-E8F4-34D0-7CC7-C972CFE52239}"/>
                    </a:ext>
                  </a:extLst>
                </p:cNvPr>
                <p:cNvPicPr/>
                <p:nvPr/>
              </p:nvPicPr>
              <p:blipFill>
                <a:blip r:embed="rId34"/>
                <a:stretch>
                  <a:fillRect/>
                </a:stretch>
              </p:blipFill>
              <p:spPr>
                <a:xfrm>
                  <a:off x="6944657" y="3051326"/>
                  <a:ext cx="565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3" name="Ink 22">
                  <a:extLst>
                    <a:ext uri="{FF2B5EF4-FFF2-40B4-BE49-F238E27FC236}">
                      <a16:creationId xmlns:a16="http://schemas.microsoft.com/office/drawing/2014/main" id="{2BCA87EC-9715-AA8F-BF1C-5F0169730C87}"/>
                    </a:ext>
                  </a:extLst>
                </p14:cNvPr>
                <p14:cNvContentPartPr/>
                <p14:nvPr/>
              </p14:nvContentPartPr>
              <p14:xfrm>
                <a:off x="6869057" y="2986526"/>
                <a:ext cx="4320" cy="25200"/>
              </p14:xfrm>
            </p:contentPart>
          </mc:Choice>
          <mc:Fallback xmlns="">
            <p:pic>
              <p:nvPicPr>
                <p:cNvPr id="23" name="Ink 22">
                  <a:extLst>
                    <a:ext uri="{FF2B5EF4-FFF2-40B4-BE49-F238E27FC236}">
                      <a16:creationId xmlns:a16="http://schemas.microsoft.com/office/drawing/2014/main" id="{2BCA87EC-9715-AA8F-BF1C-5F0169730C87}"/>
                    </a:ext>
                  </a:extLst>
                </p:cNvPr>
                <p:cNvPicPr/>
                <p:nvPr/>
              </p:nvPicPr>
              <p:blipFill>
                <a:blip r:embed="rId36"/>
                <a:stretch>
                  <a:fillRect/>
                </a:stretch>
              </p:blipFill>
              <p:spPr>
                <a:xfrm>
                  <a:off x="6860057" y="2977526"/>
                  <a:ext cx="2196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8FEA1C4C-75B9-32C8-19FD-279B1A541947}"/>
                    </a:ext>
                  </a:extLst>
                </p14:cNvPr>
                <p14:cNvContentPartPr/>
                <p14:nvPr/>
              </p14:nvContentPartPr>
              <p14:xfrm>
                <a:off x="7036817" y="2998046"/>
                <a:ext cx="162000" cy="203040"/>
              </p14:xfrm>
            </p:contentPart>
          </mc:Choice>
          <mc:Fallback xmlns="">
            <p:pic>
              <p:nvPicPr>
                <p:cNvPr id="24" name="Ink 23">
                  <a:extLst>
                    <a:ext uri="{FF2B5EF4-FFF2-40B4-BE49-F238E27FC236}">
                      <a16:creationId xmlns:a16="http://schemas.microsoft.com/office/drawing/2014/main" id="{8FEA1C4C-75B9-32C8-19FD-279B1A541947}"/>
                    </a:ext>
                  </a:extLst>
                </p:cNvPr>
                <p:cNvPicPr/>
                <p:nvPr/>
              </p:nvPicPr>
              <p:blipFill>
                <a:blip r:embed="rId38"/>
                <a:stretch>
                  <a:fillRect/>
                </a:stretch>
              </p:blipFill>
              <p:spPr>
                <a:xfrm>
                  <a:off x="7027817" y="2989046"/>
                  <a:ext cx="179640" cy="220680"/>
                </a:xfrm>
                <a:prstGeom prst="rect">
                  <a:avLst/>
                </a:prstGeom>
              </p:spPr>
            </p:pic>
          </mc:Fallback>
        </mc:AlternateContent>
      </p:grpSp>
      <p:grpSp>
        <p:nvGrpSpPr>
          <p:cNvPr id="46" name="Group 45">
            <a:extLst>
              <a:ext uri="{FF2B5EF4-FFF2-40B4-BE49-F238E27FC236}">
                <a16:creationId xmlns:a16="http://schemas.microsoft.com/office/drawing/2014/main" id="{CB1643C8-5EB2-2045-3981-70E02E960574}"/>
              </a:ext>
            </a:extLst>
          </p:cNvPr>
          <p:cNvGrpSpPr/>
          <p:nvPr/>
        </p:nvGrpSpPr>
        <p:grpSpPr>
          <a:xfrm>
            <a:off x="7546577" y="2470286"/>
            <a:ext cx="1274760" cy="855720"/>
            <a:chOff x="7546577" y="2470286"/>
            <a:chExt cx="1274760" cy="855720"/>
          </a:xfrm>
        </p:grpSpPr>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54264FEE-9C42-CDFC-0E10-21FB83E9EA06}"/>
                    </a:ext>
                  </a:extLst>
                </p14:cNvPr>
                <p14:cNvContentPartPr/>
                <p14:nvPr/>
              </p14:nvContentPartPr>
              <p14:xfrm>
                <a:off x="7546577" y="2636606"/>
                <a:ext cx="178920" cy="90720"/>
              </p14:xfrm>
            </p:contentPart>
          </mc:Choice>
          <mc:Fallback xmlns="">
            <p:pic>
              <p:nvPicPr>
                <p:cNvPr id="26" name="Ink 25">
                  <a:extLst>
                    <a:ext uri="{FF2B5EF4-FFF2-40B4-BE49-F238E27FC236}">
                      <a16:creationId xmlns:a16="http://schemas.microsoft.com/office/drawing/2014/main" id="{54264FEE-9C42-CDFC-0E10-21FB83E9EA06}"/>
                    </a:ext>
                  </a:extLst>
                </p:cNvPr>
                <p:cNvPicPr/>
                <p:nvPr/>
              </p:nvPicPr>
              <p:blipFill>
                <a:blip r:embed="rId40"/>
                <a:stretch>
                  <a:fillRect/>
                </a:stretch>
              </p:blipFill>
              <p:spPr>
                <a:xfrm>
                  <a:off x="7537937" y="2627966"/>
                  <a:ext cx="19656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7" name="Ink 26">
                  <a:extLst>
                    <a:ext uri="{FF2B5EF4-FFF2-40B4-BE49-F238E27FC236}">
                      <a16:creationId xmlns:a16="http://schemas.microsoft.com/office/drawing/2014/main" id="{A3C9CF9A-63B9-9D8C-B407-5A2D568790D2}"/>
                    </a:ext>
                  </a:extLst>
                </p14:cNvPr>
                <p14:cNvContentPartPr/>
                <p14:nvPr/>
              </p14:nvContentPartPr>
              <p14:xfrm>
                <a:off x="7583297" y="2784926"/>
                <a:ext cx="154800" cy="118080"/>
              </p14:xfrm>
            </p:contentPart>
          </mc:Choice>
          <mc:Fallback xmlns="">
            <p:pic>
              <p:nvPicPr>
                <p:cNvPr id="27" name="Ink 26">
                  <a:extLst>
                    <a:ext uri="{FF2B5EF4-FFF2-40B4-BE49-F238E27FC236}">
                      <a16:creationId xmlns:a16="http://schemas.microsoft.com/office/drawing/2014/main" id="{A3C9CF9A-63B9-9D8C-B407-5A2D568790D2}"/>
                    </a:ext>
                  </a:extLst>
                </p:cNvPr>
                <p:cNvPicPr/>
                <p:nvPr/>
              </p:nvPicPr>
              <p:blipFill>
                <a:blip r:embed="rId42"/>
                <a:stretch>
                  <a:fillRect/>
                </a:stretch>
              </p:blipFill>
              <p:spPr>
                <a:xfrm>
                  <a:off x="7574297" y="2776286"/>
                  <a:ext cx="17244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Ink 28">
                  <a:extLst>
                    <a:ext uri="{FF2B5EF4-FFF2-40B4-BE49-F238E27FC236}">
                      <a16:creationId xmlns:a16="http://schemas.microsoft.com/office/drawing/2014/main" id="{9C6B2B3B-C3A3-A99C-1FF8-78035EF0C97F}"/>
                    </a:ext>
                  </a:extLst>
                </p14:cNvPr>
                <p14:cNvContentPartPr/>
                <p14:nvPr/>
              </p14:nvContentPartPr>
              <p14:xfrm>
                <a:off x="7964177" y="2495126"/>
                <a:ext cx="203760" cy="102600"/>
              </p14:xfrm>
            </p:contentPart>
          </mc:Choice>
          <mc:Fallback xmlns="">
            <p:pic>
              <p:nvPicPr>
                <p:cNvPr id="29" name="Ink 28">
                  <a:extLst>
                    <a:ext uri="{FF2B5EF4-FFF2-40B4-BE49-F238E27FC236}">
                      <a16:creationId xmlns:a16="http://schemas.microsoft.com/office/drawing/2014/main" id="{9C6B2B3B-C3A3-A99C-1FF8-78035EF0C97F}"/>
                    </a:ext>
                  </a:extLst>
                </p:cNvPr>
                <p:cNvPicPr/>
                <p:nvPr/>
              </p:nvPicPr>
              <p:blipFill>
                <a:blip r:embed="rId44"/>
                <a:stretch>
                  <a:fillRect/>
                </a:stretch>
              </p:blipFill>
              <p:spPr>
                <a:xfrm>
                  <a:off x="7955177" y="2486126"/>
                  <a:ext cx="2214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0" name="Ink 29">
                  <a:extLst>
                    <a:ext uri="{FF2B5EF4-FFF2-40B4-BE49-F238E27FC236}">
                      <a16:creationId xmlns:a16="http://schemas.microsoft.com/office/drawing/2014/main" id="{A34D236C-8D27-71BB-3BB9-5A47E3227DC2}"/>
                    </a:ext>
                  </a:extLst>
                </p14:cNvPr>
                <p14:cNvContentPartPr/>
                <p14:nvPr/>
              </p14:nvContentPartPr>
              <p14:xfrm>
                <a:off x="7980377" y="2606006"/>
                <a:ext cx="109800" cy="178920"/>
              </p14:xfrm>
            </p:contentPart>
          </mc:Choice>
          <mc:Fallback xmlns="">
            <p:pic>
              <p:nvPicPr>
                <p:cNvPr id="30" name="Ink 29">
                  <a:extLst>
                    <a:ext uri="{FF2B5EF4-FFF2-40B4-BE49-F238E27FC236}">
                      <a16:creationId xmlns:a16="http://schemas.microsoft.com/office/drawing/2014/main" id="{A34D236C-8D27-71BB-3BB9-5A47E3227DC2}"/>
                    </a:ext>
                  </a:extLst>
                </p:cNvPr>
                <p:cNvPicPr/>
                <p:nvPr/>
              </p:nvPicPr>
              <p:blipFill>
                <a:blip r:embed="rId46"/>
                <a:stretch>
                  <a:fillRect/>
                </a:stretch>
              </p:blipFill>
              <p:spPr>
                <a:xfrm>
                  <a:off x="7971377" y="2597366"/>
                  <a:ext cx="1274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1" name="Ink 30">
                  <a:extLst>
                    <a:ext uri="{FF2B5EF4-FFF2-40B4-BE49-F238E27FC236}">
                      <a16:creationId xmlns:a16="http://schemas.microsoft.com/office/drawing/2014/main" id="{3AF92B60-A9ED-959B-EECE-9381A7E0D34C}"/>
                    </a:ext>
                  </a:extLst>
                </p14:cNvPr>
                <p14:cNvContentPartPr/>
                <p14:nvPr/>
              </p14:nvContentPartPr>
              <p14:xfrm>
                <a:off x="8172977" y="2586926"/>
                <a:ext cx="54000" cy="138240"/>
              </p14:xfrm>
            </p:contentPart>
          </mc:Choice>
          <mc:Fallback xmlns="">
            <p:pic>
              <p:nvPicPr>
                <p:cNvPr id="31" name="Ink 30">
                  <a:extLst>
                    <a:ext uri="{FF2B5EF4-FFF2-40B4-BE49-F238E27FC236}">
                      <a16:creationId xmlns:a16="http://schemas.microsoft.com/office/drawing/2014/main" id="{3AF92B60-A9ED-959B-EECE-9381A7E0D34C}"/>
                    </a:ext>
                  </a:extLst>
                </p:cNvPr>
                <p:cNvPicPr/>
                <p:nvPr/>
              </p:nvPicPr>
              <p:blipFill>
                <a:blip r:embed="rId48"/>
                <a:stretch>
                  <a:fillRect/>
                </a:stretch>
              </p:blipFill>
              <p:spPr>
                <a:xfrm>
                  <a:off x="8164337" y="2578286"/>
                  <a:ext cx="7164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2" name="Ink 31">
                  <a:extLst>
                    <a:ext uri="{FF2B5EF4-FFF2-40B4-BE49-F238E27FC236}">
                      <a16:creationId xmlns:a16="http://schemas.microsoft.com/office/drawing/2014/main" id="{6349FF01-D08C-A9E6-A451-FE9A3258E41C}"/>
                    </a:ext>
                  </a:extLst>
                </p14:cNvPr>
                <p14:cNvContentPartPr/>
                <p14:nvPr/>
              </p14:nvContentPartPr>
              <p14:xfrm>
                <a:off x="8287097" y="2550566"/>
                <a:ext cx="73800" cy="164520"/>
              </p14:xfrm>
            </p:contentPart>
          </mc:Choice>
          <mc:Fallback xmlns="">
            <p:pic>
              <p:nvPicPr>
                <p:cNvPr id="32" name="Ink 31">
                  <a:extLst>
                    <a:ext uri="{FF2B5EF4-FFF2-40B4-BE49-F238E27FC236}">
                      <a16:creationId xmlns:a16="http://schemas.microsoft.com/office/drawing/2014/main" id="{6349FF01-D08C-A9E6-A451-FE9A3258E41C}"/>
                    </a:ext>
                  </a:extLst>
                </p:cNvPr>
                <p:cNvPicPr/>
                <p:nvPr/>
              </p:nvPicPr>
              <p:blipFill>
                <a:blip r:embed="rId50"/>
                <a:stretch>
                  <a:fillRect/>
                </a:stretch>
              </p:blipFill>
              <p:spPr>
                <a:xfrm>
                  <a:off x="8278097" y="2541926"/>
                  <a:ext cx="9144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Ink 33">
                  <a:extLst>
                    <a:ext uri="{FF2B5EF4-FFF2-40B4-BE49-F238E27FC236}">
                      <a16:creationId xmlns:a16="http://schemas.microsoft.com/office/drawing/2014/main" id="{CF124656-6B8C-BEBE-5D68-5AEB905AA48A}"/>
                    </a:ext>
                  </a:extLst>
                </p14:cNvPr>
                <p14:cNvContentPartPr/>
                <p14:nvPr/>
              </p14:nvContentPartPr>
              <p14:xfrm>
                <a:off x="8503097" y="2507366"/>
                <a:ext cx="86040" cy="161280"/>
              </p14:xfrm>
            </p:contentPart>
          </mc:Choice>
          <mc:Fallback xmlns="">
            <p:pic>
              <p:nvPicPr>
                <p:cNvPr id="34" name="Ink 33">
                  <a:extLst>
                    <a:ext uri="{FF2B5EF4-FFF2-40B4-BE49-F238E27FC236}">
                      <a16:creationId xmlns:a16="http://schemas.microsoft.com/office/drawing/2014/main" id="{CF124656-6B8C-BEBE-5D68-5AEB905AA48A}"/>
                    </a:ext>
                  </a:extLst>
                </p:cNvPr>
                <p:cNvPicPr/>
                <p:nvPr/>
              </p:nvPicPr>
              <p:blipFill>
                <a:blip r:embed="rId52"/>
                <a:stretch>
                  <a:fillRect/>
                </a:stretch>
              </p:blipFill>
              <p:spPr>
                <a:xfrm>
                  <a:off x="8494457" y="2498366"/>
                  <a:ext cx="10368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Ink 34">
                  <a:extLst>
                    <a:ext uri="{FF2B5EF4-FFF2-40B4-BE49-F238E27FC236}">
                      <a16:creationId xmlns:a16="http://schemas.microsoft.com/office/drawing/2014/main" id="{79FAC1EF-0594-0699-628F-503FAA81E26D}"/>
                    </a:ext>
                  </a:extLst>
                </p14:cNvPr>
                <p14:cNvContentPartPr/>
                <p14:nvPr/>
              </p14:nvContentPartPr>
              <p14:xfrm>
                <a:off x="8667257" y="2470286"/>
                <a:ext cx="95400" cy="140760"/>
              </p14:xfrm>
            </p:contentPart>
          </mc:Choice>
          <mc:Fallback xmlns="">
            <p:pic>
              <p:nvPicPr>
                <p:cNvPr id="35" name="Ink 34">
                  <a:extLst>
                    <a:ext uri="{FF2B5EF4-FFF2-40B4-BE49-F238E27FC236}">
                      <a16:creationId xmlns:a16="http://schemas.microsoft.com/office/drawing/2014/main" id="{79FAC1EF-0594-0699-628F-503FAA81E26D}"/>
                    </a:ext>
                  </a:extLst>
                </p:cNvPr>
                <p:cNvPicPr/>
                <p:nvPr/>
              </p:nvPicPr>
              <p:blipFill>
                <a:blip r:embed="rId54"/>
                <a:stretch>
                  <a:fillRect/>
                </a:stretch>
              </p:blipFill>
              <p:spPr>
                <a:xfrm>
                  <a:off x="8658257" y="2461286"/>
                  <a:ext cx="1130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4214C939-1724-A498-7FC4-BD341A3368E7}"/>
                    </a:ext>
                  </a:extLst>
                </p14:cNvPr>
                <p14:cNvContentPartPr/>
                <p14:nvPr/>
              </p14:nvContentPartPr>
              <p14:xfrm>
                <a:off x="7707137" y="3082286"/>
                <a:ext cx="45000" cy="202680"/>
              </p14:xfrm>
            </p:contentPart>
          </mc:Choice>
          <mc:Fallback xmlns="">
            <p:pic>
              <p:nvPicPr>
                <p:cNvPr id="37" name="Ink 36">
                  <a:extLst>
                    <a:ext uri="{FF2B5EF4-FFF2-40B4-BE49-F238E27FC236}">
                      <a16:creationId xmlns:a16="http://schemas.microsoft.com/office/drawing/2014/main" id="{4214C939-1724-A498-7FC4-BD341A3368E7}"/>
                    </a:ext>
                  </a:extLst>
                </p:cNvPr>
                <p:cNvPicPr/>
                <p:nvPr/>
              </p:nvPicPr>
              <p:blipFill>
                <a:blip r:embed="rId56"/>
                <a:stretch>
                  <a:fillRect/>
                </a:stretch>
              </p:blipFill>
              <p:spPr>
                <a:xfrm>
                  <a:off x="7698137" y="3073646"/>
                  <a:ext cx="626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B42B8353-DC04-2D6E-BE7F-3498014A9234}"/>
                    </a:ext>
                  </a:extLst>
                </p14:cNvPr>
                <p14:cNvContentPartPr/>
                <p14:nvPr/>
              </p14:nvContentPartPr>
              <p14:xfrm>
                <a:off x="7739897" y="3141326"/>
                <a:ext cx="64440" cy="184680"/>
              </p14:xfrm>
            </p:contentPart>
          </mc:Choice>
          <mc:Fallback xmlns="">
            <p:pic>
              <p:nvPicPr>
                <p:cNvPr id="38" name="Ink 37">
                  <a:extLst>
                    <a:ext uri="{FF2B5EF4-FFF2-40B4-BE49-F238E27FC236}">
                      <a16:creationId xmlns:a16="http://schemas.microsoft.com/office/drawing/2014/main" id="{B42B8353-DC04-2D6E-BE7F-3498014A9234}"/>
                    </a:ext>
                  </a:extLst>
                </p:cNvPr>
                <p:cNvPicPr/>
                <p:nvPr/>
              </p:nvPicPr>
              <p:blipFill>
                <a:blip r:embed="rId58"/>
                <a:stretch>
                  <a:fillRect/>
                </a:stretch>
              </p:blipFill>
              <p:spPr>
                <a:xfrm>
                  <a:off x="7731257" y="3132326"/>
                  <a:ext cx="8208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5230E714-D0C8-D3FE-9747-C5DAFBC48082}"/>
                    </a:ext>
                  </a:extLst>
                </p14:cNvPr>
                <p14:cNvContentPartPr/>
                <p14:nvPr/>
              </p14:nvContentPartPr>
              <p14:xfrm>
                <a:off x="7727657" y="3025766"/>
                <a:ext cx="130320" cy="123840"/>
              </p14:xfrm>
            </p:contentPart>
          </mc:Choice>
          <mc:Fallback xmlns="">
            <p:pic>
              <p:nvPicPr>
                <p:cNvPr id="39" name="Ink 38">
                  <a:extLst>
                    <a:ext uri="{FF2B5EF4-FFF2-40B4-BE49-F238E27FC236}">
                      <a16:creationId xmlns:a16="http://schemas.microsoft.com/office/drawing/2014/main" id="{5230E714-D0C8-D3FE-9747-C5DAFBC48082}"/>
                    </a:ext>
                  </a:extLst>
                </p:cNvPr>
                <p:cNvPicPr/>
                <p:nvPr/>
              </p:nvPicPr>
              <p:blipFill>
                <a:blip r:embed="rId60"/>
                <a:stretch>
                  <a:fillRect/>
                </a:stretch>
              </p:blipFill>
              <p:spPr>
                <a:xfrm>
                  <a:off x="7719017" y="3017126"/>
                  <a:ext cx="1479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DD0B2426-19FA-C139-9E9B-EBCA58E678F4}"/>
                    </a:ext>
                  </a:extLst>
                </p14:cNvPr>
                <p14:cNvContentPartPr/>
                <p14:nvPr/>
              </p14:nvContentPartPr>
              <p14:xfrm>
                <a:off x="7741697" y="3143846"/>
                <a:ext cx="151560" cy="88920"/>
              </p14:xfrm>
            </p:contentPart>
          </mc:Choice>
          <mc:Fallback xmlns="">
            <p:pic>
              <p:nvPicPr>
                <p:cNvPr id="40" name="Ink 39">
                  <a:extLst>
                    <a:ext uri="{FF2B5EF4-FFF2-40B4-BE49-F238E27FC236}">
                      <a16:creationId xmlns:a16="http://schemas.microsoft.com/office/drawing/2014/main" id="{DD0B2426-19FA-C139-9E9B-EBCA58E678F4}"/>
                    </a:ext>
                  </a:extLst>
                </p:cNvPr>
                <p:cNvPicPr/>
                <p:nvPr/>
              </p:nvPicPr>
              <p:blipFill>
                <a:blip r:embed="rId62"/>
                <a:stretch>
                  <a:fillRect/>
                </a:stretch>
              </p:blipFill>
              <p:spPr>
                <a:xfrm>
                  <a:off x="7733057" y="3135206"/>
                  <a:ext cx="16920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1" name="Ink 40">
                  <a:extLst>
                    <a:ext uri="{FF2B5EF4-FFF2-40B4-BE49-F238E27FC236}">
                      <a16:creationId xmlns:a16="http://schemas.microsoft.com/office/drawing/2014/main" id="{2FB88864-82EA-D4F8-C102-79D863BC21D8}"/>
                    </a:ext>
                  </a:extLst>
                </p14:cNvPr>
                <p14:cNvContentPartPr/>
                <p14:nvPr/>
              </p14:nvContentPartPr>
              <p14:xfrm>
                <a:off x="7922057" y="3063206"/>
                <a:ext cx="156600" cy="184320"/>
              </p14:xfrm>
            </p:contentPart>
          </mc:Choice>
          <mc:Fallback xmlns="">
            <p:pic>
              <p:nvPicPr>
                <p:cNvPr id="41" name="Ink 40">
                  <a:extLst>
                    <a:ext uri="{FF2B5EF4-FFF2-40B4-BE49-F238E27FC236}">
                      <a16:creationId xmlns:a16="http://schemas.microsoft.com/office/drawing/2014/main" id="{2FB88864-82EA-D4F8-C102-79D863BC21D8}"/>
                    </a:ext>
                  </a:extLst>
                </p:cNvPr>
                <p:cNvPicPr/>
                <p:nvPr/>
              </p:nvPicPr>
              <p:blipFill>
                <a:blip r:embed="rId64"/>
                <a:stretch>
                  <a:fillRect/>
                </a:stretch>
              </p:blipFill>
              <p:spPr>
                <a:xfrm>
                  <a:off x="7913417" y="3054206"/>
                  <a:ext cx="17424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2" name="Ink 41">
                  <a:extLst>
                    <a:ext uri="{FF2B5EF4-FFF2-40B4-BE49-F238E27FC236}">
                      <a16:creationId xmlns:a16="http://schemas.microsoft.com/office/drawing/2014/main" id="{A63A7E47-CF86-343E-2288-D910D87B4783}"/>
                    </a:ext>
                  </a:extLst>
                </p14:cNvPr>
                <p14:cNvContentPartPr/>
                <p14:nvPr/>
              </p14:nvContentPartPr>
              <p14:xfrm>
                <a:off x="8117177" y="3013886"/>
                <a:ext cx="110520" cy="109800"/>
              </p14:xfrm>
            </p:contentPart>
          </mc:Choice>
          <mc:Fallback xmlns="">
            <p:pic>
              <p:nvPicPr>
                <p:cNvPr id="42" name="Ink 41">
                  <a:extLst>
                    <a:ext uri="{FF2B5EF4-FFF2-40B4-BE49-F238E27FC236}">
                      <a16:creationId xmlns:a16="http://schemas.microsoft.com/office/drawing/2014/main" id="{A63A7E47-CF86-343E-2288-D910D87B4783}"/>
                    </a:ext>
                  </a:extLst>
                </p:cNvPr>
                <p:cNvPicPr/>
                <p:nvPr/>
              </p:nvPicPr>
              <p:blipFill>
                <a:blip r:embed="rId66"/>
                <a:stretch>
                  <a:fillRect/>
                </a:stretch>
              </p:blipFill>
              <p:spPr>
                <a:xfrm>
                  <a:off x="8108177" y="3005246"/>
                  <a:ext cx="1281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1CB76C66-8892-061E-561C-60B59B3894F4}"/>
                    </a:ext>
                  </a:extLst>
                </p14:cNvPr>
                <p14:cNvContentPartPr/>
                <p14:nvPr/>
              </p14:nvContentPartPr>
              <p14:xfrm>
                <a:off x="8250737" y="2908406"/>
                <a:ext cx="326520" cy="238680"/>
              </p14:xfrm>
            </p:contentPart>
          </mc:Choice>
          <mc:Fallback xmlns="">
            <p:pic>
              <p:nvPicPr>
                <p:cNvPr id="43" name="Ink 42">
                  <a:extLst>
                    <a:ext uri="{FF2B5EF4-FFF2-40B4-BE49-F238E27FC236}">
                      <a16:creationId xmlns:a16="http://schemas.microsoft.com/office/drawing/2014/main" id="{1CB76C66-8892-061E-561C-60B59B3894F4}"/>
                    </a:ext>
                  </a:extLst>
                </p:cNvPr>
                <p:cNvPicPr/>
                <p:nvPr/>
              </p:nvPicPr>
              <p:blipFill>
                <a:blip r:embed="rId68"/>
                <a:stretch>
                  <a:fillRect/>
                </a:stretch>
              </p:blipFill>
              <p:spPr>
                <a:xfrm>
                  <a:off x="8242097" y="2899406"/>
                  <a:ext cx="34416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9E5BFABE-0B53-3B91-A217-279D586A3C27}"/>
                    </a:ext>
                  </a:extLst>
                </p14:cNvPr>
                <p14:cNvContentPartPr/>
                <p14:nvPr/>
              </p14:nvContentPartPr>
              <p14:xfrm>
                <a:off x="8652137" y="2718326"/>
                <a:ext cx="27000" cy="428400"/>
              </p14:xfrm>
            </p:contentPart>
          </mc:Choice>
          <mc:Fallback xmlns="">
            <p:pic>
              <p:nvPicPr>
                <p:cNvPr id="44" name="Ink 43">
                  <a:extLst>
                    <a:ext uri="{FF2B5EF4-FFF2-40B4-BE49-F238E27FC236}">
                      <a16:creationId xmlns:a16="http://schemas.microsoft.com/office/drawing/2014/main" id="{9E5BFABE-0B53-3B91-A217-279D586A3C27}"/>
                    </a:ext>
                  </a:extLst>
                </p:cNvPr>
                <p:cNvPicPr/>
                <p:nvPr/>
              </p:nvPicPr>
              <p:blipFill>
                <a:blip r:embed="rId70"/>
                <a:stretch>
                  <a:fillRect/>
                </a:stretch>
              </p:blipFill>
              <p:spPr>
                <a:xfrm>
                  <a:off x="8643497" y="2709326"/>
                  <a:ext cx="44640" cy="4460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F5F78AAF-23F3-2DAD-6BEF-F375B6456AF9}"/>
                    </a:ext>
                  </a:extLst>
                </p14:cNvPr>
                <p14:cNvContentPartPr/>
                <p14:nvPr/>
              </p14:nvContentPartPr>
              <p14:xfrm>
                <a:off x="8716937" y="2782046"/>
                <a:ext cx="104400" cy="235440"/>
              </p14:xfrm>
            </p:contentPart>
          </mc:Choice>
          <mc:Fallback xmlns="">
            <p:pic>
              <p:nvPicPr>
                <p:cNvPr id="45" name="Ink 44">
                  <a:extLst>
                    <a:ext uri="{FF2B5EF4-FFF2-40B4-BE49-F238E27FC236}">
                      <a16:creationId xmlns:a16="http://schemas.microsoft.com/office/drawing/2014/main" id="{F5F78AAF-23F3-2DAD-6BEF-F375B6456AF9}"/>
                    </a:ext>
                  </a:extLst>
                </p:cNvPr>
                <p:cNvPicPr/>
                <p:nvPr/>
              </p:nvPicPr>
              <p:blipFill>
                <a:blip r:embed="rId72"/>
                <a:stretch>
                  <a:fillRect/>
                </a:stretch>
              </p:blipFill>
              <p:spPr>
                <a:xfrm>
                  <a:off x="8708297" y="2773046"/>
                  <a:ext cx="122040" cy="253080"/>
                </a:xfrm>
                <a:prstGeom prst="rect">
                  <a:avLst/>
                </a:prstGeom>
              </p:spPr>
            </p:pic>
          </mc:Fallback>
        </mc:AlternateContent>
      </p:grpSp>
    </p:spTree>
    <p:extLst>
      <p:ext uri="{BB962C8B-B14F-4D97-AF65-F5344CB8AC3E}">
        <p14:creationId xmlns:p14="http://schemas.microsoft.com/office/powerpoint/2010/main" val="1765110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Empty Slot</a:t>
            </a:r>
          </a:p>
          <a:p>
            <a:pPr marL="0" indent="0">
              <a:buNone/>
            </a:pPr>
            <a:endParaRPr lang="en-US" sz="2600" b="1" dirty="0">
              <a:solidFill>
                <a:schemeClr val="tx1"/>
              </a:solidFill>
            </a:endParaRPr>
          </a:p>
        </p:txBody>
      </p:sp>
      <p:sp>
        <p:nvSpPr>
          <p:cNvPr id="4" name="Content Placeholder 2"/>
          <p:cNvSpPr txBox="1">
            <a:spLocks/>
          </p:cNvSpPr>
          <p:nvPr/>
        </p:nvSpPr>
        <p:spPr>
          <a:xfrm>
            <a:off x="568037" y="1614054"/>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defRPr/>
            </a:pPr>
            <a:r>
              <a:rPr lang="en-US" sz="1800" dirty="0">
                <a:solidFill>
                  <a:schemeClr val="bg2"/>
                </a:solidFill>
                <a:ea typeface="Arial Unicode MS" pitchFamily="34" charset="-128"/>
                <a:cs typeface="Arial Unicode MS" pitchFamily="34" charset="-128"/>
              </a:rPr>
              <a:t>Sometimes an input link may </a:t>
            </a:r>
            <a:r>
              <a:rPr lang="en-US" sz="1800" b="1" dirty="0">
                <a:solidFill>
                  <a:schemeClr val="bg2"/>
                </a:solidFill>
                <a:ea typeface="Arial Unicode MS" pitchFamily="34" charset="-128"/>
                <a:cs typeface="Arial Unicode MS" pitchFamily="34" charset="-128"/>
              </a:rPr>
              <a:t>have no data to transmit.</a:t>
            </a:r>
            <a:endParaRPr lang="en-US" sz="1800" dirty="0">
              <a:solidFill>
                <a:schemeClr val="bg2"/>
              </a:solidFill>
              <a:ea typeface="Arial Unicode MS" pitchFamily="34" charset="-128"/>
              <a:cs typeface="Arial Unicode MS" pitchFamily="34" charset="-128"/>
            </a:endParaRPr>
          </a:p>
          <a:p>
            <a:pPr algn="just">
              <a:defRPr/>
            </a:pPr>
            <a:r>
              <a:rPr lang="en-US" sz="1800" dirty="0">
                <a:solidFill>
                  <a:schemeClr val="bg2"/>
                </a:solidFill>
                <a:ea typeface="Arial Unicode MS" pitchFamily="34" charset="-128"/>
                <a:cs typeface="Arial Unicode MS" pitchFamily="34" charset="-128"/>
              </a:rPr>
              <a:t>When that happens, </a:t>
            </a:r>
            <a:r>
              <a:rPr lang="en-US" sz="1800" b="1" dirty="0">
                <a:solidFill>
                  <a:schemeClr val="bg2"/>
                </a:solidFill>
                <a:ea typeface="Arial Unicode MS" pitchFamily="34" charset="-128"/>
                <a:cs typeface="Arial Unicode MS" pitchFamily="34" charset="-128"/>
              </a:rPr>
              <a:t>one or more slots </a:t>
            </a:r>
            <a:r>
              <a:rPr lang="en-US" sz="1800" dirty="0">
                <a:solidFill>
                  <a:schemeClr val="bg2"/>
                </a:solidFill>
                <a:ea typeface="Arial Unicode MS" pitchFamily="34" charset="-128"/>
                <a:cs typeface="Arial Unicode MS" pitchFamily="34" charset="-128"/>
              </a:rPr>
              <a:t>on the output link will go </a:t>
            </a:r>
            <a:r>
              <a:rPr lang="en-US" sz="1800" b="1" dirty="0">
                <a:solidFill>
                  <a:schemeClr val="bg2"/>
                </a:solidFill>
                <a:ea typeface="Arial Unicode MS" pitchFamily="34" charset="-128"/>
                <a:cs typeface="Arial Unicode MS" pitchFamily="34" charset="-128"/>
              </a:rPr>
              <a:t>unused.</a:t>
            </a:r>
            <a:endParaRPr lang="en-US" sz="1800" dirty="0">
              <a:solidFill>
                <a:schemeClr val="bg2"/>
              </a:solidFill>
              <a:ea typeface="Arial Unicode MS" pitchFamily="34" charset="-128"/>
              <a:cs typeface="Arial Unicode MS" pitchFamily="34" charset="-128"/>
            </a:endParaRPr>
          </a:p>
          <a:p>
            <a:pPr algn="just">
              <a:defRPr/>
            </a:pPr>
            <a:r>
              <a:rPr lang="en-US" sz="1800" dirty="0">
                <a:solidFill>
                  <a:schemeClr val="bg2"/>
                </a:solidFill>
                <a:ea typeface="Arial Unicode MS" pitchFamily="34" charset="-128"/>
                <a:cs typeface="Arial Unicode MS" pitchFamily="34" charset="-128"/>
              </a:rPr>
              <a:t>That is </a:t>
            </a:r>
            <a:r>
              <a:rPr lang="en-US" sz="1800" b="1" dirty="0">
                <a:solidFill>
                  <a:schemeClr val="bg2"/>
                </a:solidFill>
                <a:ea typeface="Arial Unicode MS" pitchFamily="34" charset="-128"/>
                <a:cs typeface="Arial Unicode MS" pitchFamily="34" charset="-128"/>
              </a:rPr>
              <a:t>wastage</a:t>
            </a:r>
            <a:r>
              <a:rPr lang="en-US" sz="1800" dirty="0">
                <a:solidFill>
                  <a:schemeClr val="bg2"/>
                </a:solidFill>
                <a:ea typeface="Arial Unicode MS" pitchFamily="34" charset="-128"/>
                <a:cs typeface="Arial Unicode MS" pitchFamily="34" charset="-128"/>
              </a:rPr>
              <a:t> of </a:t>
            </a:r>
            <a:r>
              <a:rPr lang="en-US" sz="1800" b="1" dirty="0">
                <a:solidFill>
                  <a:schemeClr val="bg2"/>
                </a:solidFill>
                <a:ea typeface="Arial Unicode MS" pitchFamily="34" charset="-128"/>
                <a:cs typeface="Arial Unicode MS" pitchFamily="34" charset="-128"/>
              </a:rPr>
              <a:t>bandwidth.</a:t>
            </a:r>
            <a:endParaRPr lang="en-US" sz="1800" dirty="0">
              <a:solidFill>
                <a:schemeClr val="bg2"/>
              </a:solidFill>
              <a:ea typeface="Arial Unicode MS" pitchFamily="34" charset="-128"/>
              <a:cs typeface="Arial Unicode MS" pitchFamily="34" charset="-128"/>
            </a:endParaRPr>
          </a:p>
          <a:p>
            <a:pPr algn="just">
              <a:defRPr/>
            </a:pPr>
            <a:r>
              <a:rPr lang="en-US" sz="1800" b="1" dirty="0">
                <a:solidFill>
                  <a:schemeClr val="bg2"/>
                </a:solidFill>
                <a:ea typeface="Arial Unicode MS" pitchFamily="34" charset="-128"/>
                <a:cs typeface="Arial Unicode MS" pitchFamily="34" charset="-128"/>
              </a:rPr>
              <a:t>Statistical TDM </a:t>
            </a:r>
            <a:r>
              <a:rPr lang="en-US" sz="1800" dirty="0">
                <a:solidFill>
                  <a:schemeClr val="bg2"/>
                </a:solidFill>
                <a:ea typeface="Arial Unicode MS" pitchFamily="34" charset="-128"/>
                <a:cs typeface="Arial Unicode MS" pitchFamily="34" charset="-128"/>
              </a:rPr>
              <a:t>can improve the efficiency.</a:t>
            </a: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a:p>
            <a:pPr marL="69850" indent="0" algn="ctr">
              <a:buClr>
                <a:srgbClr val="629DD1"/>
              </a:buClr>
              <a:buFont typeface="Wingdings 2" panose="05020102010507070707" pitchFamily="18" charset="2"/>
              <a:buNone/>
              <a:defRPr/>
            </a:pPr>
            <a:endParaRPr lang="en-US" sz="2000" dirty="0">
              <a:solidFill>
                <a:schemeClr val="bg2"/>
              </a:solidFill>
              <a:latin typeface="Arial Narrow" pitchFamily="34" charset="0"/>
              <a:ea typeface="Arial Unicode MS" pitchFamily="34" charset="-128"/>
              <a:cs typeface="Arial Unicode MS" pitchFamily="34" charset="-128"/>
            </a:endParaRPr>
          </a:p>
          <a:p>
            <a:pPr marL="69850" indent="0" algn="ctr">
              <a:buClr>
                <a:srgbClr val="629DD1"/>
              </a:buClr>
              <a:buFont typeface="Wingdings 2" panose="05020102010507070707" pitchFamily="18" charset="2"/>
              <a:buNone/>
              <a:defRPr/>
            </a:pPr>
            <a:r>
              <a:rPr lang="en-US" sz="1400" b="1" i="1" dirty="0">
                <a:solidFill>
                  <a:schemeClr val="bg2"/>
                </a:solidFill>
                <a:latin typeface="Calibri" pitchFamily="34" charset="0"/>
              </a:rPr>
              <a:t>Fig. 20: Empty Slots.</a:t>
            </a:r>
            <a:endParaRPr lang="en-US" sz="2000" b="1" u="sng" dirty="0">
              <a:solidFill>
                <a:schemeClr val="bg2"/>
              </a:solidFill>
              <a:latin typeface="Arial Narrow" pitchFamily="34" charset="0"/>
              <a:ea typeface="Arial Unicode MS" pitchFamily="34" charset="-128"/>
              <a:cs typeface="Arial Unicode MS" pitchFamily="34" charset="-128"/>
            </a:endParaRPr>
          </a:p>
          <a:p>
            <a:pPr algn="just">
              <a:defRPr/>
            </a:pPr>
            <a:endParaRPr lang="en-US" sz="2000" dirty="0">
              <a:solidFill>
                <a:schemeClr val="bg2"/>
              </a:solidFill>
              <a:latin typeface="Arial Narrow" pitchFamily="34" charset="0"/>
              <a:ea typeface="Arial Unicode MS" pitchFamily="34" charset="-128"/>
              <a:cs typeface="Arial Unicode MS" pitchFamily="34" charset="-128"/>
            </a:endParaRPr>
          </a:p>
        </p:txBody>
      </p:sp>
      <p:pic>
        <p:nvPicPr>
          <p:cNvPr id="6"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60906" y="3860078"/>
            <a:ext cx="8043862"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1221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Data Rate Management</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defRPr/>
            </a:pPr>
            <a:r>
              <a:rPr lang="en-US" sz="1800" b="1" dirty="0">
                <a:solidFill>
                  <a:schemeClr val="bg2"/>
                </a:solidFill>
                <a:ea typeface="Arial Unicode MS" pitchFamily="34" charset="-128"/>
                <a:cs typeface="Arial Unicode MS" pitchFamily="34" charset="-128"/>
              </a:rPr>
              <a:t>Data Rate Management:</a:t>
            </a:r>
          </a:p>
          <a:p>
            <a:pPr marL="69850" indent="0" algn="just">
              <a:buFont typeface="Wingdings 2" panose="05020102010507070707" pitchFamily="18" charset="2"/>
              <a:buNone/>
              <a:defRPr/>
            </a:pPr>
            <a:r>
              <a:rPr lang="en-US" sz="1800" b="1" dirty="0">
                <a:solidFill>
                  <a:schemeClr val="bg2"/>
                </a:solidFill>
                <a:ea typeface="Arial Unicode MS" pitchFamily="34" charset="-128"/>
                <a:cs typeface="Arial Unicode MS" pitchFamily="34" charset="-128"/>
              </a:rPr>
              <a:t>Not all input links </a:t>
            </a:r>
            <a:r>
              <a:rPr lang="en-US" sz="1800" dirty="0">
                <a:solidFill>
                  <a:schemeClr val="bg2"/>
                </a:solidFill>
                <a:ea typeface="Arial Unicode MS" pitchFamily="34" charset="-128"/>
                <a:cs typeface="Arial Unicode MS" pitchFamily="34" charset="-128"/>
              </a:rPr>
              <a:t>maybe have the </a:t>
            </a:r>
            <a:r>
              <a:rPr lang="en-US" sz="1800" b="1" dirty="0">
                <a:solidFill>
                  <a:schemeClr val="bg2"/>
                </a:solidFill>
                <a:ea typeface="Arial Unicode MS" pitchFamily="34" charset="-128"/>
                <a:cs typeface="Arial Unicode MS" pitchFamily="34" charset="-128"/>
              </a:rPr>
              <a:t>same data rate.</a:t>
            </a:r>
          </a:p>
          <a:p>
            <a:pPr marL="69850" indent="0" algn="just">
              <a:buFont typeface="Wingdings 2" panose="05020102010507070707" pitchFamily="18" charset="2"/>
              <a:buNone/>
              <a:defRPr/>
            </a:pPr>
            <a:r>
              <a:rPr lang="en-US" sz="1800" dirty="0">
                <a:solidFill>
                  <a:schemeClr val="bg2"/>
                </a:solidFill>
                <a:ea typeface="Arial Unicode MS" pitchFamily="34" charset="-128"/>
                <a:cs typeface="Arial Unicode MS" pitchFamily="34" charset="-128"/>
              </a:rPr>
              <a:t>Some links maybe </a:t>
            </a:r>
            <a:r>
              <a:rPr lang="en-US" sz="1800" b="1" dirty="0">
                <a:solidFill>
                  <a:schemeClr val="bg2"/>
                </a:solidFill>
                <a:ea typeface="Arial Unicode MS" pitchFamily="34" charset="-128"/>
                <a:cs typeface="Arial Unicode MS" pitchFamily="34" charset="-128"/>
              </a:rPr>
              <a:t>slower.</a:t>
            </a:r>
            <a:r>
              <a:rPr lang="en-US" sz="1800" dirty="0">
                <a:solidFill>
                  <a:schemeClr val="bg2"/>
                </a:solidFill>
                <a:ea typeface="Arial Unicode MS" pitchFamily="34" charset="-128"/>
                <a:cs typeface="Arial Unicode MS" pitchFamily="34" charset="-128"/>
              </a:rPr>
              <a:t> There maybe several different input link speeds.</a:t>
            </a:r>
          </a:p>
          <a:p>
            <a:pPr marL="69850" indent="0" algn="just">
              <a:buFont typeface="Wingdings 2" panose="05020102010507070707" pitchFamily="18" charset="2"/>
              <a:buNone/>
              <a:defRPr/>
            </a:pPr>
            <a:r>
              <a:rPr lang="en-US" sz="1800" dirty="0">
                <a:solidFill>
                  <a:schemeClr val="bg2"/>
                </a:solidFill>
                <a:ea typeface="Arial Unicode MS" pitchFamily="34" charset="-128"/>
                <a:cs typeface="Arial Unicode MS" pitchFamily="34" charset="-128"/>
              </a:rPr>
              <a:t>There are </a:t>
            </a:r>
            <a:r>
              <a:rPr lang="en-US" sz="1800" b="1" dirty="0">
                <a:solidFill>
                  <a:schemeClr val="bg2"/>
                </a:solidFill>
                <a:ea typeface="Arial Unicode MS" pitchFamily="34" charset="-128"/>
                <a:cs typeface="Arial Unicode MS" pitchFamily="34" charset="-128"/>
              </a:rPr>
              <a:t>three strategies </a:t>
            </a:r>
            <a:r>
              <a:rPr lang="en-US" sz="1800" dirty="0">
                <a:solidFill>
                  <a:schemeClr val="bg2"/>
                </a:solidFill>
                <a:ea typeface="Arial Unicode MS" pitchFamily="34" charset="-128"/>
                <a:cs typeface="Arial Unicode MS" pitchFamily="34" charset="-128"/>
              </a:rPr>
              <a:t>that can be used to overcome the data rate mismatch: </a:t>
            </a:r>
            <a:r>
              <a:rPr lang="en-US" sz="1800" b="1" i="1" dirty="0">
                <a:solidFill>
                  <a:schemeClr val="bg2"/>
                </a:solidFill>
                <a:ea typeface="Arial Unicode MS" pitchFamily="34" charset="-128"/>
                <a:cs typeface="Arial Unicode MS" pitchFamily="34" charset="-128"/>
              </a:rPr>
              <a:t>multilevel, </a:t>
            </a:r>
            <a:r>
              <a:rPr lang="en-US" sz="1800" b="1" i="1" dirty="0" err="1">
                <a:solidFill>
                  <a:schemeClr val="bg2"/>
                </a:solidFill>
                <a:ea typeface="Arial Unicode MS" pitchFamily="34" charset="-128"/>
                <a:cs typeface="Arial Unicode MS" pitchFamily="34" charset="-128"/>
              </a:rPr>
              <a:t>multislot</a:t>
            </a:r>
            <a:r>
              <a:rPr lang="en-US" sz="1800" b="1" i="1" dirty="0">
                <a:solidFill>
                  <a:schemeClr val="bg2"/>
                </a:solidFill>
                <a:ea typeface="Arial Unicode MS" pitchFamily="34" charset="-128"/>
                <a:cs typeface="Arial Unicode MS" pitchFamily="34" charset="-128"/>
              </a:rPr>
              <a:t> and pulse stuffing. </a:t>
            </a:r>
            <a:endParaRPr lang="en-US" sz="1800" b="1" dirty="0">
              <a:solidFill>
                <a:schemeClr val="bg2"/>
              </a:solidFill>
              <a:ea typeface="Arial Unicode MS" pitchFamily="34" charset="-128"/>
              <a:cs typeface="Arial Unicode MS" pitchFamily="34" charset="-128"/>
            </a:endParaRPr>
          </a:p>
          <a:p>
            <a:pPr algn="just">
              <a:defRPr/>
            </a:pPr>
            <a:r>
              <a:rPr lang="en-US" sz="1800" b="1" dirty="0">
                <a:solidFill>
                  <a:schemeClr val="bg2"/>
                </a:solidFill>
                <a:ea typeface="Arial Unicode MS" pitchFamily="34" charset="-128"/>
                <a:cs typeface="Arial Unicode MS" pitchFamily="34" charset="-128"/>
              </a:rPr>
              <a:t>Data rate matching:</a:t>
            </a:r>
          </a:p>
          <a:p>
            <a:pPr marL="69850" indent="0" algn="just">
              <a:buFont typeface="Wingdings 2" panose="05020102010507070707" pitchFamily="18" charset="2"/>
              <a:buNone/>
              <a:defRPr/>
            </a:pPr>
            <a:r>
              <a:rPr lang="en-US" sz="1800" b="1" dirty="0">
                <a:solidFill>
                  <a:schemeClr val="bg2"/>
                </a:solidFill>
                <a:ea typeface="Arial Unicode MS" pitchFamily="34" charset="-128"/>
                <a:cs typeface="Arial Unicode MS" pitchFamily="34" charset="-128"/>
              </a:rPr>
              <a:t>Multilevel: </a:t>
            </a:r>
            <a:r>
              <a:rPr lang="en-US" sz="1800" dirty="0">
                <a:solidFill>
                  <a:schemeClr val="bg2"/>
                </a:solidFill>
                <a:ea typeface="Arial Unicode MS" pitchFamily="34" charset="-128"/>
                <a:cs typeface="Arial Unicode MS" pitchFamily="34" charset="-128"/>
              </a:rPr>
              <a:t>used when the </a:t>
            </a:r>
            <a:r>
              <a:rPr lang="en-US" sz="1800" b="1" dirty="0">
                <a:solidFill>
                  <a:schemeClr val="bg2"/>
                </a:solidFill>
                <a:ea typeface="Arial Unicode MS" pitchFamily="34" charset="-128"/>
                <a:cs typeface="Arial Unicode MS" pitchFamily="34" charset="-128"/>
              </a:rPr>
              <a:t>data rate of the input links </a:t>
            </a:r>
            <a:r>
              <a:rPr lang="en-US" sz="1800" dirty="0">
                <a:solidFill>
                  <a:schemeClr val="bg2"/>
                </a:solidFill>
                <a:ea typeface="Arial Unicode MS" pitchFamily="34" charset="-128"/>
                <a:cs typeface="Arial Unicode MS" pitchFamily="34" charset="-128"/>
              </a:rPr>
              <a:t>are </a:t>
            </a:r>
            <a:r>
              <a:rPr lang="en-US" sz="1800" b="1" dirty="0">
                <a:solidFill>
                  <a:schemeClr val="bg2"/>
                </a:solidFill>
                <a:ea typeface="Arial Unicode MS" pitchFamily="34" charset="-128"/>
                <a:cs typeface="Arial Unicode MS" pitchFamily="34" charset="-128"/>
              </a:rPr>
              <a:t>multiples</a:t>
            </a:r>
            <a:r>
              <a:rPr lang="en-US" sz="1800" dirty="0">
                <a:solidFill>
                  <a:schemeClr val="bg2"/>
                </a:solidFill>
                <a:ea typeface="Arial Unicode MS" pitchFamily="34" charset="-128"/>
                <a:cs typeface="Arial Unicode MS" pitchFamily="34" charset="-128"/>
              </a:rPr>
              <a:t> of </a:t>
            </a:r>
            <a:r>
              <a:rPr lang="en-US" sz="1800" b="1" dirty="0">
                <a:solidFill>
                  <a:schemeClr val="bg2"/>
                </a:solidFill>
                <a:ea typeface="Arial Unicode MS" pitchFamily="34" charset="-128"/>
                <a:cs typeface="Arial Unicode MS" pitchFamily="34" charset="-128"/>
              </a:rPr>
              <a:t>each other.</a:t>
            </a:r>
          </a:p>
          <a:p>
            <a:pPr marL="69850" indent="0" algn="just">
              <a:buFont typeface="Wingdings 2" panose="05020102010507070707" pitchFamily="18" charset="2"/>
              <a:buNone/>
              <a:defRPr/>
            </a:pPr>
            <a:r>
              <a:rPr lang="en-US" sz="1800" b="1" dirty="0" err="1">
                <a:solidFill>
                  <a:schemeClr val="bg2"/>
                </a:solidFill>
                <a:ea typeface="Arial Unicode MS" pitchFamily="34" charset="-128"/>
                <a:cs typeface="Arial Unicode MS" pitchFamily="34" charset="-128"/>
              </a:rPr>
              <a:t>Multislot</a:t>
            </a:r>
            <a:r>
              <a:rPr lang="en-US" sz="1800" b="1" dirty="0">
                <a:solidFill>
                  <a:schemeClr val="bg2"/>
                </a:solidFill>
                <a:ea typeface="Arial Unicode MS" pitchFamily="34" charset="-128"/>
                <a:cs typeface="Arial Unicode MS" pitchFamily="34" charset="-128"/>
              </a:rPr>
              <a:t>:</a:t>
            </a:r>
            <a:r>
              <a:rPr lang="en-US" sz="1800" dirty="0">
                <a:solidFill>
                  <a:schemeClr val="bg2"/>
                </a:solidFill>
                <a:ea typeface="Arial Unicode MS" pitchFamily="34" charset="-128"/>
                <a:cs typeface="Arial Unicode MS" pitchFamily="34" charset="-128"/>
              </a:rPr>
              <a:t> used when there is a </a:t>
            </a:r>
            <a:r>
              <a:rPr lang="en-US" sz="1800" b="1" dirty="0">
                <a:solidFill>
                  <a:schemeClr val="bg2"/>
                </a:solidFill>
                <a:ea typeface="Arial Unicode MS" pitchFamily="34" charset="-128"/>
                <a:cs typeface="Arial Unicode MS" pitchFamily="34" charset="-128"/>
              </a:rPr>
              <a:t>GCD(Greatest Common Divisor) </a:t>
            </a:r>
            <a:r>
              <a:rPr lang="en-US" sz="1800" dirty="0">
                <a:solidFill>
                  <a:schemeClr val="bg2"/>
                </a:solidFill>
                <a:ea typeface="Arial Unicode MS" pitchFamily="34" charset="-128"/>
                <a:cs typeface="Arial Unicode MS" pitchFamily="34" charset="-128"/>
              </a:rPr>
              <a:t>between the data rates. The </a:t>
            </a:r>
            <a:r>
              <a:rPr lang="en-US" sz="1800" b="1" dirty="0">
                <a:solidFill>
                  <a:schemeClr val="bg2"/>
                </a:solidFill>
                <a:ea typeface="Arial Unicode MS" pitchFamily="34" charset="-128"/>
                <a:cs typeface="Arial Unicode MS" pitchFamily="34" charset="-128"/>
              </a:rPr>
              <a:t>higher bit rate channels </a:t>
            </a:r>
            <a:r>
              <a:rPr lang="en-US" sz="1800" dirty="0">
                <a:solidFill>
                  <a:schemeClr val="bg2"/>
                </a:solidFill>
                <a:ea typeface="Arial Unicode MS" pitchFamily="34" charset="-128"/>
                <a:cs typeface="Arial Unicode MS" pitchFamily="34" charset="-128"/>
              </a:rPr>
              <a:t>are </a:t>
            </a:r>
            <a:r>
              <a:rPr lang="en-US" sz="1800" b="1" dirty="0">
                <a:solidFill>
                  <a:schemeClr val="bg2"/>
                </a:solidFill>
                <a:ea typeface="Arial Unicode MS" pitchFamily="34" charset="-128"/>
                <a:cs typeface="Arial Unicode MS" pitchFamily="34" charset="-128"/>
              </a:rPr>
              <a:t>allocated</a:t>
            </a:r>
            <a:r>
              <a:rPr lang="en-US" sz="1800" dirty="0">
                <a:solidFill>
                  <a:schemeClr val="bg2"/>
                </a:solidFill>
                <a:ea typeface="Arial Unicode MS" pitchFamily="34" charset="-128"/>
                <a:cs typeface="Arial Unicode MS" pitchFamily="34" charset="-128"/>
              </a:rPr>
              <a:t> more slots per frame, and the </a:t>
            </a:r>
            <a:r>
              <a:rPr lang="en-US" sz="1800" b="1" dirty="0">
                <a:solidFill>
                  <a:schemeClr val="bg2"/>
                </a:solidFill>
                <a:ea typeface="Arial Unicode MS" pitchFamily="34" charset="-128"/>
                <a:cs typeface="Arial Unicode MS" pitchFamily="34" charset="-128"/>
              </a:rPr>
              <a:t>output frame rate </a:t>
            </a:r>
            <a:r>
              <a:rPr lang="en-US" sz="1800" dirty="0">
                <a:solidFill>
                  <a:schemeClr val="bg2"/>
                </a:solidFill>
                <a:ea typeface="Arial Unicode MS" pitchFamily="34" charset="-128"/>
                <a:cs typeface="Arial Unicode MS" pitchFamily="34" charset="-128"/>
              </a:rPr>
              <a:t>is a multiple of each input link.</a:t>
            </a:r>
          </a:p>
          <a:p>
            <a:pPr marL="69850" indent="0" algn="just">
              <a:buFont typeface="Wingdings 2" panose="05020102010507070707" pitchFamily="18" charset="2"/>
              <a:buNone/>
              <a:defRPr/>
            </a:pPr>
            <a:r>
              <a:rPr lang="en-US" sz="1800" b="1" dirty="0">
                <a:solidFill>
                  <a:schemeClr val="bg2"/>
                </a:solidFill>
                <a:ea typeface="Arial Unicode MS" pitchFamily="34" charset="-128"/>
                <a:cs typeface="Arial Unicode MS" pitchFamily="34" charset="-128"/>
              </a:rPr>
              <a:t>Pulse Stuffing:</a:t>
            </a:r>
            <a:r>
              <a:rPr lang="en-US" sz="1800" dirty="0">
                <a:solidFill>
                  <a:schemeClr val="bg2"/>
                </a:solidFill>
                <a:ea typeface="Arial Unicode MS" pitchFamily="34" charset="-128"/>
                <a:cs typeface="Arial Unicode MS" pitchFamily="34" charset="-128"/>
              </a:rPr>
              <a:t> used when there is </a:t>
            </a:r>
            <a:r>
              <a:rPr lang="en-US" sz="1800" b="1" dirty="0">
                <a:solidFill>
                  <a:schemeClr val="bg2"/>
                </a:solidFill>
                <a:ea typeface="Arial Unicode MS" pitchFamily="34" charset="-128"/>
                <a:cs typeface="Arial Unicode MS" pitchFamily="34" charset="-128"/>
              </a:rPr>
              <a:t>no GCD between the links. </a:t>
            </a:r>
            <a:r>
              <a:rPr lang="en-US" sz="1800" dirty="0">
                <a:solidFill>
                  <a:schemeClr val="bg2"/>
                </a:solidFill>
                <a:ea typeface="Arial Unicode MS" pitchFamily="34" charset="-128"/>
                <a:cs typeface="Arial Unicode MS" pitchFamily="34" charset="-128"/>
              </a:rPr>
              <a:t>The </a:t>
            </a:r>
            <a:r>
              <a:rPr lang="en-US" sz="1800" b="1" dirty="0">
                <a:solidFill>
                  <a:schemeClr val="bg2"/>
                </a:solidFill>
                <a:ea typeface="Arial Unicode MS" pitchFamily="34" charset="-128"/>
                <a:cs typeface="Arial Unicode MS" pitchFamily="34" charset="-128"/>
              </a:rPr>
              <a:t>slowest</a:t>
            </a:r>
            <a:r>
              <a:rPr lang="en-US" sz="1800" dirty="0">
                <a:solidFill>
                  <a:schemeClr val="bg2"/>
                </a:solidFill>
                <a:ea typeface="Arial Unicode MS" pitchFamily="34" charset="-128"/>
                <a:cs typeface="Arial Unicode MS" pitchFamily="34" charset="-128"/>
              </a:rPr>
              <a:t> speed link will be </a:t>
            </a:r>
            <a:r>
              <a:rPr lang="en-US" sz="1800" b="1" dirty="0">
                <a:solidFill>
                  <a:schemeClr val="bg2"/>
                </a:solidFill>
                <a:ea typeface="Arial Unicode MS" pitchFamily="34" charset="-128"/>
                <a:cs typeface="Arial Unicode MS" pitchFamily="34" charset="-128"/>
              </a:rPr>
              <a:t>brought up to the speed </a:t>
            </a:r>
            <a:r>
              <a:rPr lang="en-US" sz="1800" dirty="0">
                <a:solidFill>
                  <a:schemeClr val="bg2"/>
                </a:solidFill>
                <a:ea typeface="Arial Unicode MS" pitchFamily="34" charset="-128"/>
                <a:cs typeface="Arial Unicode MS" pitchFamily="34" charset="-128"/>
              </a:rPr>
              <a:t>of the other links by </a:t>
            </a:r>
            <a:r>
              <a:rPr lang="en-US" sz="1800" b="1" dirty="0">
                <a:solidFill>
                  <a:schemeClr val="bg2"/>
                </a:solidFill>
                <a:ea typeface="Arial Unicode MS" pitchFamily="34" charset="-128"/>
                <a:cs typeface="Arial Unicode MS" pitchFamily="34" charset="-128"/>
              </a:rPr>
              <a:t>bit insertion, </a:t>
            </a:r>
            <a:r>
              <a:rPr lang="en-US" sz="1800" dirty="0">
                <a:solidFill>
                  <a:schemeClr val="bg2"/>
                </a:solidFill>
                <a:ea typeface="Arial Unicode MS" pitchFamily="34" charset="-128"/>
                <a:cs typeface="Arial Unicode MS" pitchFamily="34" charset="-128"/>
              </a:rPr>
              <a:t>this is called </a:t>
            </a:r>
            <a:r>
              <a:rPr lang="en-US" sz="1800" b="1" dirty="0">
                <a:solidFill>
                  <a:schemeClr val="bg2"/>
                </a:solidFill>
                <a:ea typeface="Arial Unicode MS" pitchFamily="34" charset="-128"/>
                <a:cs typeface="Arial Unicode MS" pitchFamily="34" charset="-128"/>
              </a:rPr>
              <a:t>pulse stuffing.</a:t>
            </a:r>
          </a:p>
          <a:p>
            <a:pPr marL="69850" indent="0" algn="just">
              <a:buFont typeface="Wingdings 2" panose="05020102010507070707" pitchFamily="18" charset="2"/>
              <a:buNone/>
              <a:defRPr/>
            </a:pPr>
            <a:endParaRPr lang="en-US" sz="1800" b="1" dirty="0">
              <a:solidFill>
                <a:schemeClr val="bg2"/>
              </a:solidFill>
              <a:ea typeface="Arial Unicode MS" pitchFamily="34" charset="-128"/>
              <a:cs typeface="Arial Unicode MS" pitchFamily="34" charset="-128"/>
            </a:endParaRPr>
          </a:p>
        </p:txBody>
      </p:sp>
    </p:spTree>
    <p:extLst>
      <p:ext uri="{BB962C8B-B14F-4D97-AF65-F5344CB8AC3E}">
        <p14:creationId xmlns:p14="http://schemas.microsoft.com/office/powerpoint/2010/main" val="103149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Data Rate Management</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pic>
        <p:nvPicPr>
          <p:cNvPr id="5"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3954" y="1392382"/>
            <a:ext cx="7475537" cy="209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567357" y="3474485"/>
            <a:ext cx="3288849" cy="369332"/>
          </a:xfrm>
          <a:prstGeom prst="rect">
            <a:avLst/>
          </a:prstGeom>
        </p:spPr>
        <p:txBody>
          <a:bodyPr wrap="none">
            <a:spAutoFit/>
          </a:bodyPr>
          <a:lstStyle/>
          <a:p>
            <a:pPr marL="69850" algn="ctr">
              <a:buClr>
                <a:srgbClr val="629DD1"/>
              </a:buClr>
              <a:defRPr/>
            </a:pPr>
            <a:r>
              <a:rPr lang="en-US" b="1" i="1" dirty="0">
                <a:solidFill>
                  <a:prstClr val="black"/>
                </a:solidFill>
                <a:latin typeface="Calibri" pitchFamily="34" charset="0"/>
              </a:rPr>
              <a:t>Fig. 21: Multilevel Multiplexing.</a:t>
            </a:r>
          </a:p>
        </p:txBody>
      </p:sp>
      <p:pic>
        <p:nvPicPr>
          <p:cNvPr id="6" name="Picture 6"/>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73954" y="3934884"/>
            <a:ext cx="7551737"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2567357" y="6479177"/>
            <a:ext cx="3191386" cy="369332"/>
          </a:xfrm>
          <a:prstGeom prst="rect">
            <a:avLst/>
          </a:prstGeom>
        </p:spPr>
        <p:txBody>
          <a:bodyPr wrap="none">
            <a:spAutoFit/>
          </a:bodyPr>
          <a:lstStyle/>
          <a:p>
            <a:pPr marL="69850" algn="ctr">
              <a:buClr>
                <a:srgbClr val="629DD1"/>
              </a:buClr>
              <a:defRPr/>
            </a:pPr>
            <a:r>
              <a:rPr lang="en-US" b="1" i="1" dirty="0">
                <a:solidFill>
                  <a:prstClr val="black"/>
                </a:solidFill>
                <a:latin typeface="Calibri" pitchFamily="34" charset="0"/>
              </a:rPr>
              <a:t>Fig. 22: </a:t>
            </a:r>
            <a:r>
              <a:rPr lang="en-US" b="1" i="1" dirty="0" err="1">
                <a:solidFill>
                  <a:prstClr val="black"/>
                </a:solidFill>
                <a:latin typeface="Calibri" pitchFamily="34" charset="0"/>
              </a:rPr>
              <a:t>Multislot</a:t>
            </a:r>
            <a:r>
              <a:rPr lang="en-US" b="1" i="1" dirty="0">
                <a:solidFill>
                  <a:prstClr val="black"/>
                </a:solidFill>
                <a:latin typeface="Calibri" pitchFamily="34" charset="0"/>
              </a:rPr>
              <a:t> Multiplexing.</a:t>
            </a:r>
            <a:endParaRPr lang="en-US" sz="2800" b="1" u="sng" dirty="0">
              <a:solidFill>
                <a:prstClr val="black"/>
              </a:solidFill>
              <a:latin typeface="Arial Narrow"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1519878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Data Rate Management</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pic>
        <p:nvPicPr>
          <p:cNvPr id="5"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47800" y="2369127"/>
            <a:ext cx="6353175"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640248" y="4962298"/>
            <a:ext cx="3059940" cy="369332"/>
          </a:xfrm>
          <a:prstGeom prst="rect">
            <a:avLst/>
          </a:prstGeom>
        </p:spPr>
        <p:txBody>
          <a:bodyPr wrap="none">
            <a:spAutoFit/>
          </a:bodyPr>
          <a:lstStyle/>
          <a:p>
            <a:r>
              <a:rPr lang="en-US" b="1" i="1" dirty="0">
                <a:solidFill>
                  <a:prstClr val="black"/>
                </a:solidFill>
                <a:latin typeface="Calibri" pitchFamily="34" charset="0"/>
              </a:rPr>
              <a:t>Fig. 23: </a:t>
            </a:r>
            <a:r>
              <a:rPr lang="en-US" b="1" i="1" dirty="0" err="1">
                <a:solidFill>
                  <a:prstClr val="black"/>
                </a:solidFill>
                <a:latin typeface="Calibri" pitchFamily="34" charset="0"/>
              </a:rPr>
              <a:t>Multislot</a:t>
            </a:r>
            <a:r>
              <a:rPr lang="en-US" b="1" i="1" dirty="0">
                <a:solidFill>
                  <a:prstClr val="black"/>
                </a:solidFill>
                <a:latin typeface="Calibri" pitchFamily="34" charset="0"/>
              </a:rPr>
              <a:t> Multiplexing</a:t>
            </a:r>
            <a:endParaRPr lang="en-US" dirty="0"/>
          </a:p>
        </p:txBody>
      </p:sp>
    </p:spTree>
    <p:extLst>
      <p:ext uri="{BB962C8B-B14F-4D97-AF65-F5344CB8AC3E}">
        <p14:creationId xmlns:p14="http://schemas.microsoft.com/office/powerpoint/2010/main" val="1358138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Frame Synchronization</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5"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defRPr/>
            </a:pPr>
            <a:r>
              <a:rPr lang="en-US" sz="1700" b="1" dirty="0">
                <a:solidFill>
                  <a:schemeClr val="bg2"/>
                </a:solidFill>
                <a:ea typeface="Arial Unicode MS" pitchFamily="34" charset="-128"/>
                <a:cs typeface="Arial Unicode MS" pitchFamily="34" charset="-128"/>
              </a:rPr>
              <a:t>Synchronization</a:t>
            </a:r>
            <a:r>
              <a:rPr lang="en-US" sz="1700" dirty="0">
                <a:solidFill>
                  <a:schemeClr val="bg2"/>
                </a:solidFill>
                <a:ea typeface="Arial Unicode MS" pitchFamily="34" charset="-128"/>
                <a:cs typeface="Arial Unicode MS" pitchFamily="34" charset="-128"/>
              </a:rPr>
              <a:t> between the </a:t>
            </a:r>
            <a:r>
              <a:rPr lang="en-US" sz="1700" b="1" dirty="0">
                <a:solidFill>
                  <a:schemeClr val="bg2"/>
                </a:solidFill>
                <a:ea typeface="Arial Unicode MS" pitchFamily="34" charset="-128"/>
                <a:cs typeface="Arial Unicode MS" pitchFamily="34" charset="-128"/>
              </a:rPr>
              <a:t>multiplexer</a:t>
            </a:r>
            <a:r>
              <a:rPr lang="en-US" sz="1700" dirty="0">
                <a:solidFill>
                  <a:schemeClr val="bg2"/>
                </a:solidFill>
                <a:ea typeface="Arial Unicode MS" pitchFamily="34" charset="-128"/>
                <a:cs typeface="Arial Unicode MS" pitchFamily="34" charset="-128"/>
              </a:rPr>
              <a:t> and </a:t>
            </a:r>
            <a:r>
              <a:rPr lang="en-US" sz="1700" b="1" dirty="0" err="1">
                <a:solidFill>
                  <a:schemeClr val="bg2"/>
                </a:solidFill>
                <a:ea typeface="Arial Unicode MS" pitchFamily="34" charset="-128"/>
                <a:cs typeface="Arial Unicode MS" pitchFamily="34" charset="-128"/>
              </a:rPr>
              <a:t>demultiplexer</a:t>
            </a:r>
            <a:r>
              <a:rPr lang="en-US" sz="1700" dirty="0">
                <a:solidFill>
                  <a:schemeClr val="bg2"/>
                </a:solidFill>
                <a:ea typeface="Arial Unicode MS" pitchFamily="34" charset="-128"/>
                <a:cs typeface="Arial Unicode MS" pitchFamily="34" charset="-128"/>
              </a:rPr>
              <a:t> is a major issue.</a:t>
            </a:r>
          </a:p>
          <a:p>
            <a:pPr algn="just">
              <a:defRPr/>
            </a:pPr>
            <a:r>
              <a:rPr lang="en-US" sz="1700" dirty="0">
                <a:solidFill>
                  <a:schemeClr val="bg2"/>
                </a:solidFill>
                <a:ea typeface="Arial Unicode MS" pitchFamily="34" charset="-128"/>
                <a:cs typeface="Arial Unicode MS" pitchFamily="34" charset="-128"/>
              </a:rPr>
              <a:t>If the  </a:t>
            </a:r>
            <a:r>
              <a:rPr lang="en-US" sz="1700" b="1" dirty="0">
                <a:solidFill>
                  <a:schemeClr val="bg2"/>
                </a:solidFill>
                <a:ea typeface="Arial Unicode MS" pitchFamily="34" charset="-128"/>
                <a:cs typeface="Arial Unicode MS" pitchFamily="34" charset="-128"/>
              </a:rPr>
              <a:t>multiplexer</a:t>
            </a:r>
            <a:r>
              <a:rPr lang="en-US" sz="1700" dirty="0">
                <a:solidFill>
                  <a:schemeClr val="bg2"/>
                </a:solidFill>
                <a:ea typeface="Arial Unicode MS" pitchFamily="34" charset="-128"/>
                <a:cs typeface="Arial Unicode MS" pitchFamily="34" charset="-128"/>
              </a:rPr>
              <a:t> and the </a:t>
            </a:r>
            <a:r>
              <a:rPr lang="en-US" sz="1700" b="1" dirty="0" err="1">
                <a:solidFill>
                  <a:schemeClr val="bg2"/>
                </a:solidFill>
                <a:ea typeface="Arial Unicode MS" pitchFamily="34" charset="-128"/>
                <a:cs typeface="Arial Unicode MS" pitchFamily="34" charset="-128"/>
              </a:rPr>
              <a:t>demultiplexer</a:t>
            </a:r>
            <a:r>
              <a:rPr lang="en-US" sz="1700" dirty="0">
                <a:solidFill>
                  <a:schemeClr val="bg2"/>
                </a:solidFill>
                <a:ea typeface="Arial Unicode MS" pitchFamily="34" charset="-128"/>
                <a:cs typeface="Arial Unicode MS" pitchFamily="34" charset="-128"/>
              </a:rPr>
              <a:t>  are  </a:t>
            </a:r>
            <a:r>
              <a:rPr lang="en-US" sz="1700" b="1" dirty="0">
                <a:solidFill>
                  <a:schemeClr val="bg2"/>
                </a:solidFill>
                <a:ea typeface="Arial Unicode MS" pitchFamily="34" charset="-128"/>
                <a:cs typeface="Arial Unicode MS" pitchFamily="34" charset="-128"/>
              </a:rPr>
              <a:t>not synchronized, a bit belonging to one  channel </a:t>
            </a:r>
            <a:r>
              <a:rPr lang="en-US" sz="1700" dirty="0">
                <a:solidFill>
                  <a:schemeClr val="bg2"/>
                </a:solidFill>
                <a:ea typeface="Arial Unicode MS" pitchFamily="34" charset="-128"/>
                <a:cs typeface="Arial Unicode MS" pitchFamily="34" charset="-128"/>
              </a:rPr>
              <a:t>may be </a:t>
            </a:r>
            <a:r>
              <a:rPr lang="en-US" sz="1700" b="1" dirty="0">
                <a:solidFill>
                  <a:schemeClr val="bg2"/>
                </a:solidFill>
                <a:ea typeface="Arial Unicode MS" pitchFamily="34" charset="-128"/>
                <a:cs typeface="Arial Unicode MS" pitchFamily="34" charset="-128"/>
              </a:rPr>
              <a:t>received</a:t>
            </a:r>
            <a:r>
              <a:rPr lang="en-US" sz="1700" dirty="0">
                <a:solidFill>
                  <a:schemeClr val="bg2"/>
                </a:solidFill>
                <a:ea typeface="Arial Unicode MS" pitchFamily="34" charset="-128"/>
                <a:cs typeface="Arial Unicode MS" pitchFamily="34" charset="-128"/>
              </a:rPr>
              <a:t> by </a:t>
            </a:r>
            <a:r>
              <a:rPr lang="en-US" sz="1700" b="1" dirty="0">
                <a:solidFill>
                  <a:schemeClr val="bg2"/>
                </a:solidFill>
                <a:ea typeface="Arial Unicode MS" pitchFamily="34" charset="-128"/>
                <a:cs typeface="Arial Unicode MS" pitchFamily="34" charset="-128"/>
              </a:rPr>
              <a:t>the wrong channel.</a:t>
            </a:r>
          </a:p>
          <a:p>
            <a:pPr algn="just">
              <a:defRPr/>
            </a:pPr>
            <a:r>
              <a:rPr lang="en-US" sz="1700" dirty="0">
                <a:solidFill>
                  <a:schemeClr val="bg2"/>
                </a:solidFill>
                <a:ea typeface="Arial Unicode MS" pitchFamily="34" charset="-128"/>
                <a:cs typeface="Arial Unicode MS" pitchFamily="34" charset="-128"/>
              </a:rPr>
              <a:t>For this reason, </a:t>
            </a:r>
            <a:r>
              <a:rPr lang="en-US" sz="1700" b="1" dirty="0">
                <a:solidFill>
                  <a:schemeClr val="bg2"/>
                </a:solidFill>
                <a:ea typeface="Arial Unicode MS" pitchFamily="34" charset="-128"/>
                <a:cs typeface="Arial Unicode MS" pitchFamily="34" charset="-128"/>
              </a:rPr>
              <a:t>one or more synchronization bits </a:t>
            </a:r>
            <a:r>
              <a:rPr lang="en-US" sz="1700" dirty="0">
                <a:solidFill>
                  <a:schemeClr val="bg2"/>
                </a:solidFill>
                <a:ea typeface="Arial Unicode MS" pitchFamily="34" charset="-128"/>
                <a:cs typeface="Arial Unicode MS" pitchFamily="34" charset="-128"/>
              </a:rPr>
              <a:t>are usually </a:t>
            </a:r>
            <a:r>
              <a:rPr lang="en-US" sz="1700" b="1" dirty="0">
                <a:solidFill>
                  <a:schemeClr val="bg2"/>
                </a:solidFill>
                <a:ea typeface="Arial Unicode MS" pitchFamily="34" charset="-128"/>
                <a:cs typeface="Arial Unicode MS" pitchFamily="34" charset="-128"/>
              </a:rPr>
              <a:t>added</a:t>
            </a:r>
            <a:r>
              <a:rPr lang="en-US" sz="1700" dirty="0">
                <a:solidFill>
                  <a:schemeClr val="bg2"/>
                </a:solidFill>
                <a:ea typeface="Arial Unicode MS" pitchFamily="34" charset="-128"/>
                <a:cs typeface="Arial Unicode MS" pitchFamily="34" charset="-128"/>
              </a:rPr>
              <a:t>  to  the </a:t>
            </a:r>
            <a:r>
              <a:rPr lang="en-US" sz="1700" b="1" dirty="0">
                <a:solidFill>
                  <a:schemeClr val="bg2"/>
                </a:solidFill>
                <a:ea typeface="Arial Unicode MS" pitchFamily="34" charset="-128"/>
                <a:cs typeface="Arial Unicode MS" pitchFamily="34" charset="-128"/>
              </a:rPr>
              <a:t>beginning</a:t>
            </a:r>
            <a:r>
              <a:rPr lang="en-US" sz="1700" dirty="0">
                <a:solidFill>
                  <a:schemeClr val="bg2"/>
                </a:solidFill>
                <a:ea typeface="Arial Unicode MS" pitchFamily="34" charset="-128"/>
                <a:cs typeface="Arial Unicode MS" pitchFamily="34" charset="-128"/>
              </a:rPr>
              <a:t> of each frame. </a:t>
            </a:r>
          </a:p>
          <a:p>
            <a:pPr algn="just">
              <a:defRPr/>
            </a:pPr>
            <a:r>
              <a:rPr lang="en-US" sz="1700" dirty="0">
                <a:solidFill>
                  <a:schemeClr val="bg2"/>
                </a:solidFill>
                <a:ea typeface="Arial Unicode MS" pitchFamily="34" charset="-128"/>
                <a:cs typeface="Arial Unicode MS" pitchFamily="34" charset="-128"/>
              </a:rPr>
              <a:t>These bits, called </a:t>
            </a:r>
            <a:r>
              <a:rPr lang="en-US" sz="1700" b="1" dirty="0">
                <a:solidFill>
                  <a:schemeClr val="bg2"/>
                </a:solidFill>
                <a:ea typeface="Arial Unicode MS" pitchFamily="34" charset="-128"/>
                <a:cs typeface="Arial Unicode MS" pitchFamily="34" charset="-128"/>
              </a:rPr>
              <a:t>framing bits, </a:t>
            </a:r>
            <a:r>
              <a:rPr lang="en-US" sz="1700" dirty="0">
                <a:solidFill>
                  <a:schemeClr val="bg2"/>
                </a:solidFill>
                <a:ea typeface="Arial Unicode MS" pitchFamily="34" charset="-128"/>
                <a:cs typeface="Arial Unicode MS" pitchFamily="34" charset="-128"/>
              </a:rPr>
              <a:t>follow a </a:t>
            </a:r>
            <a:r>
              <a:rPr lang="en-US" sz="1700" b="1" dirty="0">
                <a:solidFill>
                  <a:schemeClr val="bg2"/>
                </a:solidFill>
                <a:ea typeface="Arial Unicode MS" pitchFamily="34" charset="-128"/>
                <a:cs typeface="Arial Unicode MS" pitchFamily="34" charset="-128"/>
              </a:rPr>
              <a:t>pattern, </a:t>
            </a:r>
            <a:r>
              <a:rPr lang="en-US" sz="1700" dirty="0">
                <a:solidFill>
                  <a:schemeClr val="bg2"/>
                </a:solidFill>
                <a:ea typeface="Arial Unicode MS" pitchFamily="34" charset="-128"/>
                <a:cs typeface="Arial Unicode MS" pitchFamily="34" charset="-128"/>
              </a:rPr>
              <a:t>frame to frame, that </a:t>
            </a:r>
            <a:r>
              <a:rPr lang="en-US" sz="1700" b="1" dirty="0">
                <a:solidFill>
                  <a:schemeClr val="bg2"/>
                </a:solidFill>
                <a:ea typeface="Arial Unicode MS" pitchFamily="34" charset="-128"/>
                <a:cs typeface="Arial Unicode MS" pitchFamily="34" charset="-128"/>
              </a:rPr>
              <a:t>allows</a:t>
            </a:r>
            <a:r>
              <a:rPr lang="en-US" sz="1700" dirty="0">
                <a:solidFill>
                  <a:schemeClr val="bg2"/>
                </a:solidFill>
                <a:ea typeface="Arial Unicode MS" pitchFamily="34" charset="-128"/>
                <a:cs typeface="Arial Unicode MS" pitchFamily="34" charset="-128"/>
              </a:rPr>
              <a:t> the </a:t>
            </a:r>
            <a:r>
              <a:rPr lang="en-US" sz="1700" b="1" dirty="0" err="1">
                <a:solidFill>
                  <a:schemeClr val="bg2"/>
                </a:solidFill>
                <a:ea typeface="Arial Unicode MS" pitchFamily="34" charset="-128"/>
                <a:cs typeface="Arial Unicode MS" pitchFamily="34" charset="-128"/>
              </a:rPr>
              <a:t>demultiplexer</a:t>
            </a:r>
            <a:r>
              <a:rPr lang="en-US" sz="1700" dirty="0">
                <a:solidFill>
                  <a:schemeClr val="bg2"/>
                </a:solidFill>
                <a:ea typeface="Arial Unicode MS" pitchFamily="34" charset="-128"/>
                <a:cs typeface="Arial Unicode MS" pitchFamily="34" charset="-128"/>
              </a:rPr>
              <a:t> </a:t>
            </a:r>
            <a:r>
              <a:rPr lang="en-US" sz="1700" b="1" dirty="0">
                <a:solidFill>
                  <a:schemeClr val="bg2"/>
                </a:solidFill>
                <a:ea typeface="Arial Unicode MS" pitchFamily="34" charset="-128"/>
                <a:cs typeface="Arial Unicode MS" pitchFamily="34" charset="-128"/>
              </a:rPr>
              <a:t>to synchronize </a:t>
            </a:r>
            <a:r>
              <a:rPr lang="en-US" sz="1700" dirty="0">
                <a:solidFill>
                  <a:schemeClr val="bg2"/>
                </a:solidFill>
                <a:ea typeface="Arial Unicode MS" pitchFamily="34" charset="-128"/>
                <a:cs typeface="Arial Unicode MS" pitchFamily="34" charset="-128"/>
              </a:rPr>
              <a:t>with the </a:t>
            </a:r>
            <a:r>
              <a:rPr lang="en-US" sz="1700" b="1" dirty="0">
                <a:solidFill>
                  <a:schemeClr val="bg2"/>
                </a:solidFill>
                <a:ea typeface="Arial Unicode MS" pitchFamily="34" charset="-128"/>
                <a:cs typeface="Arial Unicode MS" pitchFamily="34" charset="-128"/>
              </a:rPr>
              <a:t>incoming stream </a:t>
            </a:r>
            <a:r>
              <a:rPr lang="en-US" sz="1700" dirty="0">
                <a:solidFill>
                  <a:schemeClr val="bg2"/>
                </a:solidFill>
                <a:ea typeface="Arial Unicode MS" pitchFamily="34" charset="-128"/>
                <a:cs typeface="Arial Unicode MS" pitchFamily="34" charset="-128"/>
              </a:rPr>
              <a:t>so that it can </a:t>
            </a:r>
            <a:r>
              <a:rPr lang="en-US" sz="1700" b="1" dirty="0">
                <a:solidFill>
                  <a:schemeClr val="bg2"/>
                </a:solidFill>
                <a:ea typeface="Arial Unicode MS" pitchFamily="34" charset="-128"/>
                <a:cs typeface="Arial Unicode MS" pitchFamily="34" charset="-128"/>
              </a:rPr>
              <a:t>separate</a:t>
            </a:r>
            <a:r>
              <a:rPr lang="en-US" sz="1700" dirty="0">
                <a:solidFill>
                  <a:schemeClr val="bg2"/>
                </a:solidFill>
                <a:ea typeface="Arial Unicode MS" pitchFamily="34" charset="-128"/>
                <a:cs typeface="Arial Unicode MS" pitchFamily="34" charset="-128"/>
              </a:rPr>
              <a:t> the time slots </a:t>
            </a:r>
            <a:r>
              <a:rPr lang="en-US" sz="1700" b="1" dirty="0">
                <a:solidFill>
                  <a:schemeClr val="bg2"/>
                </a:solidFill>
                <a:ea typeface="Arial Unicode MS" pitchFamily="34" charset="-128"/>
                <a:cs typeface="Arial Unicode MS" pitchFamily="34" charset="-128"/>
              </a:rPr>
              <a:t>accurately. </a:t>
            </a:r>
          </a:p>
          <a:p>
            <a:pPr algn="just">
              <a:defRPr/>
            </a:pPr>
            <a:r>
              <a:rPr lang="en-US" sz="1700" dirty="0">
                <a:solidFill>
                  <a:schemeClr val="bg2"/>
                </a:solidFill>
                <a:ea typeface="Arial Unicode MS" pitchFamily="34" charset="-128"/>
                <a:cs typeface="Arial Unicode MS" pitchFamily="34" charset="-128"/>
              </a:rPr>
              <a:t>In most cases, this synchronization information consists of </a:t>
            </a:r>
            <a:r>
              <a:rPr lang="en-US" sz="1700" b="1" i="1" dirty="0">
                <a:solidFill>
                  <a:schemeClr val="bg2"/>
                </a:solidFill>
                <a:ea typeface="Arial Unicode MS" pitchFamily="34" charset="-128"/>
                <a:cs typeface="Arial Unicode MS" pitchFamily="34" charset="-128"/>
              </a:rPr>
              <a:t>1 bit </a:t>
            </a:r>
            <a:r>
              <a:rPr lang="en-US" sz="1700" b="1" dirty="0">
                <a:solidFill>
                  <a:schemeClr val="bg2"/>
                </a:solidFill>
                <a:ea typeface="Arial Unicode MS" pitchFamily="34" charset="-128"/>
                <a:cs typeface="Arial Unicode MS" pitchFamily="34" charset="-128"/>
              </a:rPr>
              <a:t>per frame, </a:t>
            </a:r>
            <a:r>
              <a:rPr lang="en-US" sz="1700" dirty="0">
                <a:solidFill>
                  <a:schemeClr val="bg2"/>
                </a:solidFill>
                <a:ea typeface="Arial Unicode MS" pitchFamily="34" charset="-128"/>
                <a:cs typeface="Arial Unicode MS" pitchFamily="34" charset="-128"/>
              </a:rPr>
              <a:t>alternating between </a:t>
            </a:r>
            <a:r>
              <a:rPr lang="en-US" sz="1700" b="1" i="1" dirty="0">
                <a:solidFill>
                  <a:schemeClr val="bg2"/>
                </a:solidFill>
                <a:ea typeface="Arial Unicode MS" pitchFamily="34" charset="-128"/>
                <a:cs typeface="Arial Unicode MS" pitchFamily="34" charset="-128"/>
              </a:rPr>
              <a:t>0</a:t>
            </a:r>
            <a:r>
              <a:rPr lang="en-US" sz="1700" b="1" dirty="0">
                <a:solidFill>
                  <a:schemeClr val="bg2"/>
                </a:solidFill>
                <a:ea typeface="Arial Unicode MS" pitchFamily="34" charset="-128"/>
                <a:cs typeface="Arial Unicode MS" pitchFamily="34" charset="-128"/>
              </a:rPr>
              <a:t> </a:t>
            </a:r>
            <a:r>
              <a:rPr lang="en-US" sz="1700" dirty="0">
                <a:solidFill>
                  <a:schemeClr val="bg2"/>
                </a:solidFill>
                <a:ea typeface="Arial Unicode MS" pitchFamily="34" charset="-128"/>
                <a:cs typeface="Arial Unicode MS" pitchFamily="34" charset="-128"/>
              </a:rPr>
              <a:t>and</a:t>
            </a:r>
            <a:r>
              <a:rPr lang="en-US" sz="1700" b="1" dirty="0">
                <a:solidFill>
                  <a:schemeClr val="bg2"/>
                </a:solidFill>
                <a:ea typeface="Arial Unicode MS" pitchFamily="34" charset="-128"/>
                <a:cs typeface="Arial Unicode MS" pitchFamily="34" charset="-128"/>
              </a:rPr>
              <a:t> </a:t>
            </a:r>
            <a:r>
              <a:rPr lang="en-US" sz="1700" b="1" i="1" dirty="0">
                <a:solidFill>
                  <a:schemeClr val="bg2"/>
                </a:solidFill>
                <a:ea typeface="Arial Unicode MS" pitchFamily="34" charset="-128"/>
                <a:cs typeface="Arial Unicode MS" pitchFamily="34" charset="-128"/>
              </a:rPr>
              <a:t>1</a:t>
            </a:r>
            <a:r>
              <a:rPr lang="en-US" sz="1700" dirty="0">
                <a:solidFill>
                  <a:schemeClr val="bg2"/>
                </a:solidFill>
                <a:ea typeface="Arial Unicode MS" pitchFamily="34" charset="-128"/>
                <a:cs typeface="Arial Unicode MS" pitchFamily="34" charset="-128"/>
              </a:rPr>
              <a:t>, as shown in </a:t>
            </a:r>
            <a:r>
              <a:rPr lang="en-US" sz="1700" b="1" i="1" dirty="0">
                <a:solidFill>
                  <a:schemeClr val="bg2"/>
                </a:solidFill>
                <a:ea typeface="Arial Unicode MS" pitchFamily="34" charset="-128"/>
                <a:cs typeface="Arial Unicode MS" pitchFamily="34" charset="-128"/>
              </a:rPr>
              <a:t>Figure 24.</a:t>
            </a:r>
          </a:p>
          <a:p>
            <a:pPr algn="just">
              <a:defRPr/>
            </a:pPr>
            <a:endParaRPr lang="en-US" sz="1800" dirty="0">
              <a:solidFill>
                <a:schemeClr val="bg2"/>
              </a:solidFill>
              <a:ea typeface="Arial Unicode MS" pitchFamily="34" charset="-128"/>
              <a:cs typeface="Arial Unicode MS" pitchFamily="34" charset="-128"/>
            </a:endParaRPr>
          </a:p>
          <a:p>
            <a:pPr algn="just">
              <a:defRPr/>
            </a:pPr>
            <a:endParaRPr lang="en-US" sz="1800" dirty="0">
              <a:solidFill>
                <a:schemeClr val="bg2"/>
              </a:solidFill>
              <a:ea typeface="Arial Unicode MS" pitchFamily="34" charset="-128"/>
              <a:cs typeface="Arial Unicode MS" pitchFamily="34" charset="-128"/>
            </a:endParaRPr>
          </a:p>
          <a:p>
            <a:pPr algn="just">
              <a:defRPr/>
            </a:pPr>
            <a:endParaRPr lang="en-US" sz="1800" dirty="0">
              <a:solidFill>
                <a:schemeClr val="bg2"/>
              </a:solidFill>
              <a:ea typeface="Arial Unicode MS" pitchFamily="34" charset="-128"/>
              <a:cs typeface="Arial Unicode MS" pitchFamily="34" charset="-128"/>
            </a:endParaRPr>
          </a:p>
          <a:p>
            <a:pPr algn="just">
              <a:defRPr/>
            </a:pPr>
            <a:endParaRPr lang="en-US" sz="1800" dirty="0">
              <a:solidFill>
                <a:schemeClr val="bg2"/>
              </a:solidFill>
              <a:ea typeface="Arial Unicode MS" pitchFamily="34" charset="-128"/>
              <a:cs typeface="Arial Unicode MS" pitchFamily="34" charset="-128"/>
            </a:endParaRPr>
          </a:p>
          <a:p>
            <a:pPr algn="just">
              <a:defRPr/>
            </a:pPr>
            <a:endParaRPr lang="en-US" sz="1800" dirty="0">
              <a:solidFill>
                <a:schemeClr val="bg2"/>
              </a:solidFill>
              <a:ea typeface="Arial Unicode MS" pitchFamily="34" charset="-128"/>
              <a:cs typeface="Arial Unicode MS" pitchFamily="34" charset="-128"/>
            </a:endParaRPr>
          </a:p>
          <a:p>
            <a:pPr marL="69850" indent="0" algn="ctr">
              <a:buClr>
                <a:srgbClr val="629DD1"/>
              </a:buClr>
              <a:buFont typeface="Wingdings 2" panose="05020102010507070707" pitchFamily="18" charset="2"/>
              <a:buNone/>
              <a:defRPr/>
            </a:pPr>
            <a:endParaRPr lang="en-US" sz="1800" b="1" i="1" dirty="0">
              <a:solidFill>
                <a:schemeClr val="bg2"/>
              </a:solidFill>
            </a:endParaRPr>
          </a:p>
          <a:p>
            <a:pPr algn="just">
              <a:defRPr/>
            </a:pPr>
            <a:endParaRPr lang="en-US" sz="1800" dirty="0">
              <a:solidFill>
                <a:schemeClr val="bg2"/>
              </a:solidFill>
              <a:ea typeface="Arial Unicode MS" pitchFamily="34" charset="-128"/>
              <a:cs typeface="Arial Unicode MS" pitchFamily="34" charset="-128"/>
            </a:endParaRPr>
          </a:p>
          <a:p>
            <a:pPr algn="just">
              <a:defRPr/>
            </a:pPr>
            <a:endParaRPr lang="en-US" sz="1800" dirty="0">
              <a:solidFill>
                <a:schemeClr val="bg2"/>
              </a:solidFill>
              <a:ea typeface="Arial Unicode MS" pitchFamily="34" charset="-128"/>
              <a:cs typeface="Arial Unicode MS" pitchFamily="34" charset="-128"/>
            </a:endParaRPr>
          </a:p>
        </p:txBody>
      </p:sp>
      <p:pic>
        <p:nvPicPr>
          <p:cNvPr id="6"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08631" y="5084616"/>
            <a:ext cx="6283325" cy="1357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854600" y="6476364"/>
            <a:ext cx="3191386" cy="369332"/>
          </a:xfrm>
          <a:prstGeom prst="rect">
            <a:avLst/>
          </a:prstGeom>
        </p:spPr>
        <p:txBody>
          <a:bodyPr wrap="none">
            <a:spAutoFit/>
          </a:bodyPr>
          <a:lstStyle/>
          <a:p>
            <a:pPr marL="69850" algn="ctr">
              <a:buClr>
                <a:srgbClr val="629DD1"/>
              </a:buClr>
              <a:defRPr/>
            </a:pPr>
            <a:r>
              <a:rPr lang="en-US" b="1" i="1" dirty="0">
                <a:solidFill>
                  <a:prstClr val="black"/>
                </a:solidFill>
                <a:latin typeface="Calibri" pitchFamily="34" charset="0"/>
              </a:rPr>
              <a:t>Fig. 24: </a:t>
            </a:r>
            <a:r>
              <a:rPr lang="en-US" b="1" i="1" dirty="0" err="1">
                <a:solidFill>
                  <a:prstClr val="black"/>
                </a:solidFill>
                <a:latin typeface="Calibri" pitchFamily="34" charset="0"/>
              </a:rPr>
              <a:t>Multislot</a:t>
            </a:r>
            <a:r>
              <a:rPr lang="en-US" b="1" i="1" dirty="0">
                <a:solidFill>
                  <a:prstClr val="black"/>
                </a:solidFill>
                <a:latin typeface="Calibri" pitchFamily="34" charset="0"/>
              </a:rPr>
              <a:t> Multiplexing.</a:t>
            </a:r>
            <a:endParaRPr lang="en-US" sz="2800" b="1" u="sng" dirty="0">
              <a:solidFill>
                <a:prstClr val="black"/>
              </a:solidFill>
              <a:latin typeface="Arial Narrow"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106304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Mathematical Problem</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540326" y="1392382"/>
            <a:ext cx="8024767" cy="5078313"/>
          </a:xfrm>
          <a:prstGeom prst="rect">
            <a:avLst/>
          </a:prstGeom>
        </p:spPr>
        <p:txBody>
          <a:bodyPr wrap="square">
            <a:spAutoFit/>
          </a:bodyPr>
          <a:lstStyle/>
          <a:p>
            <a:pPr algn="just">
              <a:defRPr/>
            </a:pPr>
            <a:r>
              <a:rPr lang="en-US" b="1" u="sng" dirty="0">
                <a:solidFill>
                  <a:schemeClr val="bg2"/>
                </a:solidFill>
                <a:latin typeface="Arial Narrow" pitchFamily="34" charset="0"/>
                <a:ea typeface="Arial Unicode MS" pitchFamily="34" charset="-128"/>
                <a:cs typeface="Arial Unicode MS" pitchFamily="34" charset="-128"/>
              </a:rPr>
              <a:t>Example 10:</a:t>
            </a:r>
            <a:endParaRPr lang="en-US" dirty="0">
              <a:solidFill>
                <a:schemeClr val="bg2"/>
              </a:solidFill>
              <a:latin typeface="Arial Narrow" pitchFamily="34" charset="0"/>
              <a:ea typeface="Arial Unicode MS" pitchFamily="34" charset="-128"/>
              <a:cs typeface="Arial Unicode MS" pitchFamily="34" charset="-128"/>
            </a:endParaRPr>
          </a:p>
          <a:p>
            <a:pPr marL="69850" algn="just">
              <a:defRPr/>
            </a:pPr>
            <a:r>
              <a:rPr lang="en-US" dirty="0">
                <a:solidFill>
                  <a:schemeClr val="bg2"/>
                </a:solidFill>
                <a:latin typeface="Arial Narrow" pitchFamily="34" charset="0"/>
                <a:ea typeface="Arial Unicode MS" pitchFamily="34" charset="-128"/>
                <a:cs typeface="Arial Unicode MS" pitchFamily="34" charset="-128"/>
              </a:rPr>
              <a:t>We have </a:t>
            </a:r>
            <a:r>
              <a:rPr lang="en-US" b="1" dirty="0">
                <a:solidFill>
                  <a:schemeClr val="bg2"/>
                </a:solidFill>
                <a:latin typeface="Arial Narrow" pitchFamily="34" charset="0"/>
                <a:ea typeface="Arial Unicode MS" pitchFamily="34" charset="-128"/>
                <a:cs typeface="Arial Unicode MS" pitchFamily="34" charset="-128"/>
              </a:rPr>
              <a:t>four sources, </a:t>
            </a:r>
            <a:r>
              <a:rPr lang="en-US" dirty="0">
                <a:solidFill>
                  <a:schemeClr val="bg2"/>
                </a:solidFill>
                <a:latin typeface="Arial Narrow" pitchFamily="34" charset="0"/>
                <a:ea typeface="Arial Unicode MS" pitchFamily="34" charset="-128"/>
                <a:cs typeface="Arial Unicode MS" pitchFamily="34" charset="-128"/>
              </a:rPr>
              <a:t>each creating </a:t>
            </a:r>
            <a:r>
              <a:rPr lang="en-US" b="1" dirty="0">
                <a:solidFill>
                  <a:schemeClr val="bg2"/>
                </a:solidFill>
                <a:latin typeface="Arial Narrow" pitchFamily="34" charset="0"/>
                <a:ea typeface="Arial Unicode MS" pitchFamily="34" charset="-128"/>
                <a:cs typeface="Arial Unicode MS" pitchFamily="34" charset="-128"/>
              </a:rPr>
              <a:t>250</a:t>
            </a:r>
            <a:r>
              <a:rPr lang="en-US" b="1" i="1" dirty="0">
                <a:solidFill>
                  <a:schemeClr val="bg2"/>
                </a:solidFill>
                <a:latin typeface="Arial Narrow" pitchFamily="34" charset="0"/>
                <a:ea typeface="Arial Unicode MS" pitchFamily="34" charset="-128"/>
                <a:cs typeface="Arial Unicode MS" pitchFamily="34" charset="-128"/>
              </a:rPr>
              <a:t> 8-bit </a:t>
            </a:r>
            <a:r>
              <a:rPr lang="en-US" dirty="0">
                <a:solidFill>
                  <a:schemeClr val="bg2"/>
                </a:solidFill>
                <a:latin typeface="Arial Narrow" pitchFamily="34" charset="0"/>
                <a:ea typeface="Arial Unicode MS" pitchFamily="34" charset="-128"/>
                <a:cs typeface="Arial Unicode MS" pitchFamily="34" charset="-128"/>
              </a:rPr>
              <a:t>characters per second. If the </a:t>
            </a:r>
            <a:r>
              <a:rPr lang="en-US" b="1" dirty="0">
                <a:solidFill>
                  <a:schemeClr val="bg2"/>
                </a:solidFill>
                <a:latin typeface="Arial Narrow" pitchFamily="34" charset="0"/>
                <a:ea typeface="Arial Unicode MS" pitchFamily="34" charset="-128"/>
                <a:cs typeface="Arial Unicode MS" pitchFamily="34" charset="-128"/>
              </a:rPr>
              <a:t>interleaved</a:t>
            </a:r>
            <a:r>
              <a:rPr lang="en-US" dirty="0">
                <a:solidFill>
                  <a:schemeClr val="bg2"/>
                </a:solidFill>
                <a:latin typeface="Arial Narrow" pitchFamily="34" charset="0"/>
                <a:ea typeface="Arial Unicode MS" pitchFamily="34" charset="-128"/>
                <a:cs typeface="Arial Unicode MS" pitchFamily="34" charset="-128"/>
              </a:rPr>
              <a:t> unit is a </a:t>
            </a:r>
            <a:r>
              <a:rPr lang="en-US" b="1" dirty="0">
                <a:solidFill>
                  <a:schemeClr val="bg2"/>
                </a:solidFill>
                <a:latin typeface="Arial Narrow" pitchFamily="34" charset="0"/>
                <a:ea typeface="Arial Unicode MS" pitchFamily="34" charset="-128"/>
                <a:cs typeface="Arial Unicode MS" pitchFamily="34" charset="-128"/>
              </a:rPr>
              <a:t>character</a:t>
            </a:r>
            <a:r>
              <a:rPr lang="en-US" dirty="0">
                <a:solidFill>
                  <a:schemeClr val="bg2"/>
                </a:solidFill>
                <a:latin typeface="Arial Narrow" pitchFamily="34" charset="0"/>
                <a:ea typeface="Arial Unicode MS" pitchFamily="34" charset="-128"/>
                <a:cs typeface="Arial Unicode MS" pitchFamily="34" charset="-128"/>
              </a:rPr>
              <a:t> and </a:t>
            </a:r>
            <a:r>
              <a:rPr lang="en-US" b="1" i="1" dirty="0">
                <a:solidFill>
                  <a:schemeClr val="bg2"/>
                </a:solidFill>
                <a:latin typeface="Arial Narrow" pitchFamily="34" charset="0"/>
                <a:ea typeface="Arial Unicode MS" pitchFamily="34" charset="-128"/>
                <a:cs typeface="Arial Unicode MS" pitchFamily="34" charset="-128"/>
              </a:rPr>
              <a:t>1</a:t>
            </a:r>
            <a:r>
              <a:rPr lang="en-US" dirty="0">
                <a:solidFill>
                  <a:schemeClr val="bg2"/>
                </a:solidFill>
                <a:latin typeface="Arial Narrow" pitchFamily="34" charset="0"/>
                <a:ea typeface="Arial Unicode MS" pitchFamily="34" charset="-128"/>
                <a:cs typeface="Arial Unicode MS" pitchFamily="34" charset="-128"/>
              </a:rPr>
              <a:t> </a:t>
            </a:r>
            <a:r>
              <a:rPr lang="en-US" b="1" dirty="0">
                <a:solidFill>
                  <a:schemeClr val="bg2"/>
                </a:solidFill>
                <a:latin typeface="Arial Narrow" pitchFamily="34" charset="0"/>
                <a:ea typeface="Arial Unicode MS" pitchFamily="34" charset="-128"/>
                <a:cs typeface="Arial Unicode MS" pitchFamily="34" charset="-128"/>
              </a:rPr>
              <a:t>synchronizing</a:t>
            </a:r>
            <a:r>
              <a:rPr lang="en-US" dirty="0">
                <a:solidFill>
                  <a:schemeClr val="bg2"/>
                </a:solidFill>
                <a:latin typeface="Arial Narrow" pitchFamily="34" charset="0"/>
                <a:ea typeface="Arial Unicode MS" pitchFamily="34" charset="-128"/>
                <a:cs typeface="Arial Unicode MS" pitchFamily="34" charset="-128"/>
              </a:rPr>
              <a:t> </a:t>
            </a:r>
            <a:r>
              <a:rPr lang="en-US" b="1" dirty="0">
                <a:solidFill>
                  <a:schemeClr val="bg2"/>
                </a:solidFill>
                <a:latin typeface="Arial Narrow" pitchFamily="34" charset="0"/>
                <a:ea typeface="Arial Unicode MS" pitchFamily="34" charset="-128"/>
                <a:cs typeface="Arial Unicode MS" pitchFamily="34" charset="-128"/>
              </a:rPr>
              <a:t>bit</a:t>
            </a:r>
            <a:r>
              <a:rPr lang="en-US" dirty="0">
                <a:solidFill>
                  <a:schemeClr val="bg2"/>
                </a:solidFill>
                <a:latin typeface="Arial Narrow" pitchFamily="34" charset="0"/>
                <a:ea typeface="Arial Unicode MS" pitchFamily="34" charset="-128"/>
                <a:cs typeface="Arial Unicode MS" pitchFamily="34" charset="-128"/>
              </a:rPr>
              <a:t> is </a:t>
            </a:r>
            <a:r>
              <a:rPr lang="en-US" b="1" dirty="0">
                <a:solidFill>
                  <a:schemeClr val="bg2"/>
                </a:solidFill>
                <a:latin typeface="Arial Narrow" pitchFamily="34" charset="0"/>
                <a:ea typeface="Arial Unicode MS" pitchFamily="34" charset="-128"/>
                <a:cs typeface="Arial Unicode MS" pitchFamily="34" charset="-128"/>
              </a:rPr>
              <a:t>added</a:t>
            </a:r>
            <a:r>
              <a:rPr lang="en-US" dirty="0">
                <a:solidFill>
                  <a:schemeClr val="bg2"/>
                </a:solidFill>
                <a:latin typeface="Arial Narrow" pitchFamily="34" charset="0"/>
                <a:ea typeface="Arial Unicode MS" pitchFamily="34" charset="-128"/>
                <a:cs typeface="Arial Unicode MS" pitchFamily="34" charset="-128"/>
              </a:rPr>
              <a:t> to each frame, find </a:t>
            </a:r>
            <a:r>
              <a:rPr lang="en-US" b="1" dirty="0">
                <a:solidFill>
                  <a:schemeClr val="bg2"/>
                </a:solidFill>
                <a:latin typeface="Arial Narrow" pitchFamily="34" charset="0"/>
                <a:ea typeface="Arial Unicode MS" pitchFamily="34" charset="-128"/>
                <a:cs typeface="Arial Unicode MS" pitchFamily="34" charset="-128"/>
              </a:rPr>
              <a:t>(a) the data rate of each source, (b) the duration of each character in each source, (c) the frame rate, (d) the duration of each frame, (e) the number of bits in each frame, and (f) the data rate of the link.</a:t>
            </a:r>
          </a:p>
          <a:p>
            <a:pPr marL="69850" algn="just">
              <a:defRPr/>
            </a:pPr>
            <a:endParaRPr lang="en-US" b="1" dirty="0">
              <a:solidFill>
                <a:schemeClr val="bg2"/>
              </a:solidFill>
              <a:latin typeface="Arial Narrow" pitchFamily="34" charset="0"/>
              <a:ea typeface="Arial Unicode MS" pitchFamily="34" charset="-128"/>
              <a:cs typeface="Arial Unicode MS" pitchFamily="34" charset="-128"/>
            </a:endParaRPr>
          </a:p>
          <a:p>
            <a:pPr algn="just">
              <a:defRPr/>
            </a:pPr>
            <a:r>
              <a:rPr lang="en-US" b="1" u="sng" dirty="0">
                <a:solidFill>
                  <a:schemeClr val="bg2"/>
                </a:solidFill>
                <a:latin typeface="Arial Narrow" pitchFamily="34" charset="0"/>
                <a:ea typeface="Arial Unicode MS" pitchFamily="34" charset="-128"/>
                <a:cs typeface="Arial Unicode MS" pitchFamily="34" charset="-128"/>
              </a:rPr>
              <a:t>Solution:</a:t>
            </a:r>
          </a:p>
          <a:p>
            <a:pPr marL="69850" algn="just">
              <a:defRPr/>
            </a:pPr>
            <a:r>
              <a:rPr lang="en-US" b="1" i="1" dirty="0">
                <a:solidFill>
                  <a:schemeClr val="bg2"/>
                </a:solidFill>
                <a:latin typeface="Arial Narrow" pitchFamily="34" charset="0"/>
                <a:ea typeface="Arial Unicode MS" pitchFamily="34" charset="-128"/>
                <a:cs typeface="Arial Unicode MS" pitchFamily="34" charset="-128"/>
              </a:rPr>
              <a:t>a. </a:t>
            </a:r>
            <a:r>
              <a:rPr lang="en-US" dirty="0">
                <a:solidFill>
                  <a:schemeClr val="bg2"/>
                </a:solidFill>
                <a:latin typeface="Arial Narrow" pitchFamily="34" charset="0"/>
                <a:ea typeface="Arial Unicode MS" pitchFamily="34" charset="-128"/>
                <a:cs typeface="Arial Unicode MS" pitchFamily="34" charset="-128"/>
              </a:rPr>
              <a:t>The </a:t>
            </a:r>
            <a:r>
              <a:rPr lang="en-US" b="1" dirty="0">
                <a:solidFill>
                  <a:schemeClr val="bg2"/>
                </a:solidFill>
                <a:latin typeface="Arial Narrow" pitchFamily="34" charset="0"/>
                <a:ea typeface="Arial Unicode MS" pitchFamily="34" charset="-128"/>
                <a:cs typeface="Arial Unicode MS" pitchFamily="34" charset="-128"/>
              </a:rPr>
              <a:t>data rate </a:t>
            </a:r>
            <a:r>
              <a:rPr lang="en-US" dirty="0">
                <a:solidFill>
                  <a:schemeClr val="bg2"/>
                </a:solidFill>
                <a:latin typeface="Arial Narrow" pitchFamily="34" charset="0"/>
                <a:ea typeface="Arial Unicode MS" pitchFamily="34" charset="-128"/>
                <a:cs typeface="Arial Unicode MS" pitchFamily="34" charset="-128"/>
              </a:rPr>
              <a:t>of each source is </a:t>
            </a:r>
            <a:r>
              <a:rPr lang="en-US" b="1" i="1" dirty="0">
                <a:solidFill>
                  <a:schemeClr val="bg2"/>
                </a:solidFill>
                <a:latin typeface="Arial Narrow" pitchFamily="34" charset="0"/>
                <a:ea typeface="Arial Unicode MS" pitchFamily="34" charset="-128"/>
                <a:cs typeface="Arial Unicode MS" pitchFamily="34" charset="-128"/>
              </a:rPr>
              <a:t>250 × 8 = 2000 bps = 2 kbps.</a:t>
            </a:r>
          </a:p>
          <a:p>
            <a:pPr marL="69850" algn="just">
              <a:defRPr/>
            </a:pPr>
            <a:r>
              <a:rPr lang="en-US" b="1" i="1" dirty="0">
                <a:solidFill>
                  <a:schemeClr val="bg2"/>
                </a:solidFill>
                <a:latin typeface="Arial Narrow" pitchFamily="34" charset="0"/>
                <a:ea typeface="Arial Unicode MS" pitchFamily="34" charset="-128"/>
                <a:cs typeface="Arial Unicode MS" pitchFamily="34" charset="-128"/>
              </a:rPr>
              <a:t>b. </a:t>
            </a:r>
            <a:r>
              <a:rPr lang="en-US" dirty="0">
                <a:solidFill>
                  <a:schemeClr val="bg2"/>
                </a:solidFill>
                <a:latin typeface="Arial Narrow" pitchFamily="34" charset="0"/>
                <a:ea typeface="Arial Unicode MS" pitchFamily="34" charset="-128"/>
                <a:cs typeface="Arial Unicode MS" pitchFamily="34" charset="-128"/>
              </a:rPr>
              <a:t>Each source sends </a:t>
            </a:r>
            <a:r>
              <a:rPr lang="en-US" b="1" i="1" dirty="0">
                <a:solidFill>
                  <a:schemeClr val="bg2"/>
                </a:solidFill>
                <a:latin typeface="Arial Narrow" pitchFamily="34" charset="0"/>
                <a:ea typeface="Arial Unicode MS" pitchFamily="34" charset="-128"/>
                <a:cs typeface="Arial Unicode MS" pitchFamily="34" charset="-128"/>
              </a:rPr>
              <a:t>250 characters per second; </a:t>
            </a:r>
            <a:r>
              <a:rPr lang="en-US" dirty="0">
                <a:solidFill>
                  <a:schemeClr val="bg2"/>
                </a:solidFill>
                <a:latin typeface="Arial Narrow" pitchFamily="34" charset="0"/>
                <a:ea typeface="Arial Unicode MS" pitchFamily="34" charset="-128"/>
                <a:cs typeface="Arial Unicode MS" pitchFamily="34" charset="-128"/>
              </a:rPr>
              <a:t>therefore, the </a:t>
            </a:r>
            <a:r>
              <a:rPr lang="en-US" b="1" dirty="0">
                <a:solidFill>
                  <a:schemeClr val="bg2"/>
                </a:solidFill>
                <a:latin typeface="Arial Narrow" pitchFamily="34" charset="0"/>
                <a:ea typeface="Arial Unicode MS" pitchFamily="34" charset="-128"/>
                <a:cs typeface="Arial Unicode MS" pitchFamily="34" charset="-128"/>
              </a:rPr>
              <a:t>duration</a:t>
            </a:r>
            <a:r>
              <a:rPr lang="en-US" dirty="0">
                <a:solidFill>
                  <a:schemeClr val="bg2"/>
                </a:solidFill>
                <a:latin typeface="Arial Narrow" pitchFamily="34" charset="0"/>
                <a:ea typeface="Arial Unicode MS" pitchFamily="34" charset="-128"/>
                <a:cs typeface="Arial Unicode MS" pitchFamily="34" charset="-128"/>
              </a:rPr>
              <a:t> of a character is </a:t>
            </a:r>
            <a:r>
              <a:rPr lang="en-US" b="1" i="1" dirty="0">
                <a:solidFill>
                  <a:schemeClr val="bg2"/>
                </a:solidFill>
                <a:latin typeface="Arial Narrow" pitchFamily="34" charset="0"/>
                <a:ea typeface="Arial Unicode MS" pitchFamily="34" charset="-128"/>
                <a:cs typeface="Arial Unicode MS" pitchFamily="34" charset="-128"/>
              </a:rPr>
              <a:t>1/250 s, or 4 </a:t>
            </a:r>
            <a:r>
              <a:rPr lang="en-US" b="1" i="1" dirty="0" err="1">
                <a:solidFill>
                  <a:schemeClr val="bg2"/>
                </a:solidFill>
                <a:latin typeface="Arial Narrow" pitchFamily="34" charset="0"/>
                <a:ea typeface="Arial Unicode MS" pitchFamily="34" charset="-128"/>
                <a:cs typeface="Arial Unicode MS" pitchFamily="34" charset="-128"/>
              </a:rPr>
              <a:t>ms.</a:t>
            </a:r>
            <a:endParaRPr lang="en-US" b="1" i="1" dirty="0">
              <a:solidFill>
                <a:schemeClr val="bg2"/>
              </a:solidFill>
              <a:latin typeface="Arial Narrow" pitchFamily="34" charset="0"/>
              <a:ea typeface="Arial Unicode MS" pitchFamily="34" charset="-128"/>
              <a:cs typeface="Arial Unicode MS" pitchFamily="34" charset="-128"/>
            </a:endParaRPr>
          </a:p>
          <a:p>
            <a:pPr marL="69850" algn="just">
              <a:defRPr/>
            </a:pPr>
            <a:r>
              <a:rPr lang="en-US" b="1" i="1" dirty="0">
                <a:solidFill>
                  <a:schemeClr val="bg2"/>
                </a:solidFill>
                <a:latin typeface="Arial Narrow" pitchFamily="34" charset="0"/>
                <a:ea typeface="Arial Unicode MS" pitchFamily="34" charset="-128"/>
                <a:cs typeface="Arial Unicode MS" pitchFamily="34" charset="-128"/>
              </a:rPr>
              <a:t>c. </a:t>
            </a:r>
            <a:r>
              <a:rPr lang="en-US" dirty="0">
                <a:solidFill>
                  <a:schemeClr val="bg2"/>
                </a:solidFill>
                <a:latin typeface="Arial Narrow" pitchFamily="34" charset="0"/>
                <a:ea typeface="Arial Unicode MS" pitchFamily="34" charset="-128"/>
                <a:cs typeface="Arial Unicode MS" pitchFamily="34" charset="-128"/>
              </a:rPr>
              <a:t>Each </a:t>
            </a:r>
            <a:r>
              <a:rPr lang="en-US" b="1" dirty="0">
                <a:solidFill>
                  <a:schemeClr val="bg2"/>
                </a:solidFill>
                <a:latin typeface="Arial Narrow" pitchFamily="34" charset="0"/>
                <a:ea typeface="Arial Unicode MS" pitchFamily="34" charset="-128"/>
                <a:cs typeface="Arial Unicode MS" pitchFamily="34" charset="-128"/>
              </a:rPr>
              <a:t>frame</a:t>
            </a:r>
            <a:r>
              <a:rPr lang="en-US" dirty="0">
                <a:solidFill>
                  <a:schemeClr val="bg2"/>
                </a:solidFill>
                <a:latin typeface="Arial Narrow" pitchFamily="34" charset="0"/>
                <a:ea typeface="Arial Unicode MS" pitchFamily="34" charset="-128"/>
                <a:cs typeface="Arial Unicode MS" pitchFamily="34" charset="-128"/>
              </a:rPr>
              <a:t> has </a:t>
            </a:r>
            <a:r>
              <a:rPr lang="en-US" b="1" dirty="0">
                <a:solidFill>
                  <a:schemeClr val="bg2"/>
                </a:solidFill>
                <a:latin typeface="Arial Narrow" pitchFamily="34" charset="0"/>
                <a:ea typeface="Arial Unicode MS" pitchFamily="34" charset="-128"/>
                <a:cs typeface="Arial Unicode MS" pitchFamily="34" charset="-128"/>
              </a:rPr>
              <a:t>one character </a:t>
            </a:r>
            <a:r>
              <a:rPr lang="en-US" dirty="0">
                <a:solidFill>
                  <a:schemeClr val="bg2"/>
                </a:solidFill>
                <a:latin typeface="Arial Narrow" pitchFamily="34" charset="0"/>
                <a:ea typeface="Arial Unicode MS" pitchFamily="34" charset="-128"/>
                <a:cs typeface="Arial Unicode MS" pitchFamily="34" charset="-128"/>
              </a:rPr>
              <a:t>from each source, which means the link needs to send </a:t>
            </a:r>
            <a:r>
              <a:rPr lang="en-US" b="1" i="1" dirty="0">
                <a:solidFill>
                  <a:schemeClr val="bg2"/>
                </a:solidFill>
                <a:latin typeface="Arial Narrow" pitchFamily="34" charset="0"/>
                <a:ea typeface="Arial Unicode MS" pitchFamily="34" charset="-128"/>
                <a:cs typeface="Arial Unicode MS" pitchFamily="34" charset="-128"/>
              </a:rPr>
              <a:t>250 frames per second </a:t>
            </a:r>
            <a:r>
              <a:rPr lang="en-US" dirty="0">
                <a:solidFill>
                  <a:schemeClr val="bg2"/>
                </a:solidFill>
                <a:latin typeface="Arial Narrow" pitchFamily="34" charset="0"/>
                <a:ea typeface="Arial Unicode MS" pitchFamily="34" charset="-128"/>
                <a:cs typeface="Arial Unicode MS" pitchFamily="34" charset="-128"/>
              </a:rPr>
              <a:t>to keep the transmission rate of each source.</a:t>
            </a:r>
          </a:p>
          <a:p>
            <a:pPr marL="69850" algn="just">
              <a:defRPr/>
            </a:pPr>
            <a:endParaRPr lang="en-US" dirty="0">
              <a:solidFill>
                <a:schemeClr val="bg2"/>
              </a:solidFill>
              <a:latin typeface="Arial Narrow" pitchFamily="34" charset="0"/>
              <a:ea typeface="Arial Unicode MS" pitchFamily="34" charset="-128"/>
              <a:cs typeface="Arial Unicode MS" pitchFamily="34" charset="-128"/>
            </a:endParaRPr>
          </a:p>
          <a:p>
            <a:pPr marL="69850" algn="just">
              <a:defRPr/>
            </a:pPr>
            <a:r>
              <a:rPr lang="en-US" b="1" i="1" dirty="0">
                <a:solidFill>
                  <a:schemeClr val="bg2"/>
                </a:solidFill>
                <a:latin typeface="Arial Narrow" pitchFamily="34" charset="0"/>
                <a:ea typeface="Arial Unicode MS" pitchFamily="34" charset="-128"/>
                <a:cs typeface="Arial Unicode MS" pitchFamily="34" charset="-128"/>
              </a:rPr>
              <a:t>d. </a:t>
            </a:r>
            <a:r>
              <a:rPr lang="en-US" dirty="0">
                <a:solidFill>
                  <a:schemeClr val="bg2"/>
                </a:solidFill>
                <a:latin typeface="Arial Narrow" pitchFamily="34" charset="0"/>
                <a:ea typeface="Arial Unicode MS" pitchFamily="34" charset="-128"/>
                <a:cs typeface="Arial Unicode MS" pitchFamily="34" charset="-128"/>
              </a:rPr>
              <a:t>The </a:t>
            </a:r>
            <a:r>
              <a:rPr lang="en-US" b="1" dirty="0">
                <a:solidFill>
                  <a:schemeClr val="bg2"/>
                </a:solidFill>
                <a:latin typeface="Arial Narrow" pitchFamily="34" charset="0"/>
                <a:ea typeface="Arial Unicode MS" pitchFamily="34" charset="-128"/>
                <a:cs typeface="Arial Unicode MS" pitchFamily="34" charset="-128"/>
              </a:rPr>
              <a:t>duration</a:t>
            </a:r>
            <a:r>
              <a:rPr lang="en-US" dirty="0">
                <a:solidFill>
                  <a:schemeClr val="bg2"/>
                </a:solidFill>
                <a:latin typeface="Arial Narrow" pitchFamily="34" charset="0"/>
                <a:ea typeface="Arial Unicode MS" pitchFamily="34" charset="-128"/>
                <a:cs typeface="Arial Unicode MS" pitchFamily="34" charset="-128"/>
              </a:rPr>
              <a:t> of each frame is </a:t>
            </a:r>
            <a:r>
              <a:rPr lang="en-US" b="1" i="1" dirty="0">
                <a:solidFill>
                  <a:schemeClr val="bg2"/>
                </a:solidFill>
                <a:latin typeface="Arial Narrow" pitchFamily="34" charset="0"/>
                <a:ea typeface="Arial Unicode MS" pitchFamily="34" charset="-128"/>
                <a:cs typeface="Arial Unicode MS" pitchFamily="34" charset="-128"/>
              </a:rPr>
              <a:t>1/250 s, or 4 </a:t>
            </a:r>
            <a:r>
              <a:rPr lang="en-US" b="1" i="1" dirty="0" err="1">
                <a:solidFill>
                  <a:schemeClr val="bg2"/>
                </a:solidFill>
                <a:latin typeface="Arial Narrow" pitchFamily="34" charset="0"/>
                <a:ea typeface="Arial Unicode MS" pitchFamily="34" charset="-128"/>
                <a:cs typeface="Arial Unicode MS" pitchFamily="34" charset="-128"/>
              </a:rPr>
              <a:t>ms.</a:t>
            </a:r>
            <a:r>
              <a:rPr lang="en-US" b="1" i="1" dirty="0">
                <a:solidFill>
                  <a:schemeClr val="bg2"/>
                </a:solidFill>
                <a:latin typeface="Arial Narrow" pitchFamily="34" charset="0"/>
                <a:ea typeface="Arial Unicode MS" pitchFamily="34" charset="-128"/>
                <a:cs typeface="Arial Unicode MS" pitchFamily="34" charset="-128"/>
              </a:rPr>
              <a:t> </a:t>
            </a:r>
            <a:r>
              <a:rPr lang="en-US" dirty="0">
                <a:solidFill>
                  <a:schemeClr val="bg2"/>
                </a:solidFill>
                <a:latin typeface="Arial Narrow" pitchFamily="34" charset="0"/>
                <a:ea typeface="Arial Unicode MS" pitchFamily="34" charset="-128"/>
                <a:cs typeface="Arial Unicode MS" pitchFamily="34" charset="-128"/>
              </a:rPr>
              <a:t>Note that the </a:t>
            </a:r>
            <a:r>
              <a:rPr lang="en-US" b="1" dirty="0">
                <a:solidFill>
                  <a:schemeClr val="bg2"/>
                </a:solidFill>
                <a:latin typeface="Arial Narrow" pitchFamily="34" charset="0"/>
                <a:ea typeface="Arial Unicode MS" pitchFamily="34" charset="-128"/>
                <a:cs typeface="Arial Unicode MS" pitchFamily="34" charset="-128"/>
              </a:rPr>
              <a:t>duration</a:t>
            </a:r>
            <a:r>
              <a:rPr lang="en-US" dirty="0">
                <a:solidFill>
                  <a:schemeClr val="bg2"/>
                </a:solidFill>
                <a:latin typeface="Arial Narrow" pitchFamily="34" charset="0"/>
                <a:ea typeface="Arial Unicode MS" pitchFamily="34" charset="-128"/>
                <a:cs typeface="Arial Unicode MS" pitchFamily="34" charset="-128"/>
              </a:rPr>
              <a:t> of each frame is the </a:t>
            </a:r>
            <a:r>
              <a:rPr lang="en-US" b="1" dirty="0">
                <a:solidFill>
                  <a:schemeClr val="bg2"/>
                </a:solidFill>
                <a:latin typeface="Arial Narrow" pitchFamily="34" charset="0"/>
                <a:ea typeface="Arial Unicode MS" pitchFamily="34" charset="-128"/>
                <a:cs typeface="Arial Unicode MS" pitchFamily="34" charset="-128"/>
              </a:rPr>
              <a:t>same</a:t>
            </a:r>
            <a:r>
              <a:rPr lang="en-US" dirty="0">
                <a:solidFill>
                  <a:schemeClr val="bg2"/>
                </a:solidFill>
                <a:latin typeface="Arial Narrow" pitchFamily="34" charset="0"/>
                <a:ea typeface="Arial Unicode MS" pitchFamily="34" charset="-128"/>
                <a:cs typeface="Arial Unicode MS" pitchFamily="34" charset="-128"/>
              </a:rPr>
              <a:t> as the duration of </a:t>
            </a:r>
            <a:r>
              <a:rPr lang="en-US" b="1" dirty="0">
                <a:solidFill>
                  <a:schemeClr val="bg2"/>
                </a:solidFill>
                <a:latin typeface="Arial Narrow" pitchFamily="34" charset="0"/>
                <a:ea typeface="Arial Unicode MS" pitchFamily="34" charset="-128"/>
                <a:cs typeface="Arial Unicode MS" pitchFamily="34" charset="-128"/>
              </a:rPr>
              <a:t>each character </a:t>
            </a:r>
            <a:r>
              <a:rPr lang="en-US" dirty="0">
                <a:solidFill>
                  <a:schemeClr val="bg2"/>
                </a:solidFill>
                <a:latin typeface="Arial Narrow" pitchFamily="34" charset="0"/>
                <a:ea typeface="Arial Unicode MS" pitchFamily="34" charset="-128"/>
                <a:cs typeface="Arial Unicode MS" pitchFamily="34" charset="-128"/>
              </a:rPr>
              <a:t>coming from each source.</a:t>
            </a:r>
          </a:p>
          <a:p>
            <a:pPr marL="69850" algn="just">
              <a:defRPr/>
            </a:pPr>
            <a:r>
              <a:rPr lang="en-US" b="1" i="1" dirty="0">
                <a:solidFill>
                  <a:schemeClr val="bg2"/>
                </a:solidFill>
                <a:latin typeface="Arial Narrow" pitchFamily="34" charset="0"/>
                <a:ea typeface="Arial Unicode MS" pitchFamily="34" charset="-128"/>
                <a:cs typeface="Arial Unicode MS" pitchFamily="34" charset="-128"/>
              </a:rPr>
              <a:t>e. </a:t>
            </a:r>
            <a:r>
              <a:rPr lang="en-US" dirty="0">
                <a:solidFill>
                  <a:schemeClr val="bg2"/>
                </a:solidFill>
                <a:latin typeface="Arial Narrow" pitchFamily="34" charset="0"/>
                <a:ea typeface="Arial Unicode MS" pitchFamily="34" charset="-128"/>
                <a:cs typeface="Arial Unicode MS" pitchFamily="34" charset="-128"/>
              </a:rPr>
              <a:t>Each frame </a:t>
            </a:r>
            <a:r>
              <a:rPr lang="en-US" b="1" dirty="0">
                <a:solidFill>
                  <a:schemeClr val="bg2"/>
                </a:solidFill>
                <a:latin typeface="Arial Narrow" pitchFamily="34" charset="0"/>
                <a:ea typeface="Arial Unicode MS" pitchFamily="34" charset="-128"/>
                <a:cs typeface="Arial Unicode MS" pitchFamily="34" charset="-128"/>
              </a:rPr>
              <a:t>carries</a:t>
            </a:r>
            <a:r>
              <a:rPr lang="en-US" dirty="0">
                <a:solidFill>
                  <a:schemeClr val="bg2"/>
                </a:solidFill>
                <a:latin typeface="Arial Narrow" pitchFamily="34" charset="0"/>
                <a:ea typeface="Arial Unicode MS" pitchFamily="34" charset="-128"/>
                <a:cs typeface="Arial Unicode MS" pitchFamily="34" charset="-128"/>
              </a:rPr>
              <a:t> </a:t>
            </a:r>
            <a:r>
              <a:rPr lang="en-US" b="1" i="1" dirty="0">
                <a:solidFill>
                  <a:schemeClr val="bg2"/>
                </a:solidFill>
                <a:latin typeface="Arial Narrow" pitchFamily="34" charset="0"/>
                <a:ea typeface="Arial Unicode MS" pitchFamily="34" charset="-128"/>
                <a:cs typeface="Arial Unicode MS" pitchFamily="34" charset="-128"/>
              </a:rPr>
              <a:t>4</a:t>
            </a:r>
            <a:r>
              <a:rPr lang="en-US" dirty="0">
                <a:solidFill>
                  <a:schemeClr val="bg2"/>
                </a:solidFill>
                <a:latin typeface="Arial Narrow" pitchFamily="34" charset="0"/>
                <a:ea typeface="Arial Unicode MS" pitchFamily="34" charset="-128"/>
                <a:cs typeface="Arial Unicode MS" pitchFamily="34" charset="-128"/>
              </a:rPr>
              <a:t> </a:t>
            </a:r>
            <a:r>
              <a:rPr lang="en-US" b="1" i="1" dirty="0">
                <a:solidFill>
                  <a:schemeClr val="bg2"/>
                </a:solidFill>
                <a:latin typeface="Arial Narrow" pitchFamily="34" charset="0"/>
                <a:ea typeface="Arial Unicode MS" pitchFamily="34" charset="-128"/>
                <a:cs typeface="Arial Unicode MS" pitchFamily="34" charset="-128"/>
              </a:rPr>
              <a:t>characters</a:t>
            </a:r>
            <a:r>
              <a:rPr lang="en-US" dirty="0">
                <a:solidFill>
                  <a:schemeClr val="bg2"/>
                </a:solidFill>
                <a:latin typeface="Arial Narrow" pitchFamily="34" charset="0"/>
                <a:ea typeface="Arial Unicode MS" pitchFamily="34" charset="-128"/>
                <a:cs typeface="Arial Unicode MS" pitchFamily="34" charset="-128"/>
              </a:rPr>
              <a:t> and </a:t>
            </a:r>
            <a:r>
              <a:rPr lang="en-US" b="1" i="1" dirty="0">
                <a:solidFill>
                  <a:schemeClr val="bg2"/>
                </a:solidFill>
                <a:latin typeface="Arial Narrow" pitchFamily="34" charset="0"/>
                <a:ea typeface="Arial Unicode MS" pitchFamily="34" charset="-128"/>
                <a:cs typeface="Arial Unicode MS" pitchFamily="34" charset="-128"/>
              </a:rPr>
              <a:t>1 extra synchronizing bit. </a:t>
            </a:r>
            <a:r>
              <a:rPr lang="en-US" dirty="0">
                <a:solidFill>
                  <a:schemeClr val="bg2"/>
                </a:solidFill>
                <a:latin typeface="Arial Narrow" pitchFamily="34" charset="0"/>
                <a:ea typeface="Arial Unicode MS" pitchFamily="34" charset="-128"/>
                <a:cs typeface="Arial Unicode MS" pitchFamily="34" charset="-128"/>
              </a:rPr>
              <a:t>This means that each frame is  </a:t>
            </a:r>
            <a:r>
              <a:rPr lang="en-US" b="1" i="1" dirty="0">
                <a:solidFill>
                  <a:schemeClr val="bg2"/>
                </a:solidFill>
                <a:latin typeface="Arial Narrow" pitchFamily="34" charset="0"/>
                <a:ea typeface="Arial Unicode MS" pitchFamily="34" charset="-128"/>
                <a:cs typeface="Arial Unicode MS" pitchFamily="34" charset="-128"/>
              </a:rPr>
              <a:t>4 × 8 + 1 = 33 bits.</a:t>
            </a:r>
          </a:p>
        </p:txBody>
      </p:sp>
    </p:spTree>
    <p:extLst>
      <p:ext uri="{BB962C8B-B14F-4D97-AF65-F5344CB8AC3E}">
        <p14:creationId xmlns:p14="http://schemas.microsoft.com/office/powerpoint/2010/main" val="2788208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Mathematical Problem</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335493" y="1693316"/>
            <a:ext cx="8365161" cy="3139321"/>
          </a:xfrm>
          <a:prstGeom prst="rect">
            <a:avLst/>
          </a:prstGeom>
        </p:spPr>
        <p:txBody>
          <a:bodyPr wrap="square">
            <a:spAutoFit/>
          </a:bodyPr>
          <a:lstStyle/>
          <a:p>
            <a:pPr algn="just">
              <a:defRPr/>
            </a:pPr>
            <a:r>
              <a:rPr lang="en-US" b="1" u="sng" dirty="0">
                <a:solidFill>
                  <a:schemeClr val="bg2"/>
                </a:solidFill>
                <a:latin typeface="Arial Narrow" pitchFamily="34" charset="0"/>
                <a:ea typeface="Arial Unicode MS" pitchFamily="34" charset="-128"/>
                <a:cs typeface="Arial Unicode MS" pitchFamily="34" charset="-128"/>
              </a:rPr>
              <a:t>Example 11:</a:t>
            </a:r>
            <a:endParaRPr lang="en-US" dirty="0">
              <a:solidFill>
                <a:schemeClr val="bg2"/>
              </a:solidFill>
              <a:latin typeface="Arial Narrow" pitchFamily="34" charset="0"/>
              <a:ea typeface="Arial Unicode MS" pitchFamily="34" charset="-128"/>
              <a:cs typeface="Arial Unicode MS" pitchFamily="34" charset="-128"/>
            </a:endParaRPr>
          </a:p>
          <a:p>
            <a:pPr marL="69850" algn="just">
              <a:defRPr/>
            </a:pPr>
            <a:endParaRPr lang="en-US" b="1" dirty="0">
              <a:solidFill>
                <a:schemeClr val="bg2"/>
              </a:solidFill>
              <a:latin typeface="Arial Narrow" pitchFamily="34" charset="0"/>
              <a:ea typeface="Arial Unicode MS" pitchFamily="34" charset="-128"/>
              <a:cs typeface="Arial Unicode MS" pitchFamily="34" charset="-128"/>
            </a:endParaRPr>
          </a:p>
          <a:p>
            <a:pPr marL="69850" algn="just">
              <a:defRPr/>
            </a:pPr>
            <a:r>
              <a:rPr lang="en-US" b="1" dirty="0">
                <a:solidFill>
                  <a:schemeClr val="bg2"/>
                </a:solidFill>
                <a:latin typeface="Arial Narrow" pitchFamily="34" charset="0"/>
                <a:ea typeface="Arial Unicode MS" pitchFamily="34" charset="-128"/>
                <a:cs typeface="Arial Unicode MS" pitchFamily="34" charset="-128"/>
              </a:rPr>
              <a:t>Two channels, one</a:t>
            </a:r>
            <a:r>
              <a:rPr lang="en-US" dirty="0">
                <a:solidFill>
                  <a:schemeClr val="bg2"/>
                </a:solidFill>
                <a:latin typeface="Arial Narrow" pitchFamily="34" charset="0"/>
                <a:ea typeface="Arial Unicode MS" pitchFamily="34" charset="-128"/>
                <a:cs typeface="Arial Unicode MS" pitchFamily="34" charset="-128"/>
              </a:rPr>
              <a:t> with a </a:t>
            </a:r>
            <a:r>
              <a:rPr lang="en-US" b="1" dirty="0">
                <a:solidFill>
                  <a:schemeClr val="bg2"/>
                </a:solidFill>
                <a:latin typeface="Arial Narrow" pitchFamily="34" charset="0"/>
                <a:ea typeface="Arial Unicode MS" pitchFamily="34" charset="-128"/>
                <a:cs typeface="Arial Unicode MS" pitchFamily="34" charset="-128"/>
              </a:rPr>
              <a:t>bit rate </a:t>
            </a:r>
            <a:r>
              <a:rPr lang="en-US" dirty="0">
                <a:solidFill>
                  <a:schemeClr val="bg2"/>
                </a:solidFill>
                <a:latin typeface="Arial Narrow" pitchFamily="34" charset="0"/>
                <a:ea typeface="Arial Unicode MS" pitchFamily="34" charset="-128"/>
                <a:cs typeface="Arial Unicode MS" pitchFamily="34" charset="-128"/>
              </a:rPr>
              <a:t>of </a:t>
            </a:r>
            <a:r>
              <a:rPr lang="en-US" b="1" i="1" dirty="0">
                <a:solidFill>
                  <a:schemeClr val="bg2"/>
                </a:solidFill>
                <a:latin typeface="Arial Narrow" pitchFamily="34" charset="0"/>
                <a:ea typeface="Arial Unicode MS" pitchFamily="34" charset="-128"/>
                <a:cs typeface="Arial Unicode MS" pitchFamily="34" charset="-128"/>
              </a:rPr>
              <a:t>100 kbps </a:t>
            </a:r>
            <a:r>
              <a:rPr lang="en-US" dirty="0">
                <a:solidFill>
                  <a:schemeClr val="bg2"/>
                </a:solidFill>
                <a:latin typeface="Arial Narrow" pitchFamily="34" charset="0"/>
                <a:ea typeface="Arial Unicode MS" pitchFamily="34" charset="-128"/>
                <a:cs typeface="Arial Unicode MS" pitchFamily="34" charset="-128"/>
              </a:rPr>
              <a:t>and another with a </a:t>
            </a:r>
            <a:r>
              <a:rPr lang="en-US" b="1" i="1" dirty="0">
                <a:solidFill>
                  <a:schemeClr val="bg2"/>
                </a:solidFill>
                <a:latin typeface="Arial Narrow" pitchFamily="34" charset="0"/>
                <a:ea typeface="Arial Unicode MS" pitchFamily="34" charset="-128"/>
                <a:cs typeface="Arial Unicode MS" pitchFamily="34" charset="-128"/>
              </a:rPr>
              <a:t>bit rate </a:t>
            </a:r>
            <a:r>
              <a:rPr lang="en-US" dirty="0">
                <a:solidFill>
                  <a:schemeClr val="bg2"/>
                </a:solidFill>
                <a:latin typeface="Arial Narrow" pitchFamily="34" charset="0"/>
                <a:ea typeface="Arial Unicode MS" pitchFamily="34" charset="-128"/>
                <a:cs typeface="Arial Unicode MS" pitchFamily="34" charset="-128"/>
              </a:rPr>
              <a:t>of </a:t>
            </a:r>
            <a:r>
              <a:rPr lang="en-US" b="1" i="1" dirty="0">
                <a:solidFill>
                  <a:schemeClr val="bg2"/>
                </a:solidFill>
                <a:latin typeface="Arial Narrow" pitchFamily="34" charset="0"/>
                <a:ea typeface="Arial Unicode MS" pitchFamily="34" charset="-128"/>
                <a:cs typeface="Arial Unicode MS" pitchFamily="34" charset="-128"/>
              </a:rPr>
              <a:t>200 kbps,</a:t>
            </a:r>
            <a:r>
              <a:rPr lang="en-US" dirty="0">
                <a:solidFill>
                  <a:schemeClr val="bg2"/>
                </a:solidFill>
                <a:latin typeface="Arial Narrow" pitchFamily="34" charset="0"/>
                <a:ea typeface="Arial Unicode MS" pitchFamily="34" charset="-128"/>
                <a:cs typeface="Arial Unicode MS" pitchFamily="34" charset="-128"/>
              </a:rPr>
              <a:t> are to be multiplexed. </a:t>
            </a:r>
            <a:r>
              <a:rPr lang="en-US" b="1" dirty="0">
                <a:solidFill>
                  <a:schemeClr val="bg2"/>
                </a:solidFill>
                <a:latin typeface="Arial Narrow" pitchFamily="34" charset="0"/>
                <a:ea typeface="Arial Unicode MS" pitchFamily="34" charset="-128"/>
                <a:cs typeface="Arial Unicode MS" pitchFamily="34" charset="-128"/>
              </a:rPr>
              <a:t>How this can be achieved? What is the frame rate? What is the frame duration? What is the bit rate of the link?</a:t>
            </a:r>
          </a:p>
          <a:p>
            <a:pPr marL="69850" algn="just">
              <a:defRPr/>
            </a:pPr>
            <a:endParaRPr lang="en-US" b="1" dirty="0">
              <a:solidFill>
                <a:schemeClr val="bg2"/>
              </a:solidFill>
              <a:latin typeface="Arial Narrow" pitchFamily="34" charset="0"/>
              <a:ea typeface="Arial Unicode MS" pitchFamily="34" charset="-128"/>
              <a:cs typeface="Arial Unicode MS" pitchFamily="34" charset="-128"/>
            </a:endParaRPr>
          </a:p>
          <a:p>
            <a:pPr algn="just">
              <a:defRPr/>
            </a:pPr>
            <a:r>
              <a:rPr lang="en-US" b="1" u="sng" dirty="0">
                <a:solidFill>
                  <a:schemeClr val="bg2"/>
                </a:solidFill>
                <a:latin typeface="Arial Narrow" pitchFamily="34" charset="0"/>
                <a:ea typeface="Arial Unicode MS" pitchFamily="34" charset="-128"/>
                <a:cs typeface="Arial Unicode MS" pitchFamily="34" charset="-128"/>
              </a:rPr>
              <a:t>Solution:</a:t>
            </a:r>
          </a:p>
          <a:p>
            <a:pPr marL="69850" algn="just">
              <a:defRPr/>
            </a:pPr>
            <a:endParaRPr lang="en-US" dirty="0">
              <a:solidFill>
                <a:schemeClr val="bg2"/>
              </a:solidFill>
              <a:latin typeface="Arial Narrow" pitchFamily="34" charset="0"/>
              <a:ea typeface="Arial Unicode MS" pitchFamily="34" charset="-128"/>
              <a:cs typeface="Arial Unicode MS" pitchFamily="34" charset="-128"/>
            </a:endParaRPr>
          </a:p>
          <a:p>
            <a:pPr marL="69850" algn="just">
              <a:defRPr/>
            </a:pPr>
            <a:r>
              <a:rPr lang="en-US" dirty="0">
                <a:solidFill>
                  <a:schemeClr val="bg2"/>
                </a:solidFill>
                <a:latin typeface="Arial Narrow" pitchFamily="34" charset="0"/>
                <a:ea typeface="Arial Unicode MS" pitchFamily="34" charset="-128"/>
                <a:cs typeface="Arial Unicode MS" pitchFamily="34" charset="-128"/>
              </a:rPr>
              <a:t>We can </a:t>
            </a:r>
            <a:r>
              <a:rPr lang="en-US" b="1" dirty="0">
                <a:solidFill>
                  <a:schemeClr val="bg2"/>
                </a:solidFill>
                <a:latin typeface="Arial Narrow" pitchFamily="34" charset="0"/>
                <a:ea typeface="Arial Unicode MS" pitchFamily="34" charset="-128"/>
                <a:cs typeface="Arial Unicode MS" pitchFamily="34" charset="-128"/>
              </a:rPr>
              <a:t>allocate</a:t>
            </a:r>
            <a:r>
              <a:rPr lang="en-US" dirty="0">
                <a:solidFill>
                  <a:schemeClr val="bg2"/>
                </a:solidFill>
                <a:latin typeface="Arial Narrow" pitchFamily="34" charset="0"/>
                <a:ea typeface="Arial Unicode MS" pitchFamily="34" charset="-128"/>
                <a:cs typeface="Arial Unicode MS" pitchFamily="34" charset="-128"/>
              </a:rPr>
              <a:t> one slot to the </a:t>
            </a:r>
            <a:r>
              <a:rPr lang="en-US" b="1" dirty="0">
                <a:solidFill>
                  <a:schemeClr val="bg2"/>
                </a:solidFill>
                <a:latin typeface="Arial Narrow" pitchFamily="34" charset="0"/>
                <a:ea typeface="Arial Unicode MS" pitchFamily="34" charset="-128"/>
                <a:cs typeface="Arial Unicode MS" pitchFamily="34" charset="-128"/>
              </a:rPr>
              <a:t>first</a:t>
            </a:r>
            <a:r>
              <a:rPr lang="en-US" dirty="0">
                <a:solidFill>
                  <a:schemeClr val="bg2"/>
                </a:solidFill>
                <a:latin typeface="Arial Narrow" pitchFamily="34" charset="0"/>
                <a:ea typeface="Arial Unicode MS" pitchFamily="34" charset="-128"/>
                <a:cs typeface="Arial Unicode MS" pitchFamily="34" charset="-128"/>
              </a:rPr>
              <a:t> </a:t>
            </a:r>
            <a:r>
              <a:rPr lang="en-US" b="1" dirty="0">
                <a:solidFill>
                  <a:schemeClr val="bg2"/>
                </a:solidFill>
                <a:latin typeface="Arial Narrow" pitchFamily="34" charset="0"/>
                <a:ea typeface="Arial Unicode MS" pitchFamily="34" charset="-128"/>
                <a:cs typeface="Arial Unicode MS" pitchFamily="34" charset="-128"/>
              </a:rPr>
              <a:t>channel</a:t>
            </a:r>
            <a:r>
              <a:rPr lang="en-US" dirty="0">
                <a:solidFill>
                  <a:schemeClr val="bg2"/>
                </a:solidFill>
                <a:latin typeface="Arial Narrow" pitchFamily="34" charset="0"/>
                <a:ea typeface="Arial Unicode MS" pitchFamily="34" charset="-128"/>
                <a:cs typeface="Arial Unicode MS" pitchFamily="34" charset="-128"/>
              </a:rPr>
              <a:t> and </a:t>
            </a:r>
            <a:r>
              <a:rPr lang="en-US" b="1" dirty="0">
                <a:solidFill>
                  <a:schemeClr val="bg2"/>
                </a:solidFill>
                <a:latin typeface="Arial Narrow" pitchFamily="34" charset="0"/>
                <a:ea typeface="Arial Unicode MS" pitchFamily="34" charset="-128"/>
                <a:cs typeface="Arial Unicode MS" pitchFamily="34" charset="-128"/>
              </a:rPr>
              <a:t>two</a:t>
            </a:r>
            <a:r>
              <a:rPr lang="en-US" dirty="0">
                <a:solidFill>
                  <a:schemeClr val="bg2"/>
                </a:solidFill>
                <a:latin typeface="Arial Narrow" pitchFamily="34" charset="0"/>
                <a:ea typeface="Arial Unicode MS" pitchFamily="34" charset="-128"/>
                <a:cs typeface="Arial Unicode MS" pitchFamily="34" charset="-128"/>
              </a:rPr>
              <a:t> </a:t>
            </a:r>
            <a:r>
              <a:rPr lang="en-US" b="1" dirty="0">
                <a:solidFill>
                  <a:schemeClr val="bg2"/>
                </a:solidFill>
                <a:latin typeface="Arial Narrow" pitchFamily="34" charset="0"/>
                <a:ea typeface="Arial Unicode MS" pitchFamily="34" charset="-128"/>
                <a:cs typeface="Arial Unicode MS" pitchFamily="34" charset="-128"/>
              </a:rPr>
              <a:t>slots</a:t>
            </a:r>
            <a:r>
              <a:rPr lang="en-US" dirty="0">
                <a:solidFill>
                  <a:schemeClr val="bg2"/>
                </a:solidFill>
                <a:latin typeface="Arial Narrow" pitchFamily="34" charset="0"/>
                <a:ea typeface="Arial Unicode MS" pitchFamily="34" charset="-128"/>
                <a:cs typeface="Arial Unicode MS" pitchFamily="34" charset="-128"/>
              </a:rPr>
              <a:t> to the </a:t>
            </a:r>
            <a:r>
              <a:rPr lang="en-US" b="1" dirty="0">
                <a:solidFill>
                  <a:schemeClr val="bg2"/>
                </a:solidFill>
                <a:latin typeface="Arial Narrow" pitchFamily="34" charset="0"/>
                <a:ea typeface="Arial Unicode MS" pitchFamily="34" charset="-128"/>
                <a:cs typeface="Arial Unicode MS" pitchFamily="34" charset="-128"/>
              </a:rPr>
              <a:t>second channel. </a:t>
            </a:r>
            <a:r>
              <a:rPr lang="en-US" dirty="0">
                <a:solidFill>
                  <a:schemeClr val="bg2"/>
                </a:solidFill>
                <a:latin typeface="Arial Narrow" pitchFamily="34" charset="0"/>
                <a:ea typeface="Arial Unicode MS" pitchFamily="34" charset="-128"/>
                <a:cs typeface="Arial Unicode MS" pitchFamily="34" charset="-128"/>
              </a:rPr>
              <a:t>Each frame carries </a:t>
            </a:r>
            <a:r>
              <a:rPr lang="en-US" b="1" i="1" dirty="0">
                <a:solidFill>
                  <a:schemeClr val="bg2"/>
                </a:solidFill>
                <a:latin typeface="Arial Narrow" pitchFamily="34" charset="0"/>
                <a:ea typeface="Arial Unicode MS" pitchFamily="34" charset="-128"/>
                <a:cs typeface="Arial Unicode MS" pitchFamily="34" charset="-128"/>
              </a:rPr>
              <a:t>3 bits. </a:t>
            </a:r>
            <a:r>
              <a:rPr lang="en-US" dirty="0">
                <a:solidFill>
                  <a:schemeClr val="bg2"/>
                </a:solidFill>
                <a:latin typeface="Arial Narrow" pitchFamily="34" charset="0"/>
                <a:ea typeface="Arial Unicode MS" pitchFamily="34" charset="-128"/>
                <a:cs typeface="Arial Unicode MS" pitchFamily="34" charset="-128"/>
              </a:rPr>
              <a:t>The </a:t>
            </a:r>
            <a:r>
              <a:rPr lang="en-US" b="1" dirty="0">
                <a:solidFill>
                  <a:schemeClr val="bg2"/>
                </a:solidFill>
                <a:latin typeface="Arial Narrow" pitchFamily="34" charset="0"/>
                <a:ea typeface="Arial Unicode MS" pitchFamily="34" charset="-128"/>
                <a:cs typeface="Arial Unicode MS" pitchFamily="34" charset="-128"/>
              </a:rPr>
              <a:t>frame rate </a:t>
            </a:r>
            <a:r>
              <a:rPr lang="en-US" dirty="0">
                <a:solidFill>
                  <a:schemeClr val="bg2"/>
                </a:solidFill>
                <a:latin typeface="Arial Narrow" pitchFamily="34" charset="0"/>
                <a:ea typeface="Arial Unicode MS" pitchFamily="34" charset="-128"/>
                <a:cs typeface="Arial Unicode MS" pitchFamily="34" charset="-128"/>
              </a:rPr>
              <a:t>is </a:t>
            </a:r>
            <a:r>
              <a:rPr lang="en-US" b="1" i="1" dirty="0">
                <a:solidFill>
                  <a:schemeClr val="bg2"/>
                </a:solidFill>
                <a:latin typeface="Arial Narrow" pitchFamily="34" charset="0"/>
                <a:ea typeface="Arial Unicode MS" pitchFamily="34" charset="-128"/>
                <a:cs typeface="Arial Unicode MS" pitchFamily="34" charset="-128"/>
              </a:rPr>
              <a:t>100,000 frames per second </a:t>
            </a:r>
            <a:r>
              <a:rPr lang="en-US" dirty="0">
                <a:solidFill>
                  <a:schemeClr val="bg2"/>
                </a:solidFill>
                <a:latin typeface="Arial Narrow" pitchFamily="34" charset="0"/>
                <a:ea typeface="Arial Unicode MS" pitchFamily="34" charset="-128"/>
                <a:cs typeface="Arial Unicode MS" pitchFamily="34" charset="-128"/>
              </a:rPr>
              <a:t>because it carries </a:t>
            </a:r>
            <a:r>
              <a:rPr lang="en-US" b="1" i="1" dirty="0">
                <a:solidFill>
                  <a:schemeClr val="bg2"/>
                </a:solidFill>
                <a:latin typeface="Arial Narrow" pitchFamily="34" charset="0"/>
                <a:ea typeface="Arial Unicode MS" pitchFamily="34" charset="-128"/>
                <a:cs typeface="Arial Unicode MS" pitchFamily="34" charset="-128"/>
              </a:rPr>
              <a:t>1 bit </a:t>
            </a:r>
            <a:r>
              <a:rPr lang="en-US" dirty="0">
                <a:solidFill>
                  <a:schemeClr val="bg2"/>
                </a:solidFill>
                <a:latin typeface="Arial Narrow" pitchFamily="34" charset="0"/>
                <a:ea typeface="Arial Unicode MS" pitchFamily="34" charset="-128"/>
                <a:cs typeface="Arial Unicode MS" pitchFamily="34" charset="-128"/>
              </a:rPr>
              <a:t>from the first channel. The </a:t>
            </a:r>
            <a:r>
              <a:rPr lang="en-US" b="1" i="1" dirty="0">
                <a:solidFill>
                  <a:schemeClr val="bg2"/>
                </a:solidFill>
                <a:latin typeface="Arial Narrow" pitchFamily="34" charset="0"/>
                <a:ea typeface="Arial Unicode MS" pitchFamily="34" charset="-128"/>
                <a:cs typeface="Arial Unicode MS" pitchFamily="34" charset="-128"/>
              </a:rPr>
              <a:t>bit rate </a:t>
            </a:r>
            <a:r>
              <a:rPr lang="en-US" dirty="0">
                <a:solidFill>
                  <a:schemeClr val="bg2"/>
                </a:solidFill>
                <a:latin typeface="Arial Narrow" pitchFamily="34" charset="0"/>
                <a:ea typeface="Arial Unicode MS" pitchFamily="34" charset="-128"/>
                <a:cs typeface="Arial Unicode MS" pitchFamily="34" charset="-128"/>
              </a:rPr>
              <a:t>is </a:t>
            </a:r>
            <a:r>
              <a:rPr lang="en-US" b="1" i="1" dirty="0">
                <a:solidFill>
                  <a:schemeClr val="bg2"/>
                </a:solidFill>
                <a:latin typeface="Arial Narrow" pitchFamily="34" charset="0"/>
                <a:ea typeface="Arial Unicode MS" pitchFamily="34" charset="-128"/>
                <a:cs typeface="Arial Unicode MS" pitchFamily="34" charset="-128"/>
              </a:rPr>
              <a:t>100,000 frames/s × 3 bits per frame, or 300 kbps. </a:t>
            </a:r>
          </a:p>
        </p:txBody>
      </p:sp>
      <p:grpSp>
        <p:nvGrpSpPr>
          <p:cNvPr id="84" name="Group 83">
            <a:extLst>
              <a:ext uri="{FF2B5EF4-FFF2-40B4-BE49-F238E27FC236}">
                <a16:creationId xmlns:a16="http://schemas.microsoft.com/office/drawing/2014/main" id="{3A624F08-841F-B516-ED43-2EBA7376B9A7}"/>
              </a:ext>
            </a:extLst>
          </p:cNvPr>
          <p:cNvGrpSpPr/>
          <p:nvPr/>
        </p:nvGrpSpPr>
        <p:grpSpPr>
          <a:xfrm>
            <a:off x="3378857" y="4767600"/>
            <a:ext cx="3673080" cy="1904040"/>
            <a:chOff x="3378857" y="4767600"/>
            <a:chExt cx="3673080" cy="1904040"/>
          </a:xfrm>
        </p:grpSpPr>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814FBC41-5FE2-A2BC-65B0-0A73F2CD5EBD}"/>
                    </a:ext>
                  </a:extLst>
                </p14:cNvPr>
                <p14:cNvContentPartPr/>
                <p14:nvPr/>
              </p14:nvContentPartPr>
              <p14:xfrm>
                <a:off x="3395057" y="5711880"/>
                <a:ext cx="32400" cy="505440"/>
              </p14:xfrm>
            </p:contentPart>
          </mc:Choice>
          <mc:Fallback xmlns="">
            <p:pic>
              <p:nvPicPr>
                <p:cNvPr id="14" name="Ink 13">
                  <a:extLst>
                    <a:ext uri="{FF2B5EF4-FFF2-40B4-BE49-F238E27FC236}">
                      <a16:creationId xmlns:a16="http://schemas.microsoft.com/office/drawing/2014/main" id="{814FBC41-5FE2-A2BC-65B0-0A73F2CD5EBD}"/>
                    </a:ext>
                  </a:extLst>
                </p:cNvPr>
                <p:cNvPicPr/>
                <p:nvPr/>
              </p:nvPicPr>
              <p:blipFill>
                <a:blip r:embed="rId3"/>
                <a:stretch>
                  <a:fillRect/>
                </a:stretch>
              </p:blipFill>
              <p:spPr>
                <a:xfrm>
                  <a:off x="3386417" y="5702880"/>
                  <a:ext cx="50040" cy="523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4938DD13-6353-0F5A-A4D9-0BFD454CEBAB}"/>
                    </a:ext>
                  </a:extLst>
                </p14:cNvPr>
                <p14:cNvContentPartPr/>
                <p14:nvPr/>
              </p14:nvContentPartPr>
              <p14:xfrm>
                <a:off x="3429617" y="5853360"/>
                <a:ext cx="1086840" cy="116280"/>
              </p14:xfrm>
            </p:contentPart>
          </mc:Choice>
          <mc:Fallback xmlns="">
            <p:pic>
              <p:nvPicPr>
                <p:cNvPr id="15" name="Ink 14">
                  <a:extLst>
                    <a:ext uri="{FF2B5EF4-FFF2-40B4-BE49-F238E27FC236}">
                      <a16:creationId xmlns:a16="http://schemas.microsoft.com/office/drawing/2014/main" id="{4938DD13-6353-0F5A-A4D9-0BFD454CEBAB}"/>
                    </a:ext>
                  </a:extLst>
                </p:cNvPr>
                <p:cNvPicPr/>
                <p:nvPr/>
              </p:nvPicPr>
              <p:blipFill>
                <a:blip r:embed="rId5"/>
                <a:stretch>
                  <a:fillRect/>
                </a:stretch>
              </p:blipFill>
              <p:spPr>
                <a:xfrm>
                  <a:off x="3420977" y="5844360"/>
                  <a:ext cx="11044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46509349-3124-3E65-A712-97EB1F2AD905}"/>
                    </a:ext>
                  </a:extLst>
                </p14:cNvPr>
                <p14:cNvContentPartPr/>
                <p14:nvPr/>
              </p14:nvContentPartPr>
              <p14:xfrm>
                <a:off x="4509977" y="5530800"/>
                <a:ext cx="50400" cy="492840"/>
              </p14:xfrm>
            </p:contentPart>
          </mc:Choice>
          <mc:Fallback xmlns="">
            <p:pic>
              <p:nvPicPr>
                <p:cNvPr id="16" name="Ink 15">
                  <a:extLst>
                    <a:ext uri="{FF2B5EF4-FFF2-40B4-BE49-F238E27FC236}">
                      <a16:creationId xmlns:a16="http://schemas.microsoft.com/office/drawing/2014/main" id="{46509349-3124-3E65-A712-97EB1F2AD905}"/>
                    </a:ext>
                  </a:extLst>
                </p:cNvPr>
                <p:cNvPicPr/>
                <p:nvPr/>
              </p:nvPicPr>
              <p:blipFill>
                <a:blip r:embed="rId7"/>
                <a:stretch>
                  <a:fillRect/>
                </a:stretch>
              </p:blipFill>
              <p:spPr>
                <a:xfrm>
                  <a:off x="4500977" y="5521800"/>
                  <a:ext cx="680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6BA9AB00-E32E-CD3A-6AB9-0A753FE36F80}"/>
                    </a:ext>
                  </a:extLst>
                </p14:cNvPr>
                <p14:cNvContentPartPr/>
                <p14:nvPr/>
              </p14:nvContentPartPr>
              <p14:xfrm>
                <a:off x="4002377" y="6043440"/>
                <a:ext cx="37800" cy="276840"/>
              </p14:xfrm>
            </p:contentPart>
          </mc:Choice>
          <mc:Fallback xmlns="">
            <p:pic>
              <p:nvPicPr>
                <p:cNvPr id="17" name="Ink 16">
                  <a:extLst>
                    <a:ext uri="{FF2B5EF4-FFF2-40B4-BE49-F238E27FC236}">
                      <a16:creationId xmlns:a16="http://schemas.microsoft.com/office/drawing/2014/main" id="{6BA9AB00-E32E-CD3A-6AB9-0A753FE36F80}"/>
                    </a:ext>
                  </a:extLst>
                </p:cNvPr>
                <p:cNvPicPr/>
                <p:nvPr/>
              </p:nvPicPr>
              <p:blipFill>
                <a:blip r:embed="rId9"/>
                <a:stretch>
                  <a:fillRect/>
                </a:stretch>
              </p:blipFill>
              <p:spPr>
                <a:xfrm>
                  <a:off x="3993737" y="6034800"/>
                  <a:ext cx="5544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97397C0F-F4E8-2A36-738D-0632C4619667}"/>
                    </a:ext>
                  </a:extLst>
                </p14:cNvPr>
                <p14:cNvContentPartPr/>
                <p14:nvPr/>
              </p14:nvContentPartPr>
              <p14:xfrm>
                <a:off x="3994457" y="6294000"/>
                <a:ext cx="95040" cy="64080"/>
              </p14:xfrm>
            </p:contentPart>
          </mc:Choice>
          <mc:Fallback xmlns="">
            <p:pic>
              <p:nvPicPr>
                <p:cNvPr id="18" name="Ink 17">
                  <a:extLst>
                    <a:ext uri="{FF2B5EF4-FFF2-40B4-BE49-F238E27FC236}">
                      <a16:creationId xmlns:a16="http://schemas.microsoft.com/office/drawing/2014/main" id="{97397C0F-F4E8-2A36-738D-0632C4619667}"/>
                    </a:ext>
                  </a:extLst>
                </p:cNvPr>
                <p:cNvPicPr/>
                <p:nvPr/>
              </p:nvPicPr>
              <p:blipFill>
                <a:blip r:embed="rId11"/>
                <a:stretch>
                  <a:fillRect/>
                </a:stretch>
              </p:blipFill>
              <p:spPr>
                <a:xfrm>
                  <a:off x="3985457" y="6285360"/>
                  <a:ext cx="1126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D9EE6DB3-E9E4-FE4B-D353-1D836B3D5FAD}"/>
                    </a:ext>
                  </a:extLst>
                </p14:cNvPr>
                <p14:cNvContentPartPr/>
                <p14:nvPr/>
              </p14:nvContentPartPr>
              <p14:xfrm>
                <a:off x="4014617" y="6488040"/>
                <a:ext cx="18720" cy="183600"/>
              </p14:xfrm>
            </p:contentPart>
          </mc:Choice>
          <mc:Fallback xmlns="">
            <p:pic>
              <p:nvPicPr>
                <p:cNvPr id="19" name="Ink 18">
                  <a:extLst>
                    <a:ext uri="{FF2B5EF4-FFF2-40B4-BE49-F238E27FC236}">
                      <a16:creationId xmlns:a16="http://schemas.microsoft.com/office/drawing/2014/main" id="{D9EE6DB3-E9E4-FE4B-D353-1D836B3D5FAD}"/>
                    </a:ext>
                  </a:extLst>
                </p:cNvPr>
                <p:cNvPicPr/>
                <p:nvPr/>
              </p:nvPicPr>
              <p:blipFill>
                <a:blip r:embed="rId13"/>
                <a:stretch>
                  <a:fillRect/>
                </a:stretch>
              </p:blipFill>
              <p:spPr>
                <a:xfrm>
                  <a:off x="4005977" y="6479400"/>
                  <a:ext cx="3636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F411B26C-5F4F-8D4A-BD8A-0D946BEDA11F}"/>
                    </a:ext>
                  </a:extLst>
                </p14:cNvPr>
                <p14:cNvContentPartPr/>
                <p14:nvPr/>
              </p14:nvContentPartPr>
              <p14:xfrm>
                <a:off x="4176977" y="6467160"/>
                <a:ext cx="28800" cy="153720"/>
              </p14:xfrm>
            </p:contentPart>
          </mc:Choice>
          <mc:Fallback xmlns="">
            <p:pic>
              <p:nvPicPr>
                <p:cNvPr id="20" name="Ink 19">
                  <a:extLst>
                    <a:ext uri="{FF2B5EF4-FFF2-40B4-BE49-F238E27FC236}">
                      <a16:creationId xmlns:a16="http://schemas.microsoft.com/office/drawing/2014/main" id="{F411B26C-5F4F-8D4A-BD8A-0D946BEDA11F}"/>
                    </a:ext>
                  </a:extLst>
                </p:cNvPr>
                <p:cNvPicPr/>
                <p:nvPr/>
              </p:nvPicPr>
              <p:blipFill>
                <a:blip r:embed="rId15"/>
                <a:stretch>
                  <a:fillRect/>
                </a:stretch>
              </p:blipFill>
              <p:spPr>
                <a:xfrm>
                  <a:off x="4168337" y="6458160"/>
                  <a:ext cx="464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1DD60FA6-F7D8-28A1-2999-367D7C86E812}"/>
                    </a:ext>
                  </a:extLst>
                </p14:cNvPr>
                <p14:cNvContentPartPr/>
                <p14:nvPr/>
              </p14:nvContentPartPr>
              <p14:xfrm>
                <a:off x="4187057" y="6407760"/>
                <a:ext cx="64080" cy="38880"/>
              </p14:xfrm>
            </p:contentPart>
          </mc:Choice>
          <mc:Fallback xmlns="">
            <p:pic>
              <p:nvPicPr>
                <p:cNvPr id="21" name="Ink 20">
                  <a:extLst>
                    <a:ext uri="{FF2B5EF4-FFF2-40B4-BE49-F238E27FC236}">
                      <a16:creationId xmlns:a16="http://schemas.microsoft.com/office/drawing/2014/main" id="{1DD60FA6-F7D8-28A1-2999-367D7C86E812}"/>
                    </a:ext>
                  </a:extLst>
                </p:cNvPr>
                <p:cNvPicPr/>
                <p:nvPr/>
              </p:nvPicPr>
              <p:blipFill>
                <a:blip r:embed="rId17"/>
                <a:stretch>
                  <a:fillRect/>
                </a:stretch>
              </p:blipFill>
              <p:spPr>
                <a:xfrm>
                  <a:off x="4178417" y="6398760"/>
                  <a:ext cx="8172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55BC4490-C060-4DF4-0562-0949911F0D48}"/>
                    </a:ext>
                  </a:extLst>
                </p14:cNvPr>
                <p14:cNvContentPartPr/>
                <p14:nvPr/>
              </p14:nvContentPartPr>
              <p14:xfrm>
                <a:off x="4208657" y="6523320"/>
                <a:ext cx="72000" cy="15120"/>
              </p14:xfrm>
            </p:contentPart>
          </mc:Choice>
          <mc:Fallback xmlns="">
            <p:pic>
              <p:nvPicPr>
                <p:cNvPr id="22" name="Ink 21">
                  <a:extLst>
                    <a:ext uri="{FF2B5EF4-FFF2-40B4-BE49-F238E27FC236}">
                      <a16:creationId xmlns:a16="http://schemas.microsoft.com/office/drawing/2014/main" id="{55BC4490-C060-4DF4-0562-0949911F0D48}"/>
                    </a:ext>
                  </a:extLst>
                </p:cNvPr>
                <p:cNvPicPr/>
                <p:nvPr/>
              </p:nvPicPr>
              <p:blipFill>
                <a:blip r:embed="rId19"/>
                <a:stretch>
                  <a:fillRect/>
                </a:stretch>
              </p:blipFill>
              <p:spPr>
                <a:xfrm>
                  <a:off x="4200017" y="6514320"/>
                  <a:ext cx="896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E9F7A828-A1D5-5029-12A2-0401F2E599DE}"/>
                    </a:ext>
                  </a:extLst>
                </p14:cNvPr>
                <p14:cNvContentPartPr/>
                <p14:nvPr/>
              </p14:nvContentPartPr>
              <p14:xfrm>
                <a:off x="4324577" y="6459600"/>
                <a:ext cx="21240" cy="116640"/>
              </p14:xfrm>
            </p:contentPart>
          </mc:Choice>
          <mc:Fallback xmlns="">
            <p:pic>
              <p:nvPicPr>
                <p:cNvPr id="23" name="Ink 22">
                  <a:extLst>
                    <a:ext uri="{FF2B5EF4-FFF2-40B4-BE49-F238E27FC236}">
                      <a16:creationId xmlns:a16="http://schemas.microsoft.com/office/drawing/2014/main" id="{E9F7A828-A1D5-5029-12A2-0401F2E599DE}"/>
                    </a:ext>
                  </a:extLst>
                </p:cNvPr>
                <p:cNvPicPr/>
                <p:nvPr/>
              </p:nvPicPr>
              <p:blipFill>
                <a:blip r:embed="rId21"/>
                <a:stretch>
                  <a:fillRect/>
                </a:stretch>
              </p:blipFill>
              <p:spPr>
                <a:xfrm>
                  <a:off x="4315577" y="6450960"/>
                  <a:ext cx="388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4" name="Ink 23">
                  <a:extLst>
                    <a:ext uri="{FF2B5EF4-FFF2-40B4-BE49-F238E27FC236}">
                      <a16:creationId xmlns:a16="http://schemas.microsoft.com/office/drawing/2014/main" id="{81063602-C24F-2C53-7ACC-183477C13063}"/>
                    </a:ext>
                  </a:extLst>
                </p14:cNvPr>
                <p14:cNvContentPartPr/>
                <p14:nvPr/>
              </p14:nvContentPartPr>
              <p14:xfrm>
                <a:off x="4342217" y="6412440"/>
                <a:ext cx="87480" cy="124560"/>
              </p14:xfrm>
            </p:contentPart>
          </mc:Choice>
          <mc:Fallback xmlns="">
            <p:pic>
              <p:nvPicPr>
                <p:cNvPr id="24" name="Ink 23">
                  <a:extLst>
                    <a:ext uri="{FF2B5EF4-FFF2-40B4-BE49-F238E27FC236}">
                      <a16:creationId xmlns:a16="http://schemas.microsoft.com/office/drawing/2014/main" id="{81063602-C24F-2C53-7ACC-183477C13063}"/>
                    </a:ext>
                  </a:extLst>
                </p:cNvPr>
                <p:cNvPicPr/>
                <p:nvPr/>
              </p:nvPicPr>
              <p:blipFill>
                <a:blip r:embed="rId23"/>
                <a:stretch>
                  <a:fillRect/>
                </a:stretch>
              </p:blipFill>
              <p:spPr>
                <a:xfrm>
                  <a:off x="4333217" y="6403440"/>
                  <a:ext cx="105120"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C19F404D-CBDE-48B7-4F85-517B3733B311}"/>
                    </a:ext>
                  </a:extLst>
                </p14:cNvPr>
                <p14:cNvContentPartPr/>
                <p14:nvPr/>
              </p14:nvContentPartPr>
              <p14:xfrm>
                <a:off x="4460297" y="6404160"/>
                <a:ext cx="93240" cy="95400"/>
              </p14:xfrm>
            </p:contentPart>
          </mc:Choice>
          <mc:Fallback xmlns="">
            <p:pic>
              <p:nvPicPr>
                <p:cNvPr id="25" name="Ink 24">
                  <a:extLst>
                    <a:ext uri="{FF2B5EF4-FFF2-40B4-BE49-F238E27FC236}">
                      <a16:creationId xmlns:a16="http://schemas.microsoft.com/office/drawing/2014/main" id="{C19F404D-CBDE-48B7-4F85-517B3733B311}"/>
                    </a:ext>
                  </a:extLst>
                </p:cNvPr>
                <p:cNvPicPr/>
                <p:nvPr/>
              </p:nvPicPr>
              <p:blipFill>
                <a:blip r:embed="rId25"/>
                <a:stretch>
                  <a:fillRect/>
                </a:stretch>
              </p:blipFill>
              <p:spPr>
                <a:xfrm>
                  <a:off x="4451657" y="6395520"/>
                  <a:ext cx="1108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2A3F6B7C-6D7E-B720-C09C-0DE628361D73}"/>
                    </a:ext>
                  </a:extLst>
                </p14:cNvPr>
                <p14:cNvContentPartPr/>
                <p14:nvPr/>
              </p14:nvContentPartPr>
              <p14:xfrm>
                <a:off x="4593497" y="6344040"/>
                <a:ext cx="112680" cy="109800"/>
              </p14:xfrm>
            </p:contentPart>
          </mc:Choice>
          <mc:Fallback xmlns="">
            <p:pic>
              <p:nvPicPr>
                <p:cNvPr id="26" name="Ink 25">
                  <a:extLst>
                    <a:ext uri="{FF2B5EF4-FFF2-40B4-BE49-F238E27FC236}">
                      <a16:creationId xmlns:a16="http://schemas.microsoft.com/office/drawing/2014/main" id="{2A3F6B7C-6D7E-B720-C09C-0DE628361D73}"/>
                    </a:ext>
                  </a:extLst>
                </p:cNvPr>
                <p:cNvPicPr/>
                <p:nvPr/>
              </p:nvPicPr>
              <p:blipFill>
                <a:blip r:embed="rId27"/>
                <a:stretch>
                  <a:fillRect/>
                </a:stretch>
              </p:blipFill>
              <p:spPr>
                <a:xfrm>
                  <a:off x="4584857" y="6335400"/>
                  <a:ext cx="13032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7B81E0C9-BE63-B5E3-AD09-0D6469C30044}"/>
                    </a:ext>
                  </a:extLst>
                </p14:cNvPr>
                <p14:cNvContentPartPr/>
                <p14:nvPr/>
              </p14:nvContentPartPr>
              <p14:xfrm>
                <a:off x="4778897" y="6240360"/>
                <a:ext cx="144360" cy="128520"/>
              </p14:xfrm>
            </p:contentPart>
          </mc:Choice>
          <mc:Fallback xmlns="">
            <p:pic>
              <p:nvPicPr>
                <p:cNvPr id="27" name="Ink 26">
                  <a:extLst>
                    <a:ext uri="{FF2B5EF4-FFF2-40B4-BE49-F238E27FC236}">
                      <a16:creationId xmlns:a16="http://schemas.microsoft.com/office/drawing/2014/main" id="{7B81E0C9-BE63-B5E3-AD09-0D6469C30044}"/>
                    </a:ext>
                  </a:extLst>
                </p:cNvPr>
                <p:cNvPicPr/>
                <p:nvPr/>
              </p:nvPicPr>
              <p:blipFill>
                <a:blip r:embed="rId29"/>
                <a:stretch>
                  <a:fillRect/>
                </a:stretch>
              </p:blipFill>
              <p:spPr>
                <a:xfrm>
                  <a:off x="4770257" y="6231720"/>
                  <a:ext cx="1620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C9AC2816-0DB4-DA48-9012-4C464178CD4F}"/>
                    </a:ext>
                  </a:extLst>
                </p14:cNvPr>
                <p14:cNvContentPartPr/>
                <p14:nvPr/>
              </p14:nvContentPartPr>
              <p14:xfrm>
                <a:off x="4384697" y="5825280"/>
                <a:ext cx="137520" cy="112680"/>
              </p14:xfrm>
            </p:contentPart>
          </mc:Choice>
          <mc:Fallback xmlns="">
            <p:pic>
              <p:nvPicPr>
                <p:cNvPr id="29" name="Ink 28">
                  <a:extLst>
                    <a:ext uri="{FF2B5EF4-FFF2-40B4-BE49-F238E27FC236}">
                      <a16:creationId xmlns:a16="http://schemas.microsoft.com/office/drawing/2014/main" id="{C9AC2816-0DB4-DA48-9012-4C464178CD4F}"/>
                    </a:ext>
                  </a:extLst>
                </p:cNvPr>
                <p:cNvPicPr/>
                <p:nvPr/>
              </p:nvPicPr>
              <p:blipFill>
                <a:blip r:embed="rId31"/>
                <a:stretch>
                  <a:fillRect/>
                </a:stretch>
              </p:blipFill>
              <p:spPr>
                <a:xfrm>
                  <a:off x="4375697" y="5816280"/>
                  <a:ext cx="1551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CB817E5D-D7FD-50B6-6BE0-EA61371DC000}"/>
                    </a:ext>
                  </a:extLst>
                </p14:cNvPr>
                <p14:cNvContentPartPr/>
                <p14:nvPr/>
              </p14:nvContentPartPr>
              <p14:xfrm>
                <a:off x="4402337" y="5771280"/>
                <a:ext cx="158400" cy="69480"/>
              </p14:xfrm>
            </p:contentPart>
          </mc:Choice>
          <mc:Fallback xmlns="">
            <p:pic>
              <p:nvPicPr>
                <p:cNvPr id="30" name="Ink 29">
                  <a:extLst>
                    <a:ext uri="{FF2B5EF4-FFF2-40B4-BE49-F238E27FC236}">
                      <a16:creationId xmlns:a16="http://schemas.microsoft.com/office/drawing/2014/main" id="{CB817E5D-D7FD-50B6-6BE0-EA61371DC000}"/>
                    </a:ext>
                  </a:extLst>
                </p:cNvPr>
                <p:cNvPicPr/>
                <p:nvPr/>
              </p:nvPicPr>
              <p:blipFill>
                <a:blip r:embed="rId33"/>
                <a:stretch>
                  <a:fillRect/>
                </a:stretch>
              </p:blipFill>
              <p:spPr>
                <a:xfrm>
                  <a:off x="4393337" y="5762280"/>
                  <a:ext cx="1760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6CC8AF1B-0969-4220-8A75-31D1259740BE}"/>
                    </a:ext>
                  </a:extLst>
                </p14:cNvPr>
                <p14:cNvContentPartPr/>
                <p14:nvPr/>
              </p14:nvContentPartPr>
              <p14:xfrm>
                <a:off x="3459497" y="5993400"/>
                <a:ext cx="95760" cy="91440"/>
              </p14:xfrm>
            </p:contentPart>
          </mc:Choice>
          <mc:Fallback xmlns="">
            <p:pic>
              <p:nvPicPr>
                <p:cNvPr id="32" name="Ink 31">
                  <a:extLst>
                    <a:ext uri="{FF2B5EF4-FFF2-40B4-BE49-F238E27FC236}">
                      <a16:creationId xmlns:a16="http://schemas.microsoft.com/office/drawing/2014/main" id="{6CC8AF1B-0969-4220-8A75-31D1259740BE}"/>
                    </a:ext>
                  </a:extLst>
                </p:cNvPr>
                <p:cNvPicPr/>
                <p:nvPr/>
              </p:nvPicPr>
              <p:blipFill>
                <a:blip r:embed="rId35"/>
                <a:stretch>
                  <a:fillRect/>
                </a:stretch>
              </p:blipFill>
              <p:spPr>
                <a:xfrm>
                  <a:off x="3450497" y="5984760"/>
                  <a:ext cx="113400" cy="109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3" name="Ink 32">
                  <a:extLst>
                    <a:ext uri="{FF2B5EF4-FFF2-40B4-BE49-F238E27FC236}">
                      <a16:creationId xmlns:a16="http://schemas.microsoft.com/office/drawing/2014/main" id="{FED45FE3-CF3E-6F8A-EA48-916AC6520579}"/>
                    </a:ext>
                  </a:extLst>
                </p14:cNvPr>
                <p14:cNvContentPartPr/>
                <p14:nvPr/>
              </p14:nvContentPartPr>
              <p14:xfrm>
                <a:off x="3470657" y="5881800"/>
                <a:ext cx="66600" cy="124920"/>
              </p14:xfrm>
            </p:contentPart>
          </mc:Choice>
          <mc:Fallback xmlns="">
            <p:pic>
              <p:nvPicPr>
                <p:cNvPr id="33" name="Ink 32">
                  <a:extLst>
                    <a:ext uri="{FF2B5EF4-FFF2-40B4-BE49-F238E27FC236}">
                      <a16:creationId xmlns:a16="http://schemas.microsoft.com/office/drawing/2014/main" id="{FED45FE3-CF3E-6F8A-EA48-916AC6520579}"/>
                    </a:ext>
                  </a:extLst>
                </p:cNvPr>
                <p:cNvPicPr/>
                <p:nvPr/>
              </p:nvPicPr>
              <p:blipFill>
                <a:blip r:embed="rId37"/>
                <a:stretch>
                  <a:fillRect/>
                </a:stretch>
              </p:blipFill>
              <p:spPr>
                <a:xfrm>
                  <a:off x="3461657" y="5873160"/>
                  <a:ext cx="8424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41" name="Ink 40">
                  <a:extLst>
                    <a:ext uri="{FF2B5EF4-FFF2-40B4-BE49-F238E27FC236}">
                      <a16:creationId xmlns:a16="http://schemas.microsoft.com/office/drawing/2014/main" id="{302E6791-BF06-39AF-7CBB-204727A91D1F}"/>
                    </a:ext>
                  </a:extLst>
                </p14:cNvPr>
                <p14:cNvContentPartPr/>
                <p14:nvPr/>
              </p14:nvContentPartPr>
              <p14:xfrm>
                <a:off x="5292257" y="5981880"/>
                <a:ext cx="360" cy="360"/>
              </p14:xfrm>
            </p:contentPart>
          </mc:Choice>
          <mc:Fallback xmlns="">
            <p:pic>
              <p:nvPicPr>
                <p:cNvPr id="41" name="Ink 40">
                  <a:extLst>
                    <a:ext uri="{FF2B5EF4-FFF2-40B4-BE49-F238E27FC236}">
                      <a16:creationId xmlns:a16="http://schemas.microsoft.com/office/drawing/2014/main" id="{302E6791-BF06-39AF-7CBB-204727A91D1F}"/>
                    </a:ext>
                  </a:extLst>
                </p:cNvPr>
                <p:cNvPicPr/>
                <p:nvPr/>
              </p:nvPicPr>
              <p:blipFill>
                <a:blip r:embed="rId39"/>
                <a:stretch>
                  <a:fillRect/>
                </a:stretch>
              </p:blipFill>
              <p:spPr>
                <a:xfrm>
                  <a:off x="5283617" y="59732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2" name="Ink 41">
                  <a:extLst>
                    <a:ext uri="{FF2B5EF4-FFF2-40B4-BE49-F238E27FC236}">
                      <a16:creationId xmlns:a16="http://schemas.microsoft.com/office/drawing/2014/main" id="{92339208-CF67-4A73-6EE3-4955153CCC0E}"/>
                    </a:ext>
                  </a:extLst>
                </p14:cNvPr>
                <p14:cNvContentPartPr/>
                <p14:nvPr/>
              </p14:nvContentPartPr>
              <p14:xfrm>
                <a:off x="5102897" y="5994120"/>
                <a:ext cx="235080" cy="184320"/>
              </p14:xfrm>
            </p:contentPart>
          </mc:Choice>
          <mc:Fallback xmlns="">
            <p:pic>
              <p:nvPicPr>
                <p:cNvPr id="42" name="Ink 41">
                  <a:extLst>
                    <a:ext uri="{FF2B5EF4-FFF2-40B4-BE49-F238E27FC236}">
                      <a16:creationId xmlns:a16="http://schemas.microsoft.com/office/drawing/2014/main" id="{92339208-CF67-4A73-6EE3-4955153CCC0E}"/>
                    </a:ext>
                  </a:extLst>
                </p:cNvPr>
                <p:cNvPicPr/>
                <p:nvPr/>
              </p:nvPicPr>
              <p:blipFill>
                <a:blip r:embed="rId41"/>
                <a:stretch>
                  <a:fillRect/>
                </a:stretch>
              </p:blipFill>
              <p:spPr>
                <a:xfrm>
                  <a:off x="5094257" y="5985120"/>
                  <a:ext cx="2527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4" name="Ink 43">
                  <a:extLst>
                    <a:ext uri="{FF2B5EF4-FFF2-40B4-BE49-F238E27FC236}">
                      <a16:creationId xmlns:a16="http://schemas.microsoft.com/office/drawing/2014/main" id="{D133C789-120B-4185-9AAD-F61D089F2824}"/>
                    </a:ext>
                  </a:extLst>
                </p14:cNvPr>
                <p14:cNvContentPartPr/>
                <p14:nvPr/>
              </p14:nvContentPartPr>
              <p14:xfrm>
                <a:off x="5423657" y="5752200"/>
                <a:ext cx="162000" cy="190440"/>
              </p14:xfrm>
            </p:contentPart>
          </mc:Choice>
          <mc:Fallback xmlns="">
            <p:pic>
              <p:nvPicPr>
                <p:cNvPr id="44" name="Ink 43">
                  <a:extLst>
                    <a:ext uri="{FF2B5EF4-FFF2-40B4-BE49-F238E27FC236}">
                      <a16:creationId xmlns:a16="http://schemas.microsoft.com/office/drawing/2014/main" id="{D133C789-120B-4185-9AAD-F61D089F2824}"/>
                    </a:ext>
                  </a:extLst>
                </p:cNvPr>
                <p:cNvPicPr/>
                <p:nvPr/>
              </p:nvPicPr>
              <p:blipFill>
                <a:blip r:embed="rId43"/>
                <a:stretch>
                  <a:fillRect/>
                </a:stretch>
              </p:blipFill>
              <p:spPr>
                <a:xfrm>
                  <a:off x="5414657" y="5743560"/>
                  <a:ext cx="1796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45" name="Ink 44">
                  <a:extLst>
                    <a:ext uri="{FF2B5EF4-FFF2-40B4-BE49-F238E27FC236}">
                      <a16:creationId xmlns:a16="http://schemas.microsoft.com/office/drawing/2014/main" id="{1AA1BDCD-F9CA-F478-0E73-65EA4632AAF0}"/>
                    </a:ext>
                  </a:extLst>
                </p14:cNvPr>
                <p14:cNvContentPartPr/>
                <p14:nvPr/>
              </p14:nvContentPartPr>
              <p14:xfrm>
                <a:off x="5692937" y="5674440"/>
                <a:ext cx="101880" cy="154440"/>
              </p14:xfrm>
            </p:contentPart>
          </mc:Choice>
          <mc:Fallback xmlns="">
            <p:pic>
              <p:nvPicPr>
                <p:cNvPr id="45" name="Ink 44">
                  <a:extLst>
                    <a:ext uri="{FF2B5EF4-FFF2-40B4-BE49-F238E27FC236}">
                      <a16:creationId xmlns:a16="http://schemas.microsoft.com/office/drawing/2014/main" id="{1AA1BDCD-F9CA-F478-0E73-65EA4632AAF0}"/>
                    </a:ext>
                  </a:extLst>
                </p:cNvPr>
                <p:cNvPicPr/>
                <p:nvPr/>
              </p:nvPicPr>
              <p:blipFill>
                <a:blip r:embed="rId45"/>
                <a:stretch>
                  <a:fillRect/>
                </a:stretch>
              </p:blipFill>
              <p:spPr>
                <a:xfrm>
                  <a:off x="5683937" y="5665800"/>
                  <a:ext cx="119520" cy="172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6" name="Ink 45">
                  <a:extLst>
                    <a:ext uri="{FF2B5EF4-FFF2-40B4-BE49-F238E27FC236}">
                      <a16:creationId xmlns:a16="http://schemas.microsoft.com/office/drawing/2014/main" id="{089A4AD6-E4AD-9D4C-B9A0-DDBB7668FCCD}"/>
                    </a:ext>
                  </a:extLst>
                </p14:cNvPr>
                <p14:cNvContentPartPr/>
                <p14:nvPr/>
              </p14:nvContentPartPr>
              <p14:xfrm>
                <a:off x="5850977" y="5678040"/>
                <a:ext cx="28080" cy="95040"/>
              </p14:xfrm>
            </p:contentPart>
          </mc:Choice>
          <mc:Fallback xmlns="">
            <p:pic>
              <p:nvPicPr>
                <p:cNvPr id="46" name="Ink 45">
                  <a:extLst>
                    <a:ext uri="{FF2B5EF4-FFF2-40B4-BE49-F238E27FC236}">
                      <a16:creationId xmlns:a16="http://schemas.microsoft.com/office/drawing/2014/main" id="{089A4AD6-E4AD-9D4C-B9A0-DDBB7668FCCD}"/>
                    </a:ext>
                  </a:extLst>
                </p:cNvPr>
                <p:cNvPicPr/>
                <p:nvPr/>
              </p:nvPicPr>
              <p:blipFill>
                <a:blip r:embed="rId47"/>
                <a:stretch>
                  <a:fillRect/>
                </a:stretch>
              </p:blipFill>
              <p:spPr>
                <a:xfrm>
                  <a:off x="5842337" y="5669040"/>
                  <a:ext cx="457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7" name="Ink 46">
                  <a:extLst>
                    <a:ext uri="{FF2B5EF4-FFF2-40B4-BE49-F238E27FC236}">
                      <a16:creationId xmlns:a16="http://schemas.microsoft.com/office/drawing/2014/main" id="{69445A8D-43AC-E2D2-7183-E7279BF7716F}"/>
                    </a:ext>
                  </a:extLst>
                </p14:cNvPr>
                <p14:cNvContentPartPr/>
                <p14:nvPr/>
              </p14:nvContentPartPr>
              <p14:xfrm>
                <a:off x="5757017" y="5540160"/>
                <a:ext cx="200520" cy="199800"/>
              </p14:xfrm>
            </p:contentPart>
          </mc:Choice>
          <mc:Fallback xmlns="">
            <p:pic>
              <p:nvPicPr>
                <p:cNvPr id="47" name="Ink 46">
                  <a:extLst>
                    <a:ext uri="{FF2B5EF4-FFF2-40B4-BE49-F238E27FC236}">
                      <a16:creationId xmlns:a16="http://schemas.microsoft.com/office/drawing/2014/main" id="{69445A8D-43AC-E2D2-7183-E7279BF7716F}"/>
                    </a:ext>
                  </a:extLst>
                </p:cNvPr>
                <p:cNvPicPr/>
                <p:nvPr/>
              </p:nvPicPr>
              <p:blipFill>
                <a:blip r:embed="rId49"/>
                <a:stretch>
                  <a:fillRect/>
                </a:stretch>
              </p:blipFill>
              <p:spPr>
                <a:xfrm>
                  <a:off x="5748377" y="5531160"/>
                  <a:ext cx="2181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8" name="Ink 47">
                  <a:extLst>
                    <a:ext uri="{FF2B5EF4-FFF2-40B4-BE49-F238E27FC236}">
                      <a16:creationId xmlns:a16="http://schemas.microsoft.com/office/drawing/2014/main" id="{BB2A57DA-09BD-9EE3-7C79-36C3D5266109}"/>
                    </a:ext>
                  </a:extLst>
                </p14:cNvPr>
                <p14:cNvContentPartPr/>
                <p14:nvPr/>
              </p14:nvContentPartPr>
              <p14:xfrm>
                <a:off x="5919377" y="5648160"/>
                <a:ext cx="34920" cy="52560"/>
              </p14:xfrm>
            </p:contentPart>
          </mc:Choice>
          <mc:Fallback xmlns="">
            <p:pic>
              <p:nvPicPr>
                <p:cNvPr id="48" name="Ink 47">
                  <a:extLst>
                    <a:ext uri="{FF2B5EF4-FFF2-40B4-BE49-F238E27FC236}">
                      <a16:creationId xmlns:a16="http://schemas.microsoft.com/office/drawing/2014/main" id="{BB2A57DA-09BD-9EE3-7C79-36C3D5266109}"/>
                    </a:ext>
                  </a:extLst>
                </p:cNvPr>
                <p:cNvPicPr/>
                <p:nvPr/>
              </p:nvPicPr>
              <p:blipFill>
                <a:blip r:embed="rId51"/>
                <a:stretch>
                  <a:fillRect/>
                </a:stretch>
              </p:blipFill>
              <p:spPr>
                <a:xfrm>
                  <a:off x="5910377" y="5639520"/>
                  <a:ext cx="52560" cy="702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2" name="Ink 51">
                  <a:extLst>
                    <a:ext uri="{FF2B5EF4-FFF2-40B4-BE49-F238E27FC236}">
                      <a16:creationId xmlns:a16="http://schemas.microsoft.com/office/drawing/2014/main" id="{B820B037-9CFD-F787-D51A-21F1ED4D524B}"/>
                    </a:ext>
                  </a:extLst>
                </p14:cNvPr>
                <p14:cNvContentPartPr/>
                <p14:nvPr/>
              </p14:nvContentPartPr>
              <p14:xfrm>
                <a:off x="6032777" y="5342520"/>
                <a:ext cx="63360" cy="530640"/>
              </p14:xfrm>
            </p:contentPart>
          </mc:Choice>
          <mc:Fallback xmlns="">
            <p:pic>
              <p:nvPicPr>
                <p:cNvPr id="52" name="Ink 51">
                  <a:extLst>
                    <a:ext uri="{FF2B5EF4-FFF2-40B4-BE49-F238E27FC236}">
                      <a16:creationId xmlns:a16="http://schemas.microsoft.com/office/drawing/2014/main" id="{B820B037-9CFD-F787-D51A-21F1ED4D524B}"/>
                    </a:ext>
                  </a:extLst>
                </p:cNvPr>
                <p:cNvPicPr/>
                <p:nvPr/>
              </p:nvPicPr>
              <p:blipFill>
                <a:blip r:embed="rId53"/>
                <a:stretch>
                  <a:fillRect/>
                </a:stretch>
              </p:blipFill>
              <p:spPr>
                <a:xfrm>
                  <a:off x="6024137" y="5333520"/>
                  <a:ext cx="81000" cy="548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3" name="Ink 52">
                  <a:extLst>
                    <a:ext uri="{FF2B5EF4-FFF2-40B4-BE49-F238E27FC236}">
                      <a16:creationId xmlns:a16="http://schemas.microsoft.com/office/drawing/2014/main" id="{67C2A4D0-4365-F8A7-37BF-F92DE67E6AE4}"/>
                    </a:ext>
                  </a:extLst>
                </p14:cNvPr>
                <p14:cNvContentPartPr/>
                <p14:nvPr/>
              </p14:nvContentPartPr>
              <p14:xfrm>
                <a:off x="6174977" y="5406960"/>
                <a:ext cx="118800" cy="386280"/>
              </p14:xfrm>
            </p:contentPart>
          </mc:Choice>
          <mc:Fallback xmlns="">
            <p:pic>
              <p:nvPicPr>
                <p:cNvPr id="53" name="Ink 52">
                  <a:extLst>
                    <a:ext uri="{FF2B5EF4-FFF2-40B4-BE49-F238E27FC236}">
                      <a16:creationId xmlns:a16="http://schemas.microsoft.com/office/drawing/2014/main" id="{67C2A4D0-4365-F8A7-37BF-F92DE67E6AE4}"/>
                    </a:ext>
                  </a:extLst>
                </p:cNvPr>
                <p:cNvPicPr/>
                <p:nvPr/>
              </p:nvPicPr>
              <p:blipFill>
                <a:blip r:embed="rId55"/>
                <a:stretch>
                  <a:fillRect/>
                </a:stretch>
              </p:blipFill>
              <p:spPr>
                <a:xfrm>
                  <a:off x="6166337" y="5398320"/>
                  <a:ext cx="136440" cy="4039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54" name="Ink 53">
                  <a:extLst>
                    <a:ext uri="{FF2B5EF4-FFF2-40B4-BE49-F238E27FC236}">
                      <a16:creationId xmlns:a16="http://schemas.microsoft.com/office/drawing/2014/main" id="{317FF509-15AE-26E7-7D46-1E02B16FDD60}"/>
                    </a:ext>
                  </a:extLst>
                </p14:cNvPr>
                <p14:cNvContentPartPr/>
                <p14:nvPr/>
              </p14:nvContentPartPr>
              <p14:xfrm>
                <a:off x="6219617" y="5556360"/>
                <a:ext cx="74160" cy="86040"/>
              </p14:xfrm>
            </p:contentPart>
          </mc:Choice>
          <mc:Fallback xmlns="">
            <p:pic>
              <p:nvPicPr>
                <p:cNvPr id="54" name="Ink 53">
                  <a:extLst>
                    <a:ext uri="{FF2B5EF4-FFF2-40B4-BE49-F238E27FC236}">
                      <a16:creationId xmlns:a16="http://schemas.microsoft.com/office/drawing/2014/main" id="{317FF509-15AE-26E7-7D46-1E02B16FDD60}"/>
                    </a:ext>
                  </a:extLst>
                </p:cNvPr>
                <p:cNvPicPr/>
                <p:nvPr/>
              </p:nvPicPr>
              <p:blipFill>
                <a:blip r:embed="rId57"/>
                <a:stretch>
                  <a:fillRect/>
                </a:stretch>
              </p:blipFill>
              <p:spPr>
                <a:xfrm>
                  <a:off x="6210977" y="5547720"/>
                  <a:ext cx="9180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55" name="Ink 54">
                  <a:extLst>
                    <a:ext uri="{FF2B5EF4-FFF2-40B4-BE49-F238E27FC236}">
                      <a16:creationId xmlns:a16="http://schemas.microsoft.com/office/drawing/2014/main" id="{08FF4DA2-6EE2-19E3-6191-F391549D8EFC}"/>
                    </a:ext>
                  </a:extLst>
                </p14:cNvPr>
                <p14:cNvContentPartPr/>
                <p14:nvPr/>
              </p14:nvContentPartPr>
              <p14:xfrm>
                <a:off x="6314297" y="5401200"/>
                <a:ext cx="269640" cy="230760"/>
              </p14:xfrm>
            </p:contentPart>
          </mc:Choice>
          <mc:Fallback xmlns="">
            <p:pic>
              <p:nvPicPr>
                <p:cNvPr id="55" name="Ink 54">
                  <a:extLst>
                    <a:ext uri="{FF2B5EF4-FFF2-40B4-BE49-F238E27FC236}">
                      <a16:creationId xmlns:a16="http://schemas.microsoft.com/office/drawing/2014/main" id="{08FF4DA2-6EE2-19E3-6191-F391549D8EFC}"/>
                    </a:ext>
                  </a:extLst>
                </p:cNvPr>
                <p:cNvPicPr/>
                <p:nvPr/>
              </p:nvPicPr>
              <p:blipFill>
                <a:blip r:embed="rId59"/>
                <a:stretch>
                  <a:fillRect/>
                </a:stretch>
              </p:blipFill>
              <p:spPr>
                <a:xfrm>
                  <a:off x="6305657" y="5392560"/>
                  <a:ext cx="28728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6" name="Ink 55">
                  <a:extLst>
                    <a:ext uri="{FF2B5EF4-FFF2-40B4-BE49-F238E27FC236}">
                      <a16:creationId xmlns:a16="http://schemas.microsoft.com/office/drawing/2014/main" id="{26A8B977-C853-7B76-F48C-200EBF38F1EA}"/>
                    </a:ext>
                  </a:extLst>
                </p14:cNvPr>
                <p14:cNvContentPartPr/>
                <p14:nvPr/>
              </p14:nvContentPartPr>
              <p14:xfrm>
                <a:off x="6605177" y="5297880"/>
                <a:ext cx="158400" cy="151920"/>
              </p14:xfrm>
            </p:contentPart>
          </mc:Choice>
          <mc:Fallback xmlns="">
            <p:pic>
              <p:nvPicPr>
                <p:cNvPr id="56" name="Ink 55">
                  <a:extLst>
                    <a:ext uri="{FF2B5EF4-FFF2-40B4-BE49-F238E27FC236}">
                      <a16:creationId xmlns:a16="http://schemas.microsoft.com/office/drawing/2014/main" id="{26A8B977-C853-7B76-F48C-200EBF38F1EA}"/>
                    </a:ext>
                  </a:extLst>
                </p:cNvPr>
                <p:cNvPicPr/>
                <p:nvPr/>
              </p:nvPicPr>
              <p:blipFill>
                <a:blip r:embed="rId61"/>
                <a:stretch>
                  <a:fillRect/>
                </a:stretch>
              </p:blipFill>
              <p:spPr>
                <a:xfrm>
                  <a:off x="6596537" y="5288880"/>
                  <a:ext cx="1760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7" name="Ink 56">
                  <a:extLst>
                    <a:ext uri="{FF2B5EF4-FFF2-40B4-BE49-F238E27FC236}">
                      <a16:creationId xmlns:a16="http://schemas.microsoft.com/office/drawing/2014/main" id="{8EA59EFC-0F6E-E18E-6BA3-7BCAE2C5BF25}"/>
                    </a:ext>
                  </a:extLst>
                </p14:cNvPr>
                <p14:cNvContentPartPr/>
                <p14:nvPr/>
              </p14:nvContentPartPr>
              <p14:xfrm>
                <a:off x="6838457" y="5163240"/>
                <a:ext cx="213480" cy="140040"/>
              </p14:xfrm>
            </p:contentPart>
          </mc:Choice>
          <mc:Fallback xmlns="">
            <p:pic>
              <p:nvPicPr>
                <p:cNvPr id="57" name="Ink 56">
                  <a:extLst>
                    <a:ext uri="{FF2B5EF4-FFF2-40B4-BE49-F238E27FC236}">
                      <a16:creationId xmlns:a16="http://schemas.microsoft.com/office/drawing/2014/main" id="{8EA59EFC-0F6E-E18E-6BA3-7BCAE2C5BF25}"/>
                    </a:ext>
                  </a:extLst>
                </p:cNvPr>
                <p:cNvPicPr/>
                <p:nvPr/>
              </p:nvPicPr>
              <p:blipFill>
                <a:blip r:embed="rId63"/>
                <a:stretch>
                  <a:fillRect/>
                </a:stretch>
              </p:blipFill>
              <p:spPr>
                <a:xfrm>
                  <a:off x="6829817" y="5154600"/>
                  <a:ext cx="23112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 name="Ink 4">
                  <a:extLst>
                    <a:ext uri="{FF2B5EF4-FFF2-40B4-BE49-F238E27FC236}">
                      <a16:creationId xmlns:a16="http://schemas.microsoft.com/office/drawing/2014/main" id="{73E42000-8A1F-5D42-162D-B77B31BB1B94}"/>
                    </a:ext>
                  </a:extLst>
                </p14:cNvPr>
                <p14:cNvContentPartPr/>
                <p14:nvPr/>
              </p14:nvContentPartPr>
              <p14:xfrm>
                <a:off x="3378857" y="5175840"/>
                <a:ext cx="47880" cy="417960"/>
              </p14:xfrm>
            </p:contentPart>
          </mc:Choice>
          <mc:Fallback xmlns="">
            <p:pic>
              <p:nvPicPr>
                <p:cNvPr id="5" name="Ink 4">
                  <a:extLst>
                    <a:ext uri="{FF2B5EF4-FFF2-40B4-BE49-F238E27FC236}">
                      <a16:creationId xmlns:a16="http://schemas.microsoft.com/office/drawing/2014/main" id="{73E42000-8A1F-5D42-162D-B77B31BB1B94}"/>
                    </a:ext>
                  </a:extLst>
                </p:cNvPr>
                <p:cNvPicPr/>
                <p:nvPr/>
              </p:nvPicPr>
              <p:blipFill>
                <a:blip r:embed="rId65"/>
                <a:stretch>
                  <a:fillRect/>
                </a:stretch>
              </p:blipFill>
              <p:spPr>
                <a:xfrm>
                  <a:off x="3369857" y="5167200"/>
                  <a:ext cx="65520" cy="435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 name="Ink 5">
                  <a:extLst>
                    <a:ext uri="{FF2B5EF4-FFF2-40B4-BE49-F238E27FC236}">
                      <a16:creationId xmlns:a16="http://schemas.microsoft.com/office/drawing/2014/main" id="{7EC04437-18D9-48F5-5ED0-F2773D2D27FC}"/>
                    </a:ext>
                  </a:extLst>
                </p14:cNvPr>
                <p14:cNvContentPartPr/>
                <p14:nvPr/>
              </p14:nvContentPartPr>
              <p14:xfrm>
                <a:off x="3399017" y="5184840"/>
                <a:ext cx="712440" cy="53640"/>
              </p14:xfrm>
            </p:contentPart>
          </mc:Choice>
          <mc:Fallback xmlns="">
            <p:pic>
              <p:nvPicPr>
                <p:cNvPr id="6" name="Ink 5">
                  <a:extLst>
                    <a:ext uri="{FF2B5EF4-FFF2-40B4-BE49-F238E27FC236}">
                      <a16:creationId xmlns:a16="http://schemas.microsoft.com/office/drawing/2014/main" id="{7EC04437-18D9-48F5-5ED0-F2773D2D27FC}"/>
                    </a:ext>
                  </a:extLst>
                </p:cNvPr>
                <p:cNvPicPr/>
                <p:nvPr/>
              </p:nvPicPr>
              <p:blipFill>
                <a:blip r:embed="rId67"/>
                <a:stretch>
                  <a:fillRect/>
                </a:stretch>
              </p:blipFill>
              <p:spPr>
                <a:xfrm>
                  <a:off x="3390377" y="5176200"/>
                  <a:ext cx="7300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8" name="Ink 7">
                  <a:extLst>
                    <a:ext uri="{FF2B5EF4-FFF2-40B4-BE49-F238E27FC236}">
                      <a16:creationId xmlns:a16="http://schemas.microsoft.com/office/drawing/2014/main" id="{6AB6A94D-9B97-2683-80B0-212008F2C7CB}"/>
                    </a:ext>
                  </a:extLst>
                </p14:cNvPr>
                <p14:cNvContentPartPr/>
                <p14:nvPr/>
              </p14:nvContentPartPr>
              <p14:xfrm>
                <a:off x="4062137" y="5172600"/>
                <a:ext cx="480960" cy="48960"/>
              </p14:xfrm>
            </p:contentPart>
          </mc:Choice>
          <mc:Fallback xmlns="">
            <p:pic>
              <p:nvPicPr>
                <p:cNvPr id="8" name="Ink 7">
                  <a:extLst>
                    <a:ext uri="{FF2B5EF4-FFF2-40B4-BE49-F238E27FC236}">
                      <a16:creationId xmlns:a16="http://schemas.microsoft.com/office/drawing/2014/main" id="{6AB6A94D-9B97-2683-80B0-212008F2C7CB}"/>
                    </a:ext>
                  </a:extLst>
                </p:cNvPr>
                <p:cNvPicPr/>
                <p:nvPr/>
              </p:nvPicPr>
              <p:blipFill>
                <a:blip r:embed="rId69"/>
                <a:stretch>
                  <a:fillRect/>
                </a:stretch>
              </p:blipFill>
              <p:spPr>
                <a:xfrm>
                  <a:off x="4053137" y="5163960"/>
                  <a:ext cx="49860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9" name="Ink 8">
                  <a:extLst>
                    <a:ext uri="{FF2B5EF4-FFF2-40B4-BE49-F238E27FC236}">
                      <a16:creationId xmlns:a16="http://schemas.microsoft.com/office/drawing/2014/main" id="{B1C630D6-062A-8AED-38CB-20F2CEDF9984}"/>
                    </a:ext>
                  </a:extLst>
                </p14:cNvPr>
                <p14:cNvContentPartPr/>
                <p14:nvPr/>
              </p14:nvContentPartPr>
              <p14:xfrm>
                <a:off x="3392537" y="5489040"/>
                <a:ext cx="1127160" cy="73080"/>
              </p14:xfrm>
            </p:contentPart>
          </mc:Choice>
          <mc:Fallback xmlns="">
            <p:pic>
              <p:nvPicPr>
                <p:cNvPr id="9" name="Ink 8">
                  <a:extLst>
                    <a:ext uri="{FF2B5EF4-FFF2-40B4-BE49-F238E27FC236}">
                      <a16:creationId xmlns:a16="http://schemas.microsoft.com/office/drawing/2014/main" id="{B1C630D6-062A-8AED-38CB-20F2CEDF9984}"/>
                    </a:ext>
                  </a:extLst>
                </p:cNvPr>
                <p:cNvPicPr/>
                <p:nvPr/>
              </p:nvPicPr>
              <p:blipFill>
                <a:blip r:embed="rId71"/>
                <a:stretch>
                  <a:fillRect/>
                </a:stretch>
              </p:blipFill>
              <p:spPr>
                <a:xfrm>
                  <a:off x="3383537" y="5480040"/>
                  <a:ext cx="1144800" cy="907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0" name="Ink 9">
                  <a:extLst>
                    <a:ext uri="{FF2B5EF4-FFF2-40B4-BE49-F238E27FC236}">
                      <a16:creationId xmlns:a16="http://schemas.microsoft.com/office/drawing/2014/main" id="{40A8E212-81E8-7018-A7BE-BD1C050A4CBE}"/>
                    </a:ext>
                  </a:extLst>
                </p14:cNvPr>
                <p14:cNvContentPartPr/>
                <p14:nvPr/>
              </p14:nvContentPartPr>
              <p14:xfrm>
                <a:off x="4484417" y="5192760"/>
                <a:ext cx="52920" cy="317160"/>
              </p14:xfrm>
            </p:contentPart>
          </mc:Choice>
          <mc:Fallback xmlns="">
            <p:pic>
              <p:nvPicPr>
                <p:cNvPr id="10" name="Ink 9">
                  <a:extLst>
                    <a:ext uri="{FF2B5EF4-FFF2-40B4-BE49-F238E27FC236}">
                      <a16:creationId xmlns:a16="http://schemas.microsoft.com/office/drawing/2014/main" id="{40A8E212-81E8-7018-A7BE-BD1C050A4CBE}"/>
                    </a:ext>
                  </a:extLst>
                </p:cNvPr>
                <p:cNvPicPr/>
                <p:nvPr/>
              </p:nvPicPr>
              <p:blipFill>
                <a:blip r:embed="rId73"/>
                <a:stretch>
                  <a:fillRect/>
                </a:stretch>
              </p:blipFill>
              <p:spPr>
                <a:xfrm>
                  <a:off x="4475777" y="5184120"/>
                  <a:ext cx="7056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1" name="Ink 10">
                  <a:extLst>
                    <a:ext uri="{FF2B5EF4-FFF2-40B4-BE49-F238E27FC236}">
                      <a16:creationId xmlns:a16="http://schemas.microsoft.com/office/drawing/2014/main" id="{8FF0B0AE-5F20-64D6-84DE-3718140D97C1}"/>
                    </a:ext>
                  </a:extLst>
                </p14:cNvPr>
                <p14:cNvContentPartPr/>
                <p14:nvPr/>
              </p14:nvContentPartPr>
              <p14:xfrm>
                <a:off x="3783857" y="5226600"/>
                <a:ext cx="14760" cy="347040"/>
              </p14:xfrm>
            </p:contentPart>
          </mc:Choice>
          <mc:Fallback xmlns="">
            <p:pic>
              <p:nvPicPr>
                <p:cNvPr id="11" name="Ink 10">
                  <a:extLst>
                    <a:ext uri="{FF2B5EF4-FFF2-40B4-BE49-F238E27FC236}">
                      <a16:creationId xmlns:a16="http://schemas.microsoft.com/office/drawing/2014/main" id="{8FF0B0AE-5F20-64D6-84DE-3718140D97C1}"/>
                    </a:ext>
                  </a:extLst>
                </p:cNvPr>
                <p:cNvPicPr/>
                <p:nvPr/>
              </p:nvPicPr>
              <p:blipFill>
                <a:blip r:embed="rId75"/>
                <a:stretch>
                  <a:fillRect/>
                </a:stretch>
              </p:blipFill>
              <p:spPr>
                <a:xfrm>
                  <a:off x="3775217" y="5217960"/>
                  <a:ext cx="3240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2" name="Ink 11">
                  <a:extLst>
                    <a:ext uri="{FF2B5EF4-FFF2-40B4-BE49-F238E27FC236}">
                      <a16:creationId xmlns:a16="http://schemas.microsoft.com/office/drawing/2014/main" id="{625D6684-375C-5614-744D-EF93AB6F00B4}"/>
                    </a:ext>
                  </a:extLst>
                </p14:cNvPr>
                <p14:cNvContentPartPr/>
                <p14:nvPr/>
              </p14:nvContentPartPr>
              <p14:xfrm>
                <a:off x="4087697" y="5197080"/>
                <a:ext cx="31680" cy="340920"/>
              </p14:xfrm>
            </p:contentPart>
          </mc:Choice>
          <mc:Fallback xmlns="">
            <p:pic>
              <p:nvPicPr>
                <p:cNvPr id="12" name="Ink 11">
                  <a:extLst>
                    <a:ext uri="{FF2B5EF4-FFF2-40B4-BE49-F238E27FC236}">
                      <a16:creationId xmlns:a16="http://schemas.microsoft.com/office/drawing/2014/main" id="{625D6684-375C-5614-744D-EF93AB6F00B4}"/>
                    </a:ext>
                  </a:extLst>
                </p:cNvPr>
                <p:cNvPicPr/>
                <p:nvPr/>
              </p:nvPicPr>
              <p:blipFill>
                <a:blip r:embed="rId77"/>
                <a:stretch>
                  <a:fillRect/>
                </a:stretch>
              </p:blipFill>
              <p:spPr>
                <a:xfrm>
                  <a:off x="4078697" y="5188080"/>
                  <a:ext cx="49320" cy="3585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35" name="Ink 34">
                  <a:extLst>
                    <a:ext uri="{FF2B5EF4-FFF2-40B4-BE49-F238E27FC236}">
                      <a16:creationId xmlns:a16="http://schemas.microsoft.com/office/drawing/2014/main" id="{876F5A8C-4F9E-CBA3-10BB-210F9BCA506A}"/>
                    </a:ext>
                  </a:extLst>
                </p14:cNvPr>
                <p14:cNvContentPartPr/>
                <p14:nvPr/>
              </p14:nvContentPartPr>
              <p14:xfrm>
                <a:off x="3595937" y="5323440"/>
                <a:ext cx="23400" cy="171360"/>
              </p14:xfrm>
            </p:contentPart>
          </mc:Choice>
          <mc:Fallback xmlns="">
            <p:pic>
              <p:nvPicPr>
                <p:cNvPr id="35" name="Ink 34">
                  <a:extLst>
                    <a:ext uri="{FF2B5EF4-FFF2-40B4-BE49-F238E27FC236}">
                      <a16:creationId xmlns:a16="http://schemas.microsoft.com/office/drawing/2014/main" id="{876F5A8C-4F9E-CBA3-10BB-210F9BCA506A}"/>
                    </a:ext>
                  </a:extLst>
                </p:cNvPr>
                <p:cNvPicPr/>
                <p:nvPr/>
              </p:nvPicPr>
              <p:blipFill>
                <a:blip r:embed="rId79"/>
                <a:stretch>
                  <a:fillRect/>
                </a:stretch>
              </p:blipFill>
              <p:spPr>
                <a:xfrm>
                  <a:off x="3587297" y="5314440"/>
                  <a:ext cx="4104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37" name="Ink 36">
                  <a:extLst>
                    <a:ext uri="{FF2B5EF4-FFF2-40B4-BE49-F238E27FC236}">
                      <a16:creationId xmlns:a16="http://schemas.microsoft.com/office/drawing/2014/main" id="{CF323DDB-99E1-E81E-5D38-9FA1317DB7AF}"/>
                    </a:ext>
                  </a:extLst>
                </p14:cNvPr>
                <p14:cNvContentPartPr/>
                <p14:nvPr/>
              </p14:nvContentPartPr>
              <p14:xfrm>
                <a:off x="3923177" y="5332080"/>
                <a:ext cx="12240" cy="180000"/>
              </p14:xfrm>
            </p:contentPart>
          </mc:Choice>
          <mc:Fallback xmlns="">
            <p:pic>
              <p:nvPicPr>
                <p:cNvPr id="37" name="Ink 36">
                  <a:extLst>
                    <a:ext uri="{FF2B5EF4-FFF2-40B4-BE49-F238E27FC236}">
                      <a16:creationId xmlns:a16="http://schemas.microsoft.com/office/drawing/2014/main" id="{CF323DDB-99E1-E81E-5D38-9FA1317DB7AF}"/>
                    </a:ext>
                  </a:extLst>
                </p:cNvPr>
                <p:cNvPicPr/>
                <p:nvPr/>
              </p:nvPicPr>
              <p:blipFill>
                <a:blip r:embed="rId81"/>
                <a:stretch>
                  <a:fillRect/>
                </a:stretch>
              </p:blipFill>
              <p:spPr>
                <a:xfrm>
                  <a:off x="3914177" y="5323080"/>
                  <a:ext cx="298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9" name="Ink 38">
                  <a:extLst>
                    <a:ext uri="{FF2B5EF4-FFF2-40B4-BE49-F238E27FC236}">
                      <a16:creationId xmlns:a16="http://schemas.microsoft.com/office/drawing/2014/main" id="{CE5CF2FF-ECEE-5147-CBAA-07E5845742C2}"/>
                    </a:ext>
                  </a:extLst>
                </p14:cNvPr>
                <p14:cNvContentPartPr/>
                <p14:nvPr/>
              </p14:nvContentPartPr>
              <p14:xfrm>
                <a:off x="4264457" y="5286000"/>
                <a:ext cx="86400" cy="149760"/>
              </p14:xfrm>
            </p:contentPart>
          </mc:Choice>
          <mc:Fallback xmlns="">
            <p:pic>
              <p:nvPicPr>
                <p:cNvPr id="39" name="Ink 38">
                  <a:extLst>
                    <a:ext uri="{FF2B5EF4-FFF2-40B4-BE49-F238E27FC236}">
                      <a16:creationId xmlns:a16="http://schemas.microsoft.com/office/drawing/2014/main" id="{CE5CF2FF-ECEE-5147-CBAA-07E5845742C2}"/>
                    </a:ext>
                  </a:extLst>
                </p:cNvPr>
                <p:cNvPicPr/>
                <p:nvPr/>
              </p:nvPicPr>
              <p:blipFill>
                <a:blip r:embed="rId83"/>
                <a:stretch>
                  <a:fillRect/>
                </a:stretch>
              </p:blipFill>
              <p:spPr>
                <a:xfrm>
                  <a:off x="4255457" y="5277360"/>
                  <a:ext cx="10404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3" name="Ink 62">
                  <a:extLst>
                    <a:ext uri="{FF2B5EF4-FFF2-40B4-BE49-F238E27FC236}">
                      <a16:creationId xmlns:a16="http://schemas.microsoft.com/office/drawing/2014/main" id="{36E34C67-15E1-96ED-F007-F1878E4F1604}"/>
                    </a:ext>
                  </a:extLst>
                </p14:cNvPr>
                <p14:cNvContentPartPr/>
                <p14:nvPr/>
              </p14:nvContentPartPr>
              <p14:xfrm>
                <a:off x="3472097" y="5017080"/>
                <a:ext cx="63360" cy="146520"/>
              </p14:xfrm>
            </p:contentPart>
          </mc:Choice>
          <mc:Fallback xmlns="">
            <p:pic>
              <p:nvPicPr>
                <p:cNvPr id="63" name="Ink 62">
                  <a:extLst>
                    <a:ext uri="{FF2B5EF4-FFF2-40B4-BE49-F238E27FC236}">
                      <a16:creationId xmlns:a16="http://schemas.microsoft.com/office/drawing/2014/main" id="{36E34C67-15E1-96ED-F007-F1878E4F1604}"/>
                    </a:ext>
                  </a:extLst>
                </p:cNvPr>
                <p:cNvPicPr/>
                <p:nvPr/>
              </p:nvPicPr>
              <p:blipFill>
                <a:blip r:embed="rId85"/>
                <a:stretch>
                  <a:fillRect/>
                </a:stretch>
              </p:blipFill>
              <p:spPr>
                <a:xfrm>
                  <a:off x="3463457" y="5008440"/>
                  <a:ext cx="81000" cy="164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4" name="Ink 63">
                  <a:extLst>
                    <a:ext uri="{FF2B5EF4-FFF2-40B4-BE49-F238E27FC236}">
                      <a16:creationId xmlns:a16="http://schemas.microsoft.com/office/drawing/2014/main" id="{23E74F8C-3510-FEEB-8F16-1BD35D482E6E}"/>
                    </a:ext>
                  </a:extLst>
                </p14:cNvPr>
                <p14:cNvContentPartPr/>
                <p14:nvPr/>
              </p14:nvContentPartPr>
              <p14:xfrm>
                <a:off x="3548777" y="4946160"/>
                <a:ext cx="72360" cy="208800"/>
              </p14:xfrm>
            </p:contentPart>
          </mc:Choice>
          <mc:Fallback xmlns="">
            <p:pic>
              <p:nvPicPr>
                <p:cNvPr id="64" name="Ink 63">
                  <a:extLst>
                    <a:ext uri="{FF2B5EF4-FFF2-40B4-BE49-F238E27FC236}">
                      <a16:creationId xmlns:a16="http://schemas.microsoft.com/office/drawing/2014/main" id="{23E74F8C-3510-FEEB-8F16-1BD35D482E6E}"/>
                    </a:ext>
                  </a:extLst>
                </p:cNvPr>
                <p:cNvPicPr/>
                <p:nvPr/>
              </p:nvPicPr>
              <p:blipFill>
                <a:blip r:embed="rId87"/>
                <a:stretch>
                  <a:fillRect/>
                </a:stretch>
              </p:blipFill>
              <p:spPr>
                <a:xfrm>
                  <a:off x="3540137" y="4937520"/>
                  <a:ext cx="900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5" name="Ink 64">
                  <a:extLst>
                    <a:ext uri="{FF2B5EF4-FFF2-40B4-BE49-F238E27FC236}">
                      <a16:creationId xmlns:a16="http://schemas.microsoft.com/office/drawing/2014/main" id="{F05D5150-C3DC-97C2-2C81-2ED3037BA381}"/>
                    </a:ext>
                  </a:extLst>
                </p14:cNvPr>
                <p14:cNvContentPartPr/>
                <p14:nvPr/>
              </p14:nvContentPartPr>
              <p14:xfrm>
                <a:off x="3630497" y="4869840"/>
                <a:ext cx="60480" cy="149040"/>
              </p14:xfrm>
            </p:contentPart>
          </mc:Choice>
          <mc:Fallback xmlns="">
            <p:pic>
              <p:nvPicPr>
                <p:cNvPr id="65" name="Ink 64">
                  <a:extLst>
                    <a:ext uri="{FF2B5EF4-FFF2-40B4-BE49-F238E27FC236}">
                      <a16:creationId xmlns:a16="http://schemas.microsoft.com/office/drawing/2014/main" id="{F05D5150-C3DC-97C2-2C81-2ED3037BA381}"/>
                    </a:ext>
                  </a:extLst>
                </p:cNvPr>
                <p:cNvPicPr/>
                <p:nvPr/>
              </p:nvPicPr>
              <p:blipFill>
                <a:blip r:embed="rId89"/>
                <a:stretch>
                  <a:fillRect/>
                </a:stretch>
              </p:blipFill>
              <p:spPr>
                <a:xfrm>
                  <a:off x="3621857" y="4861200"/>
                  <a:ext cx="781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6" name="Ink 65">
                  <a:extLst>
                    <a:ext uri="{FF2B5EF4-FFF2-40B4-BE49-F238E27FC236}">
                      <a16:creationId xmlns:a16="http://schemas.microsoft.com/office/drawing/2014/main" id="{6C14E001-AB7F-18F8-2D26-731682EC1F34}"/>
                    </a:ext>
                  </a:extLst>
                </p14:cNvPr>
                <p14:cNvContentPartPr/>
                <p14:nvPr/>
              </p14:nvContentPartPr>
              <p14:xfrm>
                <a:off x="3625457" y="4884600"/>
                <a:ext cx="90360" cy="115920"/>
              </p14:xfrm>
            </p:contentPart>
          </mc:Choice>
          <mc:Fallback xmlns="">
            <p:pic>
              <p:nvPicPr>
                <p:cNvPr id="66" name="Ink 65">
                  <a:extLst>
                    <a:ext uri="{FF2B5EF4-FFF2-40B4-BE49-F238E27FC236}">
                      <a16:creationId xmlns:a16="http://schemas.microsoft.com/office/drawing/2014/main" id="{6C14E001-AB7F-18F8-2D26-731682EC1F34}"/>
                    </a:ext>
                  </a:extLst>
                </p:cNvPr>
                <p:cNvPicPr/>
                <p:nvPr/>
              </p:nvPicPr>
              <p:blipFill>
                <a:blip r:embed="rId91"/>
                <a:stretch>
                  <a:fillRect/>
                </a:stretch>
              </p:blipFill>
              <p:spPr>
                <a:xfrm>
                  <a:off x="3616817" y="4875600"/>
                  <a:ext cx="10800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8" name="Ink 67">
                  <a:extLst>
                    <a:ext uri="{FF2B5EF4-FFF2-40B4-BE49-F238E27FC236}">
                      <a16:creationId xmlns:a16="http://schemas.microsoft.com/office/drawing/2014/main" id="{77589579-D2C8-B259-EEC9-34ADE433BBCC}"/>
                    </a:ext>
                  </a:extLst>
                </p14:cNvPr>
                <p14:cNvContentPartPr/>
                <p14:nvPr/>
              </p14:nvContentPartPr>
              <p14:xfrm>
                <a:off x="4096697" y="4982160"/>
                <a:ext cx="68040" cy="1800"/>
              </p14:xfrm>
            </p:contentPart>
          </mc:Choice>
          <mc:Fallback xmlns="">
            <p:pic>
              <p:nvPicPr>
                <p:cNvPr id="68" name="Ink 67">
                  <a:extLst>
                    <a:ext uri="{FF2B5EF4-FFF2-40B4-BE49-F238E27FC236}">
                      <a16:creationId xmlns:a16="http://schemas.microsoft.com/office/drawing/2014/main" id="{77589579-D2C8-B259-EEC9-34ADE433BBCC}"/>
                    </a:ext>
                  </a:extLst>
                </p:cNvPr>
                <p:cNvPicPr/>
                <p:nvPr/>
              </p:nvPicPr>
              <p:blipFill>
                <a:blip r:embed="rId93"/>
                <a:stretch>
                  <a:fillRect/>
                </a:stretch>
              </p:blipFill>
              <p:spPr>
                <a:xfrm>
                  <a:off x="4087697" y="4973160"/>
                  <a:ext cx="8568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9" name="Ink 68">
                  <a:extLst>
                    <a:ext uri="{FF2B5EF4-FFF2-40B4-BE49-F238E27FC236}">
                      <a16:creationId xmlns:a16="http://schemas.microsoft.com/office/drawing/2014/main" id="{F09EC86C-1286-F39F-23AF-10CD65A29A03}"/>
                    </a:ext>
                  </a:extLst>
                </p14:cNvPr>
                <p14:cNvContentPartPr/>
                <p14:nvPr/>
              </p14:nvContentPartPr>
              <p14:xfrm>
                <a:off x="3787817" y="4956960"/>
                <a:ext cx="796680" cy="266760"/>
              </p14:xfrm>
            </p:contentPart>
          </mc:Choice>
          <mc:Fallback xmlns="">
            <p:pic>
              <p:nvPicPr>
                <p:cNvPr id="69" name="Ink 68">
                  <a:extLst>
                    <a:ext uri="{FF2B5EF4-FFF2-40B4-BE49-F238E27FC236}">
                      <a16:creationId xmlns:a16="http://schemas.microsoft.com/office/drawing/2014/main" id="{F09EC86C-1286-F39F-23AF-10CD65A29A03}"/>
                    </a:ext>
                  </a:extLst>
                </p:cNvPr>
                <p:cNvPicPr/>
                <p:nvPr/>
              </p:nvPicPr>
              <p:blipFill>
                <a:blip r:embed="rId95"/>
                <a:stretch>
                  <a:fillRect/>
                </a:stretch>
              </p:blipFill>
              <p:spPr>
                <a:xfrm>
                  <a:off x="3779177" y="4948320"/>
                  <a:ext cx="8143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0" name="Ink 69">
                  <a:extLst>
                    <a:ext uri="{FF2B5EF4-FFF2-40B4-BE49-F238E27FC236}">
                      <a16:creationId xmlns:a16="http://schemas.microsoft.com/office/drawing/2014/main" id="{6B05C907-9067-89F3-5AFF-9A1A7148FDA5}"/>
                    </a:ext>
                  </a:extLst>
                </p14:cNvPr>
                <p14:cNvContentPartPr/>
                <p14:nvPr/>
              </p14:nvContentPartPr>
              <p14:xfrm>
                <a:off x="4459937" y="4861920"/>
                <a:ext cx="719640" cy="121320"/>
              </p14:xfrm>
            </p:contentPart>
          </mc:Choice>
          <mc:Fallback xmlns="">
            <p:pic>
              <p:nvPicPr>
                <p:cNvPr id="70" name="Ink 69">
                  <a:extLst>
                    <a:ext uri="{FF2B5EF4-FFF2-40B4-BE49-F238E27FC236}">
                      <a16:creationId xmlns:a16="http://schemas.microsoft.com/office/drawing/2014/main" id="{6B05C907-9067-89F3-5AFF-9A1A7148FDA5}"/>
                    </a:ext>
                  </a:extLst>
                </p:cNvPr>
                <p:cNvPicPr/>
                <p:nvPr/>
              </p:nvPicPr>
              <p:blipFill>
                <a:blip r:embed="rId97"/>
                <a:stretch>
                  <a:fillRect/>
                </a:stretch>
              </p:blipFill>
              <p:spPr>
                <a:xfrm>
                  <a:off x="4451297" y="4852920"/>
                  <a:ext cx="73728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1" name="Ink 70">
                  <a:extLst>
                    <a:ext uri="{FF2B5EF4-FFF2-40B4-BE49-F238E27FC236}">
                      <a16:creationId xmlns:a16="http://schemas.microsoft.com/office/drawing/2014/main" id="{914795C7-B189-39EB-AEC8-A90D0E0348E1}"/>
                    </a:ext>
                  </a:extLst>
                </p14:cNvPr>
                <p14:cNvContentPartPr/>
                <p14:nvPr/>
              </p14:nvContentPartPr>
              <p14:xfrm>
                <a:off x="5263817" y="5028600"/>
                <a:ext cx="127800" cy="186480"/>
              </p14:xfrm>
            </p:contentPart>
          </mc:Choice>
          <mc:Fallback xmlns="">
            <p:pic>
              <p:nvPicPr>
                <p:cNvPr id="71" name="Ink 70">
                  <a:extLst>
                    <a:ext uri="{FF2B5EF4-FFF2-40B4-BE49-F238E27FC236}">
                      <a16:creationId xmlns:a16="http://schemas.microsoft.com/office/drawing/2014/main" id="{914795C7-B189-39EB-AEC8-A90D0E0348E1}"/>
                    </a:ext>
                  </a:extLst>
                </p:cNvPr>
                <p:cNvPicPr/>
                <p:nvPr/>
              </p:nvPicPr>
              <p:blipFill>
                <a:blip r:embed="rId99"/>
                <a:stretch>
                  <a:fillRect/>
                </a:stretch>
              </p:blipFill>
              <p:spPr>
                <a:xfrm>
                  <a:off x="5254817" y="5019960"/>
                  <a:ext cx="14544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2" name="Ink 71">
                  <a:extLst>
                    <a:ext uri="{FF2B5EF4-FFF2-40B4-BE49-F238E27FC236}">
                      <a16:creationId xmlns:a16="http://schemas.microsoft.com/office/drawing/2014/main" id="{853C5D81-5CC5-6580-8784-7CAC88DC0CF8}"/>
                    </a:ext>
                  </a:extLst>
                </p14:cNvPr>
                <p14:cNvContentPartPr/>
                <p14:nvPr/>
              </p14:nvContentPartPr>
              <p14:xfrm>
                <a:off x="5291177" y="5045520"/>
                <a:ext cx="5760" cy="22680"/>
              </p14:xfrm>
            </p:contentPart>
          </mc:Choice>
          <mc:Fallback xmlns="">
            <p:pic>
              <p:nvPicPr>
                <p:cNvPr id="72" name="Ink 71">
                  <a:extLst>
                    <a:ext uri="{FF2B5EF4-FFF2-40B4-BE49-F238E27FC236}">
                      <a16:creationId xmlns:a16="http://schemas.microsoft.com/office/drawing/2014/main" id="{853C5D81-5CC5-6580-8784-7CAC88DC0CF8}"/>
                    </a:ext>
                  </a:extLst>
                </p:cNvPr>
                <p:cNvPicPr/>
                <p:nvPr/>
              </p:nvPicPr>
              <p:blipFill>
                <a:blip r:embed="rId101"/>
                <a:stretch>
                  <a:fillRect/>
                </a:stretch>
              </p:blipFill>
              <p:spPr>
                <a:xfrm>
                  <a:off x="5282177" y="5036880"/>
                  <a:ext cx="2340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3" name="Ink 72">
                  <a:extLst>
                    <a:ext uri="{FF2B5EF4-FFF2-40B4-BE49-F238E27FC236}">
                      <a16:creationId xmlns:a16="http://schemas.microsoft.com/office/drawing/2014/main" id="{DB31F648-271A-5272-CBFA-5A59C8BD2A01}"/>
                    </a:ext>
                  </a:extLst>
                </p14:cNvPr>
                <p14:cNvContentPartPr/>
                <p14:nvPr/>
              </p14:nvContentPartPr>
              <p14:xfrm>
                <a:off x="5200097" y="5043000"/>
                <a:ext cx="48960" cy="71280"/>
              </p14:xfrm>
            </p:contentPart>
          </mc:Choice>
          <mc:Fallback xmlns="">
            <p:pic>
              <p:nvPicPr>
                <p:cNvPr id="73" name="Ink 72">
                  <a:extLst>
                    <a:ext uri="{FF2B5EF4-FFF2-40B4-BE49-F238E27FC236}">
                      <a16:creationId xmlns:a16="http://schemas.microsoft.com/office/drawing/2014/main" id="{DB31F648-271A-5272-CBFA-5A59C8BD2A01}"/>
                    </a:ext>
                  </a:extLst>
                </p:cNvPr>
                <p:cNvPicPr/>
                <p:nvPr/>
              </p:nvPicPr>
              <p:blipFill>
                <a:blip r:embed="rId103"/>
                <a:stretch>
                  <a:fillRect/>
                </a:stretch>
              </p:blipFill>
              <p:spPr>
                <a:xfrm>
                  <a:off x="5191097" y="5034000"/>
                  <a:ext cx="6660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5" name="Ink 74">
                  <a:extLst>
                    <a:ext uri="{FF2B5EF4-FFF2-40B4-BE49-F238E27FC236}">
                      <a16:creationId xmlns:a16="http://schemas.microsoft.com/office/drawing/2014/main" id="{7CAD380C-551E-7D29-E330-6B9C1F990884}"/>
                    </a:ext>
                  </a:extLst>
                </p14:cNvPr>
                <p14:cNvContentPartPr/>
                <p14:nvPr/>
              </p14:nvContentPartPr>
              <p14:xfrm>
                <a:off x="5385857" y="5057760"/>
                <a:ext cx="145440" cy="105840"/>
              </p14:xfrm>
            </p:contentPart>
          </mc:Choice>
          <mc:Fallback xmlns="">
            <p:pic>
              <p:nvPicPr>
                <p:cNvPr id="75" name="Ink 74">
                  <a:extLst>
                    <a:ext uri="{FF2B5EF4-FFF2-40B4-BE49-F238E27FC236}">
                      <a16:creationId xmlns:a16="http://schemas.microsoft.com/office/drawing/2014/main" id="{7CAD380C-551E-7D29-E330-6B9C1F990884}"/>
                    </a:ext>
                  </a:extLst>
                </p:cNvPr>
                <p:cNvPicPr/>
                <p:nvPr/>
              </p:nvPicPr>
              <p:blipFill>
                <a:blip r:embed="rId105"/>
                <a:stretch>
                  <a:fillRect/>
                </a:stretch>
              </p:blipFill>
              <p:spPr>
                <a:xfrm>
                  <a:off x="5376857" y="5049120"/>
                  <a:ext cx="1630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6" name="Ink 75">
                  <a:extLst>
                    <a:ext uri="{FF2B5EF4-FFF2-40B4-BE49-F238E27FC236}">
                      <a16:creationId xmlns:a16="http://schemas.microsoft.com/office/drawing/2014/main" id="{794B9084-A753-6A4C-B95F-05F7F668D84B}"/>
                    </a:ext>
                  </a:extLst>
                </p14:cNvPr>
                <p14:cNvContentPartPr/>
                <p14:nvPr/>
              </p14:nvContentPartPr>
              <p14:xfrm>
                <a:off x="5534537" y="4956960"/>
                <a:ext cx="62640" cy="170640"/>
              </p14:xfrm>
            </p:contentPart>
          </mc:Choice>
          <mc:Fallback xmlns="">
            <p:pic>
              <p:nvPicPr>
                <p:cNvPr id="76" name="Ink 75">
                  <a:extLst>
                    <a:ext uri="{FF2B5EF4-FFF2-40B4-BE49-F238E27FC236}">
                      <a16:creationId xmlns:a16="http://schemas.microsoft.com/office/drawing/2014/main" id="{794B9084-A753-6A4C-B95F-05F7F668D84B}"/>
                    </a:ext>
                  </a:extLst>
                </p:cNvPr>
                <p:cNvPicPr/>
                <p:nvPr/>
              </p:nvPicPr>
              <p:blipFill>
                <a:blip r:embed="rId107"/>
                <a:stretch>
                  <a:fillRect/>
                </a:stretch>
              </p:blipFill>
              <p:spPr>
                <a:xfrm>
                  <a:off x="5525897" y="4948320"/>
                  <a:ext cx="802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7" name="Ink 76">
                  <a:extLst>
                    <a:ext uri="{FF2B5EF4-FFF2-40B4-BE49-F238E27FC236}">
                      <a16:creationId xmlns:a16="http://schemas.microsoft.com/office/drawing/2014/main" id="{3E1F4B79-E3A2-CDB7-2946-5D4BD1696EC8}"/>
                    </a:ext>
                  </a:extLst>
                </p14:cNvPr>
                <p14:cNvContentPartPr/>
                <p14:nvPr/>
              </p14:nvContentPartPr>
              <p14:xfrm>
                <a:off x="5531297" y="4912680"/>
                <a:ext cx="102600" cy="199440"/>
              </p14:xfrm>
            </p:contentPart>
          </mc:Choice>
          <mc:Fallback xmlns="">
            <p:pic>
              <p:nvPicPr>
                <p:cNvPr id="77" name="Ink 76">
                  <a:extLst>
                    <a:ext uri="{FF2B5EF4-FFF2-40B4-BE49-F238E27FC236}">
                      <a16:creationId xmlns:a16="http://schemas.microsoft.com/office/drawing/2014/main" id="{3E1F4B79-E3A2-CDB7-2946-5D4BD1696EC8}"/>
                    </a:ext>
                  </a:extLst>
                </p:cNvPr>
                <p:cNvPicPr/>
                <p:nvPr/>
              </p:nvPicPr>
              <p:blipFill>
                <a:blip r:embed="rId109"/>
                <a:stretch>
                  <a:fillRect/>
                </a:stretch>
              </p:blipFill>
              <p:spPr>
                <a:xfrm>
                  <a:off x="5522297" y="4903680"/>
                  <a:ext cx="1202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8" name="Ink 77">
                  <a:extLst>
                    <a:ext uri="{FF2B5EF4-FFF2-40B4-BE49-F238E27FC236}">
                      <a16:creationId xmlns:a16="http://schemas.microsoft.com/office/drawing/2014/main" id="{EBE9BCD6-D547-4CD0-950F-A6BEE9B29C97}"/>
                    </a:ext>
                  </a:extLst>
                </p14:cNvPr>
                <p14:cNvContentPartPr/>
                <p14:nvPr/>
              </p14:nvContentPartPr>
              <p14:xfrm>
                <a:off x="5736857" y="4906920"/>
                <a:ext cx="128160" cy="147600"/>
              </p14:xfrm>
            </p:contentPart>
          </mc:Choice>
          <mc:Fallback xmlns="">
            <p:pic>
              <p:nvPicPr>
                <p:cNvPr id="78" name="Ink 77">
                  <a:extLst>
                    <a:ext uri="{FF2B5EF4-FFF2-40B4-BE49-F238E27FC236}">
                      <a16:creationId xmlns:a16="http://schemas.microsoft.com/office/drawing/2014/main" id="{EBE9BCD6-D547-4CD0-950F-A6BEE9B29C97}"/>
                    </a:ext>
                  </a:extLst>
                </p:cNvPr>
                <p:cNvPicPr/>
                <p:nvPr/>
              </p:nvPicPr>
              <p:blipFill>
                <a:blip r:embed="rId111"/>
                <a:stretch>
                  <a:fillRect/>
                </a:stretch>
              </p:blipFill>
              <p:spPr>
                <a:xfrm>
                  <a:off x="5727857" y="4898280"/>
                  <a:ext cx="1458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9" name="Ink 78">
                  <a:extLst>
                    <a:ext uri="{FF2B5EF4-FFF2-40B4-BE49-F238E27FC236}">
                      <a16:creationId xmlns:a16="http://schemas.microsoft.com/office/drawing/2014/main" id="{BD14FC27-B01C-37BA-6F2E-8D5DC39D26AB}"/>
                    </a:ext>
                  </a:extLst>
                </p14:cNvPr>
                <p14:cNvContentPartPr/>
                <p14:nvPr/>
              </p14:nvContentPartPr>
              <p14:xfrm>
                <a:off x="5821817" y="4807920"/>
                <a:ext cx="168840" cy="221040"/>
              </p14:xfrm>
            </p:contentPart>
          </mc:Choice>
          <mc:Fallback xmlns="">
            <p:pic>
              <p:nvPicPr>
                <p:cNvPr id="79" name="Ink 78">
                  <a:extLst>
                    <a:ext uri="{FF2B5EF4-FFF2-40B4-BE49-F238E27FC236}">
                      <a16:creationId xmlns:a16="http://schemas.microsoft.com/office/drawing/2014/main" id="{BD14FC27-B01C-37BA-6F2E-8D5DC39D26AB}"/>
                    </a:ext>
                  </a:extLst>
                </p:cNvPr>
                <p:cNvPicPr/>
                <p:nvPr/>
              </p:nvPicPr>
              <p:blipFill>
                <a:blip r:embed="rId113"/>
                <a:stretch>
                  <a:fillRect/>
                </a:stretch>
              </p:blipFill>
              <p:spPr>
                <a:xfrm>
                  <a:off x="5813177" y="4798920"/>
                  <a:ext cx="18648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0" name="Ink 79">
                  <a:extLst>
                    <a:ext uri="{FF2B5EF4-FFF2-40B4-BE49-F238E27FC236}">
                      <a16:creationId xmlns:a16="http://schemas.microsoft.com/office/drawing/2014/main" id="{5546034C-E0B5-47A6-6A28-EDFA5A5EF355}"/>
                    </a:ext>
                  </a:extLst>
                </p14:cNvPr>
                <p14:cNvContentPartPr/>
                <p14:nvPr/>
              </p14:nvContentPartPr>
              <p14:xfrm>
                <a:off x="6022337" y="4898280"/>
                <a:ext cx="157680" cy="119520"/>
              </p14:xfrm>
            </p:contentPart>
          </mc:Choice>
          <mc:Fallback xmlns="">
            <p:pic>
              <p:nvPicPr>
                <p:cNvPr id="80" name="Ink 79">
                  <a:extLst>
                    <a:ext uri="{FF2B5EF4-FFF2-40B4-BE49-F238E27FC236}">
                      <a16:creationId xmlns:a16="http://schemas.microsoft.com/office/drawing/2014/main" id="{5546034C-E0B5-47A6-6A28-EDFA5A5EF355}"/>
                    </a:ext>
                  </a:extLst>
                </p:cNvPr>
                <p:cNvPicPr/>
                <p:nvPr/>
              </p:nvPicPr>
              <p:blipFill>
                <a:blip r:embed="rId115"/>
                <a:stretch>
                  <a:fillRect/>
                </a:stretch>
              </p:blipFill>
              <p:spPr>
                <a:xfrm>
                  <a:off x="6013337" y="4889640"/>
                  <a:ext cx="17532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81" name="Ink 80">
                  <a:extLst>
                    <a:ext uri="{FF2B5EF4-FFF2-40B4-BE49-F238E27FC236}">
                      <a16:creationId xmlns:a16="http://schemas.microsoft.com/office/drawing/2014/main" id="{DC2114C4-A0E1-5DDB-809F-7F52BDF1949C}"/>
                    </a:ext>
                  </a:extLst>
                </p14:cNvPr>
                <p14:cNvContentPartPr/>
                <p14:nvPr/>
              </p14:nvContentPartPr>
              <p14:xfrm>
                <a:off x="6198017" y="4841400"/>
                <a:ext cx="132840" cy="134280"/>
              </p14:xfrm>
            </p:contentPart>
          </mc:Choice>
          <mc:Fallback xmlns="">
            <p:pic>
              <p:nvPicPr>
                <p:cNvPr id="81" name="Ink 80">
                  <a:extLst>
                    <a:ext uri="{FF2B5EF4-FFF2-40B4-BE49-F238E27FC236}">
                      <a16:creationId xmlns:a16="http://schemas.microsoft.com/office/drawing/2014/main" id="{DC2114C4-A0E1-5DDB-809F-7F52BDF1949C}"/>
                    </a:ext>
                  </a:extLst>
                </p:cNvPr>
                <p:cNvPicPr/>
                <p:nvPr/>
              </p:nvPicPr>
              <p:blipFill>
                <a:blip r:embed="rId117"/>
                <a:stretch>
                  <a:fillRect/>
                </a:stretch>
              </p:blipFill>
              <p:spPr>
                <a:xfrm>
                  <a:off x="6189377" y="4832760"/>
                  <a:ext cx="1504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82" name="Ink 81">
                  <a:extLst>
                    <a:ext uri="{FF2B5EF4-FFF2-40B4-BE49-F238E27FC236}">
                      <a16:creationId xmlns:a16="http://schemas.microsoft.com/office/drawing/2014/main" id="{359C08BE-F840-2751-B321-3DDFD54CE542}"/>
                    </a:ext>
                  </a:extLst>
                </p14:cNvPr>
                <p14:cNvContentPartPr/>
                <p14:nvPr/>
              </p14:nvContentPartPr>
              <p14:xfrm>
                <a:off x="6317897" y="4842120"/>
                <a:ext cx="124200" cy="118800"/>
              </p14:xfrm>
            </p:contentPart>
          </mc:Choice>
          <mc:Fallback xmlns="">
            <p:pic>
              <p:nvPicPr>
                <p:cNvPr id="82" name="Ink 81">
                  <a:extLst>
                    <a:ext uri="{FF2B5EF4-FFF2-40B4-BE49-F238E27FC236}">
                      <a16:creationId xmlns:a16="http://schemas.microsoft.com/office/drawing/2014/main" id="{359C08BE-F840-2751-B321-3DDFD54CE542}"/>
                    </a:ext>
                  </a:extLst>
                </p:cNvPr>
                <p:cNvPicPr/>
                <p:nvPr/>
              </p:nvPicPr>
              <p:blipFill>
                <a:blip r:embed="rId119"/>
                <a:stretch>
                  <a:fillRect/>
                </a:stretch>
              </p:blipFill>
              <p:spPr>
                <a:xfrm>
                  <a:off x="6308897" y="4833480"/>
                  <a:ext cx="1418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3" name="Ink 82">
                  <a:extLst>
                    <a:ext uri="{FF2B5EF4-FFF2-40B4-BE49-F238E27FC236}">
                      <a16:creationId xmlns:a16="http://schemas.microsoft.com/office/drawing/2014/main" id="{F5F68D2A-C82A-74BE-6DFD-0AB0CE8FECC2}"/>
                    </a:ext>
                  </a:extLst>
                </p14:cNvPr>
                <p14:cNvContentPartPr/>
                <p14:nvPr/>
              </p14:nvContentPartPr>
              <p14:xfrm>
                <a:off x="6479537" y="4767600"/>
                <a:ext cx="177840" cy="214920"/>
              </p14:xfrm>
            </p:contentPart>
          </mc:Choice>
          <mc:Fallback xmlns="">
            <p:pic>
              <p:nvPicPr>
                <p:cNvPr id="83" name="Ink 82">
                  <a:extLst>
                    <a:ext uri="{FF2B5EF4-FFF2-40B4-BE49-F238E27FC236}">
                      <a16:creationId xmlns:a16="http://schemas.microsoft.com/office/drawing/2014/main" id="{F5F68D2A-C82A-74BE-6DFD-0AB0CE8FECC2}"/>
                    </a:ext>
                  </a:extLst>
                </p:cNvPr>
                <p:cNvPicPr/>
                <p:nvPr/>
              </p:nvPicPr>
              <p:blipFill>
                <a:blip r:embed="rId121"/>
                <a:stretch>
                  <a:fillRect/>
                </a:stretch>
              </p:blipFill>
              <p:spPr>
                <a:xfrm>
                  <a:off x="6470537" y="4758600"/>
                  <a:ext cx="195480" cy="232560"/>
                </a:xfrm>
                <a:prstGeom prst="rect">
                  <a:avLst/>
                </a:prstGeom>
              </p:spPr>
            </p:pic>
          </mc:Fallback>
        </mc:AlternateContent>
      </p:grpSp>
    </p:spTree>
    <p:extLst>
      <p:ext uri="{BB962C8B-B14F-4D97-AF65-F5344CB8AC3E}">
        <p14:creationId xmlns:p14="http://schemas.microsoft.com/office/powerpoint/2010/main" val="1829884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chemeClr val="tx1"/>
                </a:solidFill>
                <a:latin typeface="Arial Narrow" pitchFamily="34" charset="0"/>
                <a:ea typeface="Arial Unicode MS" pitchFamily="34" charset="-128"/>
                <a:cs typeface="Arial Unicode MS" pitchFamily="34" charset="-128"/>
              </a:rPr>
              <a:t>Digital</a:t>
            </a:r>
            <a:r>
              <a:rPr lang="en-US" sz="2800" dirty="0">
                <a:solidFill>
                  <a:schemeClr val="tx1"/>
                </a:solidFill>
                <a:latin typeface="Arial Narrow" pitchFamily="34" charset="0"/>
                <a:ea typeface="Arial Unicode MS" pitchFamily="34" charset="-128"/>
                <a:cs typeface="Arial Unicode MS" pitchFamily="34" charset="-128"/>
              </a:rPr>
              <a:t> </a:t>
            </a:r>
            <a:r>
              <a:rPr lang="en-US" sz="2800" b="1" dirty="0">
                <a:solidFill>
                  <a:schemeClr val="tx1"/>
                </a:solidFill>
                <a:latin typeface="Arial Narrow" pitchFamily="34" charset="0"/>
                <a:ea typeface="Arial Unicode MS" pitchFamily="34" charset="-128"/>
                <a:cs typeface="Arial Unicode MS" pitchFamily="34" charset="-128"/>
              </a:rPr>
              <a:t>Hierarchy</a:t>
            </a:r>
            <a:endParaRPr lang="en-US" sz="2600" b="1" dirty="0">
              <a:solidFill>
                <a:schemeClr val="tx1"/>
              </a:solidFill>
            </a:endParaRP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457200" y="1637390"/>
            <a:ext cx="8107894" cy="1200329"/>
          </a:xfrm>
          <a:prstGeom prst="rect">
            <a:avLst/>
          </a:prstGeom>
        </p:spPr>
        <p:txBody>
          <a:bodyPr wrap="square">
            <a:spAutoFit/>
          </a:bodyPr>
          <a:lstStyle/>
          <a:p>
            <a:pPr algn="just">
              <a:defRPr/>
            </a:pPr>
            <a:r>
              <a:rPr lang="en-US" b="1" dirty="0">
                <a:solidFill>
                  <a:schemeClr val="bg2"/>
                </a:solidFill>
                <a:latin typeface="Arial Narrow" pitchFamily="34" charset="0"/>
                <a:ea typeface="Arial Unicode MS" pitchFamily="34" charset="-128"/>
                <a:cs typeface="Arial Unicode MS" pitchFamily="34" charset="-128"/>
              </a:rPr>
              <a:t>Digital</a:t>
            </a:r>
            <a:r>
              <a:rPr lang="en-US" dirty="0">
                <a:solidFill>
                  <a:schemeClr val="bg2"/>
                </a:solidFill>
                <a:latin typeface="Arial Narrow" pitchFamily="34" charset="0"/>
                <a:ea typeface="Arial Unicode MS" pitchFamily="34" charset="-128"/>
                <a:cs typeface="Arial Unicode MS" pitchFamily="34" charset="-128"/>
              </a:rPr>
              <a:t> </a:t>
            </a:r>
            <a:r>
              <a:rPr lang="en-US" b="1" dirty="0">
                <a:solidFill>
                  <a:schemeClr val="bg2"/>
                </a:solidFill>
                <a:latin typeface="Arial Narrow" pitchFamily="34" charset="0"/>
                <a:ea typeface="Arial Unicode MS" pitchFamily="34" charset="-128"/>
                <a:cs typeface="Arial Unicode MS" pitchFamily="34" charset="-128"/>
              </a:rPr>
              <a:t>hierarchy:</a:t>
            </a:r>
          </a:p>
          <a:p>
            <a:pPr algn="just">
              <a:defRPr/>
            </a:pPr>
            <a:r>
              <a:rPr lang="en-US" dirty="0">
                <a:solidFill>
                  <a:schemeClr val="bg2"/>
                </a:solidFill>
                <a:latin typeface="Arial Narrow" pitchFamily="34" charset="0"/>
                <a:ea typeface="Arial Unicode MS" pitchFamily="34" charset="-128"/>
                <a:cs typeface="Arial Unicode MS" pitchFamily="34" charset="-128"/>
              </a:rPr>
              <a:t>     Telephone companies implement TDM through a hierarchy of digital signals, called digital signal (DS) service or digital hierarchy. </a:t>
            </a:r>
            <a:r>
              <a:rPr lang="en-US" b="1" i="1" dirty="0">
                <a:solidFill>
                  <a:schemeClr val="bg2"/>
                </a:solidFill>
                <a:latin typeface="Arial Narrow" pitchFamily="34" charset="0"/>
                <a:ea typeface="Arial Unicode MS" pitchFamily="34" charset="-128"/>
                <a:cs typeface="Arial Unicode MS" pitchFamily="34" charset="-128"/>
              </a:rPr>
              <a:t>Figure 25 </a:t>
            </a:r>
            <a:r>
              <a:rPr lang="en-US" dirty="0">
                <a:solidFill>
                  <a:schemeClr val="bg2"/>
                </a:solidFill>
                <a:latin typeface="Arial Narrow" pitchFamily="34" charset="0"/>
                <a:ea typeface="Arial Unicode MS" pitchFamily="34" charset="-128"/>
                <a:cs typeface="Arial Unicode MS" pitchFamily="34" charset="-128"/>
              </a:rPr>
              <a:t>shows the data rates supported by each level.</a:t>
            </a:r>
          </a:p>
        </p:txBody>
      </p:sp>
      <p:pic>
        <p:nvPicPr>
          <p:cNvPr id="5" name="Picture 8"/>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9600" y="2837719"/>
            <a:ext cx="8077200" cy="3216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118006" y="6370904"/>
            <a:ext cx="2664576" cy="369332"/>
          </a:xfrm>
          <a:prstGeom prst="rect">
            <a:avLst/>
          </a:prstGeom>
        </p:spPr>
        <p:txBody>
          <a:bodyPr wrap="none">
            <a:spAutoFit/>
          </a:bodyPr>
          <a:lstStyle/>
          <a:p>
            <a:pPr marL="69850" algn="ctr">
              <a:buClr>
                <a:srgbClr val="629DD1"/>
              </a:buClr>
              <a:defRPr/>
            </a:pPr>
            <a:r>
              <a:rPr lang="en-US" b="1" i="1" dirty="0">
                <a:solidFill>
                  <a:prstClr val="black"/>
                </a:solidFill>
                <a:latin typeface="Calibri" pitchFamily="34" charset="0"/>
              </a:rPr>
              <a:t>Fig. 25: Digital Hierarchy.</a:t>
            </a:r>
            <a:endParaRPr lang="en-US" sz="2800" b="1" u="sng" dirty="0">
              <a:solidFill>
                <a:prstClr val="black"/>
              </a:solidFill>
              <a:latin typeface="Arial Narrow" pitchFamily="34" charset="0"/>
              <a:ea typeface="Arial Unicode MS" pitchFamily="34" charset="-128"/>
              <a:cs typeface="Arial Unicode MS" pitchFamily="34" charset="-128"/>
            </a:endParaRPr>
          </a:p>
        </p:txBody>
      </p:sp>
    </p:spTree>
    <p:extLst>
      <p:ext uri="{BB962C8B-B14F-4D97-AF65-F5344CB8AC3E}">
        <p14:creationId xmlns:p14="http://schemas.microsoft.com/office/powerpoint/2010/main" val="3094701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latin typeface="Arial Narrow" pitchFamily="34" charset="0"/>
                <a:ea typeface="Arial Unicode MS" pitchFamily="34" charset="-128"/>
                <a:cs typeface="Arial Unicode MS" pitchFamily="34" charset="-128"/>
              </a:rPr>
              <a:t>Digital</a:t>
            </a:r>
            <a:r>
              <a:rPr lang="en-US" dirty="0">
                <a:solidFill>
                  <a:schemeClr val="tx1"/>
                </a:solidFill>
                <a:latin typeface="Arial Narrow" pitchFamily="34" charset="0"/>
                <a:ea typeface="Arial Unicode MS" pitchFamily="34" charset="-128"/>
                <a:cs typeface="Arial Unicode MS" pitchFamily="34" charset="-128"/>
              </a:rPr>
              <a:t> </a:t>
            </a:r>
            <a:r>
              <a:rPr lang="en-US" b="1" dirty="0">
                <a:solidFill>
                  <a:schemeClr val="tx1"/>
                </a:solidFill>
                <a:latin typeface="Arial Narrow" pitchFamily="34" charset="0"/>
                <a:ea typeface="Arial Unicode MS" pitchFamily="34" charset="-128"/>
                <a:cs typeface="Arial Unicode MS" pitchFamily="34" charset="-128"/>
              </a:rPr>
              <a:t>Hierarchy</a:t>
            </a:r>
            <a:endParaRPr lang="en-US" b="1" dirty="0">
              <a:solidFill>
                <a:schemeClr val="tx1"/>
              </a:solidFill>
            </a:endParaRP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335494" y="1554402"/>
            <a:ext cx="8229600" cy="1477328"/>
          </a:xfrm>
          <a:prstGeom prst="rect">
            <a:avLst/>
          </a:prstGeom>
        </p:spPr>
        <p:txBody>
          <a:bodyPr wrap="square">
            <a:spAutoFit/>
          </a:bodyPr>
          <a:lstStyle/>
          <a:p>
            <a:pPr algn="just"/>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 Lines:</a:t>
            </a: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DS-0, DS-1, and so on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are the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names of services.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To implement those services, the telephone companies use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 lines (T-1 to T-4).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These are lines with capacities precisely matched to the data rates of the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DS-1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to</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DS-4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services (see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Table 1</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So far only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T-1 and T-3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lines are commercially available.</a:t>
            </a:r>
          </a:p>
        </p:txBody>
      </p:sp>
      <p:pic>
        <p:nvPicPr>
          <p:cNvPr id="5"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2000" y="3352800"/>
            <a:ext cx="7742238"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768395" y="5445520"/>
            <a:ext cx="864724" cy="369332"/>
          </a:xfrm>
          <a:prstGeom prst="rect">
            <a:avLst/>
          </a:prstGeom>
        </p:spPr>
        <p:txBody>
          <a:bodyPr wrap="none">
            <a:spAutoFit/>
          </a:bodyPr>
          <a:lstStyle/>
          <a:p>
            <a:pPr algn="ctr"/>
            <a:r>
              <a:rPr lang="en-US" altLang="en-US" b="1" i="1" dirty="0">
                <a:latin typeface="Calibri" panose="020F0502020204030204" pitchFamily="34" charset="0"/>
                <a:ea typeface="Arial Unicode MS" panose="020B0604020202020204" pitchFamily="34" charset="-128"/>
                <a:cs typeface="Arial Unicode MS" panose="020B0604020202020204" pitchFamily="34" charset="-128"/>
              </a:rPr>
              <a:t>Table 1</a:t>
            </a:r>
          </a:p>
        </p:txBody>
      </p:sp>
    </p:spTree>
    <p:extLst>
      <p:ext uri="{BB962C8B-B14F-4D97-AF65-F5344CB8AC3E}">
        <p14:creationId xmlns:p14="http://schemas.microsoft.com/office/powerpoint/2010/main" val="3672811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solidFill>
                  <a:schemeClr val="tx1"/>
                </a:solidFill>
                <a:latin typeface="Arial Narrow" pitchFamily="34" charset="0"/>
                <a:ea typeface="Arial Unicode MS" pitchFamily="34" charset="-128"/>
                <a:cs typeface="Arial Unicode MS" pitchFamily="34" charset="-128"/>
              </a:rPr>
              <a:t>Digital</a:t>
            </a:r>
            <a:r>
              <a:rPr lang="en-US" sz="2800" dirty="0">
                <a:solidFill>
                  <a:schemeClr val="tx1"/>
                </a:solidFill>
                <a:latin typeface="Arial Narrow" pitchFamily="34" charset="0"/>
                <a:ea typeface="Arial Unicode MS" pitchFamily="34" charset="-128"/>
                <a:cs typeface="Arial Unicode MS" pitchFamily="34" charset="-128"/>
              </a:rPr>
              <a:t> </a:t>
            </a:r>
            <a:r>
              <a:rPr lang="en-US" sz="2800" b="1" dirty="0">
                <a:solidFill>
                  <a:schemeClr val="tx1"/>
                </a:solidFill>
                <a:latin typeface="Arial Narrow" pitchFamily="34" charset="0"/>
                <a:ea typeface="Arial Unicode MS" pitchFamily="34" charset="-128"/>
                <a:cs typeface="Arial Unicode MS" pitchFamily="34" charset="-128"/>
              </a:rPr>
              <a:t>Hierarchy</a:t>
            </a:r>
            <a:endParaRPr lang="en-US" sz="2800" b="1" dirty="0">
              <a:solidFill>
                <a:schemeClr val="tx1"/>
              </a:solidFill>
            </a:endParaRP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335493" y="1498938"/>
            <a:ext cx="8379015" cy="1200329"/>
          </a:xfrm>
          <a:prstGeom prst="rect">
            <a:avLst/>
          </a:prstGeom>
        </p:spPr>
        <p:txBody>
          <a:bodyPr wrap="square">
            <a:spAutoFit/>
          </a:bodyPr>
          <a:lstStyle/>
          <a:p>
            <a:pPr algn="just"/>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 Lines for Analog Transmission:</a:t>
            </a: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 lines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are digital lines designed for the transmission of digital data, audio, or video. However, they also can be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used</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for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analog transmission (regular telephone connections),</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provided the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analog signals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are first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sampled,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then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time-division multiplexed.</a:t>
            </a:r>
          </a:p>
        </p:txBody>
      </p:sp>
      <p:pic>
        <p:nvPicPr>
          <p:cNvPr id="5" name="Picture 10"/>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03781" y="2973629"/>
            <a:ext cx="7693025" cy="311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1774872" y="6364253"/>
            <a:ext cx="5500255" cy="369332"/>
          </a:xfrm>
          <a:prstGeom prst="rect">
            <a:avLst/>
          </a:prstGeom>
        </p:spPr>
        <p:txBody>
          <a:bodyPr wrap="square">
            <a:spAutoFit/>
          </a:bodyPr>
          <a:lstStyle/>
          <a:p>
            <a:pPr algn="ctr"/>
            <a:r>
              <a:rPr lang="en-US" altLang="en-US" b="1" i="1" dirty="0">
                <a:solidFill>
                  <a:srgbClr val="000000"/>
                </a:solidFill>
                <a:latin typeface="Calibri" panose="020F0502020204030204" pitchFamily="34" charset="0"/>
              </a:rPr>
              <a:t>Fig. 26: T-1 line for multiplexing telephone lines.</a:t>
            </a:r>
            <a:endParaRPr lang="en-US" altLang="en-US" b="1" dirty="0">
              <a:latin typeface="Calibri" panose="020F0502020204030204" pitchFamily="34" charset="0"/>
              <a:ea typeface="Arial Unicode MS" panose="020B0604020202020204" pitchFamily="34" charset="-128"/>
              <a:cs typeface="Arial Unicode MS" panose="020B0604020202020204" pitchFamily="34" charset="-128"/>
            </a:endParaRPr>
          </a:p>
        </p:txBody>
      </p:sp>
      <p:grpSp>
        <p:nvGrpSpPr>
          <p:cNvPr id="21" name="Group 20">
            <a:extLst>
              <a:ext uri="{FF2B5EF4-FFF2-40B4-BE49-F238E27FC236}">
                <a16:creationId xmlns:a16="http://schemas.microsoft.com/office/drawing/2014/main" id="{15260E67-7F7F-EB42-796C-00404EC39CDB}"/>
              </a:ext>
            </a:extLst>
          </p:cNvPr>
          <p:cNvGrpSpPr/>
          <p:nvPr/>
        </p:nvGrpSpPr>
        <p:grpSpPr>
          <a:xfrm>
            <a:off x="4888697" y="2956440"/>
            <a:ext cx="1921320" cy="357120"/>
            <a:chOff x="4888697" y="2956440"/>
            <a:chExt cx="1921320" cy="357120"/>
          </a:xfrm>
        </p:grpSpPr>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59F4A371-7E52-DE92-11ED-5CC5EB5E3066}"/>
                    </a:ext>
                  </a:extLst>
                </p14:cNvPr>
                <p14:cNvContentPartPr/>
                <p14:nvPr/>
              </p14:nvContentPartPr>
              <p14:xfrm>
                <a:off x="4962137" y="3017640"/>
                <a:ext cx="115920" cy="288000"/>
              </p14:xfrm>
            </p:contentPart>
          </mc:Choice>
          <mc:Fallback xmlns="">
            <p:pic>
              <p:nvPicPr>
                <p:cNvPr id="7" name="Ink 6">
                  <a:extLst>
                    <a:ext uri="{FF2B5EF4-FFF2-40B4-BE49-F238E27FC236}">
                      <a16:creationId xmlns:a16="http://schemas.microsoft.com/office/drawing/2014/main" id="{59F4A371-7E52-DE92-11ED-5CC5EB5E3066}"/>
                    </a:ext>
                  </a:extLst>
                </p:cNvPr>
                <p:cNvPicPr/>
                <p:nvPr/>
              </p:nvPicPr>
              <p:blipFill>
                <a:blip r:embed="rId4"/>
                <a:stretch>
                  <a:fillRect/>
                </a:stretch>
              </p:blipFill>
              <p:spPr>
                <a:xfrm>
                  <a:off x="4953497" y="3008640"/>
                  <a:ext cx="1335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28C1F959-AE2F-8C21-857A-F51A712713B2}"/>
                    </a:ext>
                  </a:extLst>
                </p14:cNvPr>
                <p14:cNvContentPartPr/>
                <p14:nvPr/>
              </p14:nvContentPartPr>
              <p14:xfrm>
                <a:off x="4888697" y="3011520"/>
                <a:ext cx="251280" cy="281880"/>
              </p14:xfrm>
            </p:contentPart>
          </mc:Choice>
          <mc:Fallback xmlns="">
            <p:pic>
              <p:nvPicPr>
                <p:cNvPr id="8" name="Ink 7">
                  <a:extLst>
                    <a:ext uri="{FF2B5EF4-FFF2-40B4-BE49-F238E27FC236}">
                      <a16:creationId xmlns:a16="http://schemas.microsoft.com/office/drawing/2014/main" id="{28C1F959-AE2F-8C21-857A-F51A712713B2}"/>
                    </a:ext>
                  </a:extLst>
                </p:cNvPr>
                <p:cNvPicPr/>
                <p:nvPr/>
              </p:nvPicPr>
              <p:blipFill>
                <a:blip r:embed="rId6"/>
                <a:stretch>
                  <a:fillRect/>
                </a:stretch>
              </p:blipFill>
              <p:spPr>
                <a:xfrm>
                  <a:off x="4879697" y="3002880"/>
                  <a:ext cx="26892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47B8C8D9-8E23-C291-D895-C703A044367A}"/>
                    </a:ext>
                  </a:extLst>
                </p14:cNvPr>
                <p14:cNvContentPartPr/>
                <p14:nvPr/>
              </p14:nvContentPartPr>
              <p14:xfrm>
                <a:off x="5158337" y="3092880"/>
                <a:ext cx="191160" cy="138240"/>
              </p14:xfrm>
            </p:contentPart>
          </mc:Choice>
          <mc:Fallback xmlns="">
            <p:pic>
              <p:nvPicPr>
                <p:cNvPr id="9" name="Ink 8">
                  <a:extLst>
                    <a:ext uri="{FF2B5EF4-FFF2-40B4-BE49-F238E27FC236}">
                      <a16:creationId xmlns:a16="http://schemas.microsoft.com/office/drawing/2014/main" id="{47B8C8D9-8E23-C291-D895-C703A044367A}"/>
                    </a:ext>
                  </a:extLst>
                </p:cNvPr>
                <p:cNvPicPr/>
                <p:nvPr/>
              </p:nvPicPr>
              <p:blipFill>
                <a:blip r:embed="rId8"/>
                <a:stretch>
                  <a:fillRect/>
                </a:stretch>
              </p:blipFill>
              <p:spPr>
                <a:xfrm>
                  <a:off x="5149697" y="3084240"/>
                  <a:ext cx="2088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0C7A4A5E-A8C7-DCEA-AC52-69B19D2969A0}"/>
                    </a:ext>
                  </a:extLst>
                </p14:cNvPr>
                <p14:cNvContentPartPr/>
                <p14:nvPr/>
              </p14:nvContentPartPr>
              <p14:xfrm>
                <a:off x="5232857" y="3086400"/>
                <a:ext cx="67320" cy="205200"/>
              </p14:xfrm>
            </p:contentPart>
          </mc:Choice>
          <mc:Fallback xmlns="">
            <p:pic>
              <p:nvPicPr>
                <p:cNvPr id="10" name="Ink 9">
                  <a:extLst>
                    <a:ext uri="{FF2B5EF4-FFF2-40B4-BE49-F238E27FC236}">
                      <a16:creationId xmlns:a16="http://schemas.microsoft.com/office/drawing/2014/main" id="{0C7A4A5E-A8C7-DCEA-AC52-69B19D2969A0}"/>
                    </a:ext>
                  </a:extLst>
                </p:cNvPr>
                <p:cNvPicPr/>
                <p:nvPr/>
              </p:nvPicPr>
              <p:blipFill>
                <a:blip r:embed="rId10"/>
                <a:stretch>
                  <a:fillRect/>
                </a:stretch>
              </p:blipFill>
              <p:spPr>
                <a:xfrm>
                  <a:off x="5223857" y="3077400"/>
                  <a:ext cx="8496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C330238-A8B7-C855-C492-B3850BC20587}"/>
                    </a:ext>
                  </a:extLst>
                </p14:cNvPr>
                <p14:cNvContentPartPr/>
                <p14:nvPr/>
              </p14:nvContentPartPr>
              <p14:xfrm>
                <a:off x="5327897" y="3018000"/>
                <a:ext cx="174960" cy="237600"/>
              </p14:xfrm>
            </p:contentPart>
          </mc:Choice>
          <mc:Fallback xmlns="">
            <p:pic>
              <p:nvPicPr>
                <p:cNvPr id="12" name="Ink 11">
                  <a:extLst>
                    <a:ext uri="{FF2B5EF4-FFF2-40B4-BE49-F238E27FC236}">
                      <a16:creationId xmlns:a16="http://schemas.microsoft.com/office/drawing/2014/main" id="{3C330238-A8B7-C855-C492-B3850BC20587}"/>
                    </a:ext>
                  </a:extLst>
                </p:cNvPr>
                <p:cNvPicPr/>
                <p:nvPr/>
              </p:nvPicPr>
              <p:blipFill>
                <a:blip r:embed="rId12"/>
                <a:stretch>
                  <a:fillRect/>
                </a:stretch>
              </p:blipFill>
              <p:spPr>
                <a:xfrm>
                  <a:off x="5319257" y="3009360"/>
                  <a:ext cx="19260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6D23B1F9-28A4-E549-16E3-68EB49198D66}"/>
                    </a:ext>
                  </a:extLst>
                </p14:cNvPr>
                <p14:cNvContentPartPr/>
                <p14:nvPr/>
              </p14:nvContentPartPr>
              <p14:xfrm>
                <a:off x="5626337" y="3052560"/>
                <a:ext cx="91440" cy="135000"/>
              </p14:xfrm>
            </p:contentPart>
          </mc:Choice>
          <mc:Fallback xmlns="">
            <p:pic>
              <p:nvPicPr>
                <p:cNvPr id="13" name="Ink 12">
                  <a:extLst>
                    <a:ext uri="{FF2B5EF4-FFF2-40B4-BE49-F238E27FC236}">
                      <a16:creationId xmlns:a16="http://schemas.microsoft.com/office/drawing/2014/main" id="{6D23B1F9-28A4-E549-16E3-68EB49198D66}"/>
                    </a:ext>
                  </a:extLst>
                </p:cNvPr>
                <p:cNvPicPr/>
                <p:nvPr/>
              </p:nvPicPr>
              <p:blipFill>
                <a:blip r:embed="rId14"/>
                <a:stretch>
                  <a:fillRect/>
                </a:stretch>
              </p:blipFill>
              <p:spPr>
                <a:xfrm>
                  <a:off x="5617337" y="3043560"/>
                  <a:ext cx="10908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8087F6DE-E1D2-FBB2-AF5F-AAFF31A7E505}"/>
                    </a:ext>
                  </a:extLst>
                </p14:cNvPr>
                <p14:cNvContentPartPr/>
                <p14:nvPr/>
              </p14:nvContentPartPr>
              <p14:xfrm>
                <a:off x="5791577" y="3033120"/>
                <a:ext cx="93600" cy="138600"/>
              </p14:xfrm>
            </p:contentPart>
          </mc:Choice>
          <mc:Fallback xmlns="">
            <p:pic>
              <p:nvPicPr>
                <p:cNvPr id="14" name="Ink 13">
                  <a:extLst>
                    <a:ext uri="{FF2B5EF4-FFF2-40B4-BE49-F238E27FC236}">
                      <a16:creationId xmlns:a16="http://schemas.microsoft.com/office/drawing/2014/main" id="{8087F6DE-E1D2-FBB2-AF5F-AAFF31A7E505}"/>
                    </a:ext>
                  </a:extLst>
                </p:cNvPr>
                <p:cNvPicPr/>
                <p:nvPr/>
              </p:nvPicPr>
              <p:blipFill>
                <a:blip r:embed="rId16"/>
                <a:stretch>
                  <a:fillRect/>
                </a:stretch>
              </p:blipFill>
              <p:spPr>
                <a:xfrm>
                  <a:off x="5782577" y="3024120"/>
                  <a:ext cx="1112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492604E0-1098-7743-9C8F-72D1868E48A5}"/>
                    </a:ext>
                  </a:extLst>
                </p14:cNvPr>
                <p14:cNvContentPartPr/>
                <p14:nvPr/>
              </p14:nvContentPartPr>
              <p14:xfrm>
                <a:off x="5949977" y="3064800"/>
                <a:ext cx="86400" cy="107280"/>
              </p14:xfrm>
            </p:contentPart>
          </mc:Choice>
          <mc:Fallback xmlns="">
            <p:pic>
              <p:nvPicPr>
                <p:cNvPr id="15" name="Ink 14">
                  <a:extLst>
                    <a:ext uri="{FF2B5EF4-FFF2-40B4-BE49-F238E27FC236}">
                      <a16:creationId xmlns:a16="http://schemas.microsoft.com/office/drawing/2014/main" id="{492604E0-1098-7743-9C8F-72D1868E48A5}"/>
                    </a:ext>
                  </a:extLst>
                </p:cNvPr>
                <p:cNvPicPr/>
                <p:nvPr/>
              </p:nvPicPr>
              <p:blipFill>
                <a:blip r:embed="rId18"/>
                <a:stretch>
                  <a:fillRect/>
                </a:stretch>
              </p:blipFill>
              <p:spPr>
                <a:xfrm>
                  <a:off x="5941337" y="3056160"/>
                  <a:ext cx="10404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70BB542C-9B2E-5DD9-9042-1EAEBDC3B94A}"/>
                    </a:ext>
                  </a:extLst>
                </p14:cNvPr>
                <p14:cNvContentPartPr/>
                <p14:nvPr/>
              </p14:nvContentPartPr>
              <p14:xfrm>
                <a:off x="6185057" y="3082080"/>
                <a:ext cx="88920" cy="9720"/>
              </p14:xfrm>
            </p:contentPart>
          </mc:Choice>
          <mc:Fallback xmlns="">
            <p:pic>
              <p:nvPicPr>
                <p:cNvPr id="16" name="Ink 15">
                  <a:extLst>
                    <a:ext uri="{FF2B5EF4-FFF2-40B4-BE49-F238E27FC236}">
                      <a16:creationId xmlns:a16="http://schemas.microsoft.com/office/drawing/2014/main" id="{70BB542C-9B2E-5DD9-9042-1EAEBDC3B94A}"/>
                    </a:ext>
                  </a:extLst>
                </p:cNvPr>
                <p:cNvPicPr/>
                <p:nvPr/>
              </p:nvPicPr>
              <p:blipFill>
                <a:blip r:embed="rId20"/>
                <a:stretch>
                  <a:fillRect/>
                </a:stretch>
              </p:blipFill>
              <p:spPr>
                <a:xfrm>
                  <a:off x="6176417" y="3073440"/>
                  <a:ext cx="10656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F83C169E-7893-6E20-5E7A-7BE73F0F36C4}"/>
                    </a:ext>
                  </a:extLst>
                </p14:cNvPr>
                <p14:cNvContentPartPr/>
                <p14:nvPr/>
              </p14:nvContentPartPr>
              <p14:xfrm>
                <a:off x="6215657" y="3119520"/>
                <a:ext cx="102600" cy="15120"/>
              </p14:xfrm>
            </p:contentPart>
          </mc:Choice>
          <mc:Fallback xmlns="">
            <p:pic>
              <p:nvPicPr>
                <p:cNvPr id="17" name="Ink 16">
                  <a:extLst>
                    <a:ext uri="{FF2B5EF4-FFF2-40B4-BE49-F238E27FC236}">
                      <a16:creationId xmlns:a16="http://schemas.microsoft.com/office/drawing/2014/main" id="{F83C169E-7893-6E20-5E7A-7BE73F0F36C4}"/>
                    </a:ext>
                  </a:extLst>
                </p:cNvPr>
                <p:cNvPicPr/>
                <p:nvPr/>
              </p:nvPicPr>
              <p:blipFill>
                <a:blip r:embed="rId22"/>
                <a:stretch>
                  <a:fillRect/>
                </a:stretch>
              </p:blipFill>
              <p:spPr>
                <a:xfrm>
                  <a:off x="6206657" y="3110520"/>
                  <a:ext cx="12024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C22B3643-F9F5-F277-2E2A-69A953E17387}"/>
                    </a:ext>
                  </a:extLst>
                </p14:cNvPr>
                <p14:cNvContentPartPr/>
                <p14:nvPr/>
              </p14:nvContentPartPr>
              <p14:xfrm>
                <a:off x="6474137" y="2962560"/>
                <a:ext cx="106560" cy="257760"/>
              </p14:xfrm>
            </p:contentPart>
          </mc:Choice>
          <mc:Fallback xmlns="">
            <p:pic>
              <p:nvPicPr>
                <p:cNvPr id="18" name="Ink 17">
                  <a:extLst>
                    <a:ext uri="{FF2B5EF4-FFF2-40B4-BE49-F238E27FC236}">
                      <a16:creationId xmlns:a16="http://schemas.microsoft.com/office/drawing/2014/main" id="{C22B3643-F9F5-F277-2E2A-69A953E17387}"/>
                    </a:ext>
                  </a:extLst>
                </p:cNvPr>
                <p:cNvPicPr/>
                <p:nvPr/>
              </p:nvPicPr>
              <p:blipFill>
                <a:blip r:embed="rId24"/>
                <a:stretch>
                  <a:fillRect/>
                </a:stretch>
              </p:blipFill>
              <p:spPr>
                <a:xfrm>
                  <a:off x="6465137" y="2953920"/>
                  <a:ext cx="1242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8E749925-B5C8-168C-438F-90044384BE51}"/>
                    </a:ext>
                  </a:extLst>
                </p14:cNvPr>
                <p14:cNvContentPartPr/>
                <p14:nvPr/>
              </p14:nvContentPartPr>
              <p14:xfrm>
                <a:off x="6693377" y="2956440"/>
                <a:ext cx="113040" cy="173520"/>
              </p14:xfrm>
            </p:contentPart>
          </mc:Choice>
          <mc:Fallback xmlns="">
            <p:pic>
              <p:nvPicPr>
                <p:cNvPr id="19" name="Ink 18">
                  <a:extLst>
                    <a:ext uri="{FF2B5EF4-FFF2-40B4-BE49-F238E27FC236}">
                      <a16:creationId xmlns:a16="http://schemas.microsoft.com/office/drawing/2014/main" id="{8E749925-B5C8-168C-438F-90044384BE51}"/>
                    </a:ext>
                  </a:extLst>
                </p:cNvPr>
                <p:cNvPicPr/>
                <p:nvPr/>
              </p:nvPicPr>
              <p:blipFill>
                <a:blip r:embed="rId26"/>
                <a:stretch>
                  <a:fillRect/>
                </a:stretch>
              </p:blipFill>
              <p:spPr>
                <a:xfrm>
                  <a:off x="6684377" y="2947800"/>
                  <a:ext cx="13068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ECD96455-35EC-9FA8-A4D4-3193AEA6420B}"/>
                    </a:ext>
                  </a:extLst>
                </p14:cNvPr>
                <p14:cNvContentPartPr/>
                <p14:nvPr/>
              </p14:nvContentPartPr>
              <p14:xfrm>
                <a:off x="6779777" y="3010440"/>
                <a:ext cx="30240" cy="303120"/>
              </p14:xfrm>
            </p:contentPart>
          </mc:Choice>
          <mc:Fallback xmlns="">
            <p:pic>
              <p:nvPicPr>
                <p:cNvPr id="20" name="Ink 19">
                  <a:extLst>
                    <a:ext uri="{FF2B5EF4-FFF2-40B4-BE49-F238E27FC236}">
                      <a16:creationId xmlns:a16="http://schemas.microsoft.com/office/drawing/2014/main" id="{ECD96455-35EC-9FA8-A4D4-3193AEA6420B}"/>
                    </a:ext>
                  </a:extLst>
                </p:cNvPr>
                <p:cNvPicPr/>
                <p:nvPr/>
              </p:nvPicPr>
              <p:blipFill>
                <a:blip r:embed="rId28"/>
                <a:stretch>
                  <a:fillRect/>
                </a:stretch>
              </p:blipFill>
              <p:spPr>
                <a:xfrm>
                  <a:off x="6770777" y="3001800"/>
                  <a:ext cx="47880" cy="320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2BD33B84-4257-5753-A505-8DB82CCDDBDA}"/>
                  </a:ext>
                </a:extLst>
              </p14:cNvPr>
              <p14:cNvContentPartPr/>
              <p14:nvPr/>
            </p14:nvContentPartPr>
            <p14:xfrm>
              <a:off x="6932777" y="3009360"/>
              <a:ext cx="126000" cy="137160"/>
            </p14:xfrm>
          </p:contentPart>
        </mc:Choice>
        <mc:Fallback xmlns="">
          <p:pic>
            <p:nvPicPr>
              <p:cNvPr id="22" name="Ink 21">
                <a:extLst>
                  <a:ext uri="{FF2B5EF4-FFF2-40B4-BE49-F238E27FC236}">
                    <a16:creationId xmlns:a16="http://schemas.microsoft.com/office/drawing/2014/main" id="{2BD33B84-4257-5753-A505-8DB82CCDDBDA}"/>
                  </a:ext>
                </a:extLst>
              </p:cNvPr>
              <p:cNvPicPr/>
              <p:nvPr/>
            </p:nvPicPr>
            <p:blipFill>
              <a:blip r:embed="rId30"/>
              <a:stretch>
                <a:fillRect/>
              </a:stretch>
            </p:blipFill>
            <p:spPr>
              <a:xfrm>
                <a:off x="6924137" y="3000720"/>
                <a:ext cx="1436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6F6F8D50-CE2B-533E-2DBF-73A7FA2955DB}"/>
                  </a:ext>
                </a:extLst>
              </p14:cNvPr>
              <p14:cNvContentPartPr/>
              <p14:nvPr/>
            </p14:nvContentPartPr>
            <p14:xfrm>
              <a:off x="7132217" y="2990280"/>
              <a:ext cx="121320" cy="128880"/>
            </p14:xfrm>
          </p:contentPart>
        </mc:Choice>
        <mc:Fallback xmlns="">
          <p:pic>
            <p:nvPicPr>
              <p:cNvPr id="23" name="Ink 22">
                <a:extLst>
                  <a:ext uri="{FF2B5EF4-FFF2-40B4-BE49-F238E27FC236}">
                    <a16:creationId xmlns:a16="http://schemas.microsoft.com/office/drawing/2014/main" id="{6F6F8D50-CE2B-533E-2DBF-73A7FA2955DB}"/>
                  </a:ext>
                </a:extLst>
              </p:cNvPr>
              <p:cNvPicPr/>
              <p:nvPr/>
            </p:nvPicPr>
            <p:blipFill>
              <a:blip r:embed="rId32"/>
              <a:stretch>
                <a:fillRect/>
              </a:stretch>
            </p:blipFill>
            <p:spPr>
              <a:xfrm>
                <a:off x="7123217" y="2981280"/>
                <a:ext cx="1389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C3C3F5AB-6F44-DA14-DB9B-662AD2426E43}"/>
                  </a:ext>
                </a:extLst>
              </p14:cNvPr>
              <p14:cNvContentPartPr/>
              <p14:nvPr/>
            </p14:nvContentPartPr>
            <p14:xfrm>
              <a:off x="7352177" y="2955360"/>
              <a:ext cx="97200" cy="144000"/>
            </p14:xfrm>
          </p:contentPart>
        </mc:Choice>
        <mc:Fallback xmlns="">
          <p:pic>
            <p:nvPicPr>
              <p:cNvPr id="24" name="Ink 23">
                <a:extLst>
                  <a:ext uri="{FF2B5EF4-FFF2-40B4-BE49-F238E27FC236}">
                    <a16:creationId xmlns:a16="http://schemas.microsoft.com/office/drawing/2014/main" id="{C3C3F5AB-6F44-DA14-DB9B-662AD2426E43}"/>
                  </a:ext>
                </a:extLst>
              </p:cNvPr>
              <p:cNvPicPr/>
              <p:nvPr/>
            </p:nvPicPr>
            <p:blipFill>
              <a:blip r:embed="rId34"/>
              <a:stretch>
                <a:fillRect/>
              </a:stretch>
            </p:blipFill>
            <p:spPr>
              <a:xfrm>
                <a:off x="7343537" y="2946360"/>
                <a:ext cx="114840" cy="161640"/>
              </a:xfrm>
              <a:prstGeom prst="rect">
                <a:avLst/>
              </a:prstGeom>
            </p:spPr>
          </p:pic>
        </mc:Fallback>
      </mc:AlternateContent>
      <p:grpSp>
        <p:nvGrpSpPr>
          <p:cNvPr id="46" name="Group 45">
            <a:extLst>
              <a:ext uri="{FF2B5EF4-FFF2-40B4-BE49-F238E27FC236}">
                <a16:creationId xmlns:a16="http://schemas.microsoft.com/office/drawing/2014/main" id="{0BE6315D-1246-94AA-52A6-65949E405106}"/>
              </a:ext>
            </a:extLst>
          </p:cNvPr>
          <p:cNvGrpSpPr/>
          <p:nvPr/>
        </p:nvGrpSpPr>
        <p:grpSpPr>
          <a:xfrm>
            <a:off x="3787457" y="2720280"/>
            <a:ext cx="965880" cy="319680"/>
            <a:chOff x="3787457" y="2720280"/>
            <a:chExt cx="965880" cy="319680"/>
          </a:xfrm>
        </p:grpSpPr>
        <mc:AlternateContent xmlns:mc="http://schemas.openxmlformats.org/markup-compatibility/2006" xmlns:p14="http://schemas.microsoft.com/office/powerpoint/2010/main">
          <mc:Choice Requires="p14">
            <p:contentPart p14:bwMode="auto" r:id="rId35">
              <p14:nvContentPartPr>
                <p14:cNvPr id="42" name="Ink 41">
                  <a:extLst>
                    <a:ext uri="{FF2B5EF4-FFF2-40B4-BE49-F238E27FC236}">
                      <a16:creationId xmlns:a16="http://schemas.microsoft.com/office/drawing/2014/main" id="{38EAF34E-8460-A409-D49D-4434B2AB3380}"/>
                    </a:ext>
                  </a:extLst>
                </p14:cNvPr>
                <p14:cNvContentPartPr/>
                <p14:nvPr/>
              </p14:nvContentPartPr>
              <p14:xfrm>
                <a:off x="3787457" y="2720280"/>
                <a:ext cx="851040" cy="252360"/>
              </p14:xfrm>
            </p:contentPart>
          </mc:Choice>
          <mc:Fallback xmlns="">
            <p:pic>
              <p:nvPicPr>
                <p:cNvPr id="42" name="Ink 41">
                  <a:extLst>
                    <a:ext uri="{FF2B5EF4-FFF2-40B4-BE49-F238E27FC236}">
                      <a16:creationId xmlns:a16="http://schemas.microsoft.com/office/drawing/2014/main" id="{38EAF34E-8460-A409-D49D-4434B2AB3380}"/>
                    </a:ext>
                  </a:extLst>
                </p:cNvPr>
                <p:cNvPicPr/>
                <p:nvPr/>
              </p:nvPicPr>
              <p:blipFill>
                <a:blip r:embed="rId36"/>
                <a:stretch>
                  <a:fillRect/>
                </a:stretch>
              </p:blipFill>
              <p:spPr>
                <a:xfrm>
                  <a:off x="3778817" y="2711280"/>
                  <a:ext cx="8686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8F47208D-3911-858B-AEC0-6BA4C22193D5}"/>
                    </a:ext>
                  </a:extLst>
                </p14:cNvPr>
                <p14:cNvContentPartPr/>
                <p14:nvPr/>
              </p14:nvContentPartPr>
              <p14:xfrm>
                <a:off x="4569737" y="2816760"/>
                <a:ext cx="183600" cy="176040"/>
              </p14:xfrm>
            </p:contentPart>
          </mc:Choice>
          <mc:Fallback xmlns="">
            <p:pic>
              <p:nvPicPr>
                <p:cNvPr id="43" name="Ink 42">
                  <a:extLst>
                    <a:ext uri="{FF2B5EF4-FFF2-40B4-BE49-F238E27FC236}">
                      <a16:creationId xmlns:a16="http://schemas.microsoft.com/office/drawing/2014/main" id="{8F47208D-3911-858B-AEC0-6BA4C22193D5}"/>
                    </a:ext>
                  </a:extLst>
                </p:cNvPr>
                <p:cNvPicPr/>
                <p:nvPr/>
              </p:nvPicPr>
              <p:blipFill>
                <a:blip r:embed="rId38"/>
                <a:stretch>
                  <a:fillRect/>
                </a:stretch>
              </p:blipFill>
              <p:spPr>
                <a:xfrm>
                  <a:off x="4561097" y="2807760"/>
                  <a:ext cx="20124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Ink 44">
                  <a:extLst>
                    <a:ext uri="{FF2B5EF4-FFF2-40B4-BE49-F238E27FC236}">
                      <a16:creationId xmlns:a16="http://schemas.microsoft.com/office/drawing/2014/main" id="{03E15AC6-E66C-E74C-57D8-18FD9123F09D}"/>
                    </a:ext>
                  </a:extLst>
                </p14:cNvPr>
                <p14:cNvContentPartPr/>
                <p14:nvPr/>
              </p14:nvContentPartPr>
              <p14:xfrm>
                <a:off x="4532297" y="2822160"/>
                <a:ext cx="168840" cy="217800"/>
              </p14:xfrm>
            </p:contentPart>
          </mc:Choice>
          <mc:Fallback xmlns="">
            <p:pic>
              <p:nvPicPr>
                <p:cNvPr id="45" name="Ink 44">
                  <a:extLst>
                    <a:ext uri="{FF2B5EF4-FFF2-40B4-BE49-F238E27FC236}">
                      <a16:creationId xmlns:a16="http://schemas.microsoft.com/office/drawing/2014/main" id="{03E15AC6-E66C-E74C-57D8-18FD9123F09D}"/>
                    </a:ext>
                  </a:extLst>
                </p:cNvPr>
                <p:cNvPicPr/>
                <p:nvPr/>
              </p:nvPicPr>
              <p:blipFill>
                <a:blip r:embed="rId40"/>
                <a:stretch>
                  <a:fillRect/>
                </a:stretch>
              </p:blipFill>
              <p:spPr>
                <a:xfrm>
                  <a:off x="4523297" y="2813160"/>
                  <a:ext cx="186480" cy="235440"/>
                </a:xfrm>
                <a:prstGeom prst="rect">
                  <a:avLst/>
                </a:prstGeom>
              </p:spPr>
            </p:pic>
          </mc:Fallback>
        </mc:AlternateContent>
      </p:grpSp>
      <p:grpSp>
        <p:nvGrpSpPr>
          <p:cNvPr id="53" name="Group 52">
            <a:extLst>
              <a:ext uri="{FF2B5EF4-FFF2-40B4-BE49-F238E27FC236}">
                <a16:creationId xmlns:a16="http://schemas.microsoft.com/office/drawing/2014/main" id="{136F78C5-2ADA-C5D6-C13A-CC1212EB6E64}"/>
              </a:ext>
            </a:extLst>
          </p:cNvPr>
          <p:cNvGrpSpPr/>
          <p:nvPr/>
        </p:nvGrpSpPr>
        <p:grpSpPr>
          <a:xfrm>
            <a:off x="7595537" y="2732880"/>
            <a:ext cx="949320" cy="387720"/>
            <a:chOff x="7595537" y="2732880"/>
            <a:chExt cx="949320" cy="387720"/>
          </a:xfrm>
        </p:grpSpPr>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D8923575-E4DA-57D3-2551-05CDB92CE8CC}"/>
                    </a:ext>
                  </a:extLst>
                </p14:cNvPr>
                <p14:cNvContentPartPr/>
                <p14:nvPr/>
              </p14:nvContentPartPr>
              <p14:xfrm>
                <a:off x="7595537" y="2847000"/>
                <a:ext cx="141840" cy="197640"/>
              </p14:xfrm>
            </p:contentPart>
          </mc:Choice>
          <mc:Fallback xmlns="">
            <p:pic>
              <p:nvPicPr>
                <p:cNvPr id="32" name="Ink 31">
                  <a:extLst>
                    <a:ext uri="{FF2B5EF4-FFF2-40B4-BE49-F238E27FC236}">
                      <a16:creationId xmlns:a16="http://schemas.microsoft.com/office/drawing/2014/main" id="{D8923575-E4DA-57D3-2551-05CDB92CE8CC}"/>
                    </a:ext>
                  </a:extLst>
                </p:cNvPr>
                <p:cNvPicPr/>
                <p:nvPr/>
              </p:nvPicPr>
              <p:blipFill>
                <a:blip r:embed="rId42"/>
                <a:stretch>
                  <a:fillRect/>
                </a:stretch>
              </p:blipFill>
              <p:spPr>
                <a:xfrm>
                  <a:off x="7586537" y="2838360"/>
                  <a:ext cx="1594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1ADD1BAC-7B23-2CCA-7367-A56937BEC2CF}"/>
                    </a:ext>
                  </a:extLst>
                </p14:cNvPr>
                <p14:cNvContentPartPr/>
                <p14:nvPr/>
              </p14:nvContentPartPr>
              <p14:xfrm>
                <a:off x="7754297" y="2933040"/>
                <a:ext cx="56520" cy="76680"/>
              </p14:xfrm>
            </p:contentPart>
          </mc:Choice>
          <mc:Fallback xmlns="">
            <p:pic>
              <p:nvPicPr>
                <p:cNvPr id="33" name="Ink 32">
                  <a:extLst>
                    <a:ext uri="{FF2B5EF4-FFF2-40B4-BE49-F238E27FC236}">
                      <a16:creationId xmlns:a16="http://schemas.microsoft.com/office/drawing/2014/main" id="{1ADD1BAC-7B23-2CCA-7367-A56937BEC2CF}"/>
                    </a:ext>
                  </a:extLst>
                </p:cNvPr>
                <p:cNvPicPr/>
                <p:nvPr/>
              </p:nvPicPr>
              <p:blipFill>
                <a:blip r:embed="rId44"/>
                <a:stretch>
                  <a:fillRect/>
                </a:stretch>
              </p:blipFill>
              <p:spPr>
                <a:xfrm>
                  <a:off x="7745657" y="2924040"/>
                  <a:ext cx="74160" cy="943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03951435-2B56-66B5-F083-1D9CCCFCAED0}"/>
                    </a:ext>
                  </a:extLst>
                </p14:cNvPr>
                <p14:cNvContentPartPr/>
                <p14:nvPr/>
              </p14:nvContentPartPr>
              <p14:xfrm>
                <a:off x="7708937" y="2809200"/>
                <a:ext cx="34200" cy="38160"/>
              </p14:xfrm>
            </p:contentPart>
          </mc:Choice>
          <mc:Fallback xmlns="">
            <p:pic>
              <p:nvPicPr>
                <p:cNvPr id="34" name="Ink 33">
                  <a:extLst>
                    <a:ext uri="{FF2B5EF4-FFF2-40B4-BE49-F238E27FC236}">
                      <a16:creationId xmlns:a16="http://schemas.microsoft.com/office/drawing/2014/main" id="{03951435-2B56-66B5-F083-1D9CCCFCAED0}"/>
                    </a:ext>
                  </a:extLst>
                </p:cNvPr>
                <p:cNvPicPr/>
                <p:nvPr/>
              </p:nvPicPr>
              <p:blipFill>
                <a:blip r:embed="rId46"/>
                <a:stretch>
                  <a:fillRect/>
                </a:stretch>
              </p:blipFill>
              <p:spPr>
                <a:xfrm>
                  <a:off x="7700297" y="2800560"/>
                  <a:ext cx="5184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8B782EF2-AA39-1D9A-12F4-7F7BF79D3F56}"/>
                    </a:ext>
                  </a:extLst>
                </p14:cNvPr>
                <p14:cNvContentPartPr/>
                <p14:nvPr/>
              </p14:nvContentPartPr>
              <p14:xfrm>
                <a:off x="7831697" y="2795880"/>
                <a:ext cx="106200" cy="168120"/>
              </p14:xfrm>
            </p:contentPart>
          </mc:Choice>
          <mc:Fallback xmlns="">
            <p:pic>
              <p:nvPicPr>
                <p:cNvPr id="35" name="Ink 34">
                  <a:extLst>
                    <a:ext uri="{FF2B5EF4-FFF2-40B4-BE49-F238E27FC236}">
                      <a16:creationId xmlns:a16="http://schemas.microsoft.com/office/drawing/2014/main" id="{8B782EF2-AA39-1D9A-12F4-7F7BF79D3F56}"/>
                    </a:ext>
                  </a:extLst>
                </p:cNvPr>
                <p:cNvPicPr/>
                <p:nvPr/>
              </p:nvPicPr>
              <p:blipFill>
                <a:blip r:embed="rId48"/>
                <a:stretch>
                  <a:fillRect/>
                </a:stretch>
              </p:blipFill>
              <p:spPr>
                <a:xfrm>
                  <a:off x="7822697" y="2787240"/>
                  <a:ext cx="1238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6" name="Ink 35">
                  <a:extLst>
                    <a:ext uri="{FF2B5EF4-FFF2-40B4-BE49-F238E27FC236}">
                      <a16:creationId xmlns:a16="http://schemas.microsoft.com/office/drawing/2014/main" id="{65060AF5-FF57-8A87-5041-A39CCDF07019}"/>
                    </a:ext>
                  </a:extLst>
                </p14:cNvPr>
                <p14:cNvContentPartPr/>
                <p14:nvPr/>
              </p14:nvContentPartPr>
              <p14:xfrm>
                <a:off x="7987577" y="2732880"/>
                <a:ext cx="23400" cy="358560"/>
              </p14:xfrm>
            </p:contentPart>
          </mc:Choice>
          <mc:Fallback xmlns="">
            <p:pic>
              <p:nvPicPr>
                <p:cNvPr id="36" name="Ink 35">
                  <a:extLst>
                    <a:ext uri="{FF2B5EF4-FFF2-40B4-BE49-F238E27FC236}">
                      <a16:creationId xmlns:a16="http://schemas.microsoft.com/office/drawing/2014/main" id="{65060AF5-FF57-8A87-5041-A39CCDF07019}"/>
                    </a:ext>
                  </a:extLst>
                </p:cNvPr>
                <p:cNvPicPr/>
                <p:nvPr/>
              </p:nvPicPr>
              <p:blipFill>
                <a:blip r:embed="rId50"/>
                <a:stretch>
                  <a:fillRect/>
                </a:stretch>
              </p:blipFill>
              <p:spPr>
                <a:xfrm>
                  <a:off x="7978937" y="2724240"/>
                  <a:ext cx="4104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47" name="Ink 46">
                  <a:extLst>
                    <a:ext uri="{FF2B5EF4-FFF2-40B4-BE49-F238E27FC236}">
                      <a16:creationId xmlns:a16="http://schemas.microsoft.com/office/drawing/2014/main" id="{D65DE001-E8E1-0CBC-22C5-233242210AB5}"/>
                    </a:ext>
                  </a:extLst>
                </p14:cNvPr>
                <p14:cNvContentPartPr/>
                <p14:nvPr/>
              </p14:nvContentPartPr>
              <p14:xfrm>
                <a:off x="8110697" y="2954640"/>
                <a:ext cx="76680" cy="86760"/>
              </p14:xfrm>
            </p:contentPart>
          </mc:Choice>
          <mc:Fallback xmlns="">
            <p:pic>
              <p:nvPicPr>
                <p:cNvPr id="47" name="Ink 46">
                  <a:extLst>
                    <a:ext uri="{FF2B5EF4-FFF2-40B4-BE49-F238E27FC236}">
                      <a16:creationId xmlns:a16="http://schemas.microsoft.com/office/drawing/2014/main" id="{D65DE001-E8E1-0CBC-22C5-233242210AB5}"/>
                    </a:ext>
                  </a:extLst>
                </p:cNvPr>
                <p:cNvPicPr/>
                <p:nvPr/>
              </p:nvPicPr>
              <p:blipFill>
                <a:blip r:embed="rId52"/>
                <a:stretch>
                  <a:fillRect/>
                </a:stretch>
              </p:blipFill>
              <p:spPr>
                <a:xfrm>
                  <a:off x="8102057" y="2945640"/>
                  <a:ext cx="943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8" name="Ink 47">
                  <a:extLst>
                    <a:ext uri="{FF2B5EF4-FFF2-40B4-BE49-F238E27FC236}">
                      <a16:creationId xmlns:a16="http://schemas.microsoft.com/office/drawing/2014/main" id="{CE95F758-3268-91EE-4F1D-60DAC6218FDF}"/>
                    </a:ext>
                  </a:extLst>
                </p14:cNvPr>
                <p14:cNvContentPartPr/>
                <p14:nvPr/>
              </p14:nvContentPartPr>
              <p14:xfrm>
                <a:off x="8062097" y="2839080"/>
                <a:ext cx="91800" cy="172800"/>
              </p14:xfrm>
            </p:contentPart>
          </mc:Choice>
          <mc:Fallback xmlns="">
            <p:pic>
              <p:nvPicPr>
                <p:cNvPr id="48" name="Ink 47">
                  <a:extLst>
                    <a:ext uri="{FF2B5EF4-FFF2-40B4-BE49-F238E27FC236}">
                      <a16:creationId xmlns:a16="http://schemas.microsoft.com/office/drawing/2014/main" id="{CE95F758-3268-91EE-4F1D-60DAC6218FDF}"/>
                    </a:ext>
                  </a:extLst>
                </p:cNvPr>
                <p:cNvPicPr/>
                <p:nvPr/>
              </p:nvPicPr>
              <p:blipFill>
                <a:blip r:embed="rId54"/>
                <a:stretch>
                  <a:fillRect/>
                </a:stretch>
              </p:blipFill>
              <p:spPr>
                <a:xfrm>
                  <a:off x="8053097" y="2830080"/>
                  <a:ext cx="1094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0" name="Ink 49">
                  <a:extLst>
                    <a:ext uri="{FF2B5EF4-FFF2-40B4-BE49-F238E27FC236}">
                      <a16:creationId xmlns:a16="http://schemas.microsoft.com/office/drawing/2014/main" id="{F0EDA868-35A1-24CA-0022-1FD837A8A27D}"/>
                    </a:ext>
                  </a:extLst>
                </p14:cNvPr>
                <p14:cNvContentPartPr/>
                <p14:nvPr/>
              </p14:nvContentPartPr>
              <p14:xfrm>
                <a:off x="8106737" y="2996400"/>
                <a:ext cx="90360" cy="124200"/>
              </p14:xfrm>
            </p:contentPart>
          </mc:Choice>
          <mc:Fallback xmlns="">
            <p:pic>
              <p:nvPicPr>
                <p:cNvPr id="50" name="Ink 49">
                  <a:extLst>
                    <a:ext uri="{FF2B5EF4-FFF2-40B4-BE49-F238E27FC236}">
                      <a16:creationId xmlns:a16="http://schemas.microsoft.com/office/drawing/2014/main" id="{F0EDA868-35A1-24CA-0022-1FD837A8A27D}"/>
                    </a:ext>
                  </a:extLst>
                </p:cNvPr>
                <p:cNvPicPr/>
                <p:nvPr/>
              </p:nvPicPr>
              <p:blipFill>
                <a:blip r:embed="rId56"/>
                <a:stretch>
                  <a:fillRect/>
                </a:stretch>
              </p:blipFill>
              <p:spPr>
                <a:xfrm>
                  <a:off x="8097737" y="2987760"/>
                  <a:ext cx="1080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1" name="Ink 50">
                  <a:extLst>
                    <a:ext uri="{FF2B5EF4-FFF2-40B4-BE49-F238E27FC236}">
                      <a16:creationId xmlns:a16="http://schemas.microsoft.com/office/drawing/2014/main" id="{805BA4FC-B237-2322-1FAF-F40510318E3D}"/>
                    </a:ext>
                  </a:extLst>
                </p14:cNvPr>
                <p14:cNvContentPartPr/>
                <p14:nvPr/>
              </p14:nvContentPartPr>
              <p14:xfrm>
                <a:off x="8231297" y="2867880"/>
                <a:ext cx="162360" cy="138960"/>
              </p14:xfrm>
            </p:contentPart>
          </mc:Choice>
          <mc:Fallback xmlns="">
            <p:pic>
              <p:nvPicPr>
                <p:cNvPr id="51" name="Ink 50">
                  <a:extLst>
                    <a:ext uri="{FF2B5EF4-FFF2-40B4-BE49-F238E27FC236}">
                      <a16:creationId xmlns:a16="http://schemas.microsoft.com/office/drawing/2014/main" id="{805BA4FC-B237-2322-1FAF-F40510318E3D}"/>
                    </a:ext>
                  </a:extLst>
                </p:cNvPr>
                <p:cNvPicPr/>
                <p:nvPr/>
              </p:nvPicPr>
              <p:blipFill>
                <a:blip r:embed="rId58"/>
                <a:stretch>
                  <a:fillRect/>
                </a:stretch>
              </p:blipFill>
              <p:spPr>
                <a:xfrm>
                  <a:off x="8222657" y="2859240"/>
                  <a:ext cx="180000" cy="1566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3B234729-B150-7A43-E5FA-E745535EEBDF}"/>
                    </a:ext>
                  </a:extLst>
                </p14:cNvPr>
                <p14:cNvContentPartPr/>
                <p14:nvPr/>
              </p14:nvContentPartPr>
              <p14:xfrm>
                <a:off x="8421017" y="2825760"/>
                <a:ext cx="123840" cy="120960"/>
              </p14:xfrm>
            </p:contentPart>
          </mc:Choice>
          <mc:Fallback xmlns="">
            <p:pic>
              <p:nvPicPr>
                <p:cNvPr id="52" name="Ink 51">
                  <a:extLst>
                    <a:ext uri="{FF2B5EF4-FFF2-40B4-BE49-F238E27FC236}">
                      <a16:creationId xmlns:a16="http://schemas.microsoft.com/office/drawing/2014/main" id="{3B234729-B150-7A43-E5FA-E745535EEBDF}"/>
                    </a:ext>
                  </a:extLst>
                </p:cNvPr>
                <p:cNvPicPr/>
                <p:nvPr/>
              </p:nvPicPr>
              <p:blipFill>
                <a:blip r:embed="rId60"/>
                <a:stretch>
                  <a:fillRect/>
                </a:stretch>
              </p:blipFill>
              <p:spPr>
                <a:xfrm>
                  <a:off x="8412017" y="2816760"/>
                  <a:ext cx="141480" cy="138600"/>
                </a:xfrm>
                <a:prstGeom prst="rect">
                  <a:avLst/>
                </a:prstGeom>
              </p:spPr>
            </p:pic>
          </mc:Fallback>
        </mc:AlternateContent>
      </p:grpSp>
    </p:spTree>
    <p:extLst>
      <p:ext uri="{BB962C8B-B14F-4D97-AF65-F5344CB8AC3E}">
        <p14:creationId xmlns:p14="http://schemas.microsoft.com/office/powerpoint/2010/main" val="2613068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solidFill>
                  <a:schemeClr val="tx1"/>
                </a:solidFill>
                <a:latin typeface="Arial Narrow" panose="020B0606020202030204" pitchFamily="34" charset="0"/>
                <a:ea typeface="Arial Unicode MS" panose="020B0604020202020204" pitchFamily="34" charset="-128"/>
                <a:cs typeface="Arial Unicode MS" panose="020B0604020202020204" pitchFamily="34" charset="-128"/>
              </a:rPr>
              <a:t>T-1 frame structure</a:t>
            </a:r>
            <a:endParaRPr lang="en-US" sz="2600" b="1" dirty="0">
              <a:solidFill>
                <a:schemeClr val="tx1"/>
              </a:solidFill>
            </a:endParaRP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pic>
        <p:nvPicPr>
          <p:cNvPr id="5" name="Picture 7"/>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89709" y="1447800"/>
            <a:ext cx="7439891"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886466" y="6340886"/>
            <a:ext cx="2891497" cy="369332"/>
          </a:xfrm>
          <a:prstGeom prst="rect">
            <a:avLst/>
          </a:prstGeom>
        </p:spPr>
        <p:txBody>
          <a:bodyPr wrap="none">
            <a:spAutoFit/>
          </a:bodyPr>
          <a:lstStyle/>
          <a:p>
            <a:pPr algn="ctr">
              <a:buClr>
                <a:srgbClr val="629DD1"/>
              </a:buClr>
            </a:pPr>
            <a:r>
              <a:rPr lang="en-US" altLang="en-US" b="1" i="1" dirty="0">
                <a:solidFill>
                  <a:srgbClr val="000000"/>
                </a:solidFill>
                <a:latin typeface="Calibri" panose="020F0502020204030204" pitchFamily="34" charset="0"/>
              </a:rPr>
              <a:t>Fig. 27: T-1 Frame Structure.</a:t>
            </a:r>
            <a:endParaRPr lang="en-US" altLang="en-US" b="1" dirty="0">
              <a:solidFill>
                <a:srgbClr val="000000"/>
              </a:solidFill>
              <a:latin typeface="Calibri" panose="020F0502020204030204" pitchFamily="34" charset="0"/>
              <a:ea typeface="Arial Unicode MS" panose="020B0604020202020204" pitchFamily="34" charset="-128"/>
              <a:cs typeface="Arial Unicode MS" panose="020B0604020202020204" pitchFamily="34" charset="-128"/>
            </a:endParaRPr>
          </a:p>
        </p:txBody>
      </p:sp>
      <p:grpSp>
        <p:nvGrpSpPr>
          <p:cNvPr id="228" name="Group 227">
            <a:extLst>
              <a:ext uri="{FF2B5EF4-FFF2-40B4-BE49-F238E27FC236}">
                <a16:creationId xmlns:a16="http://schemas.microsoft.com/office/drawing/2014/main" id="{EB8B0070-D1D0-AA5E-93A3-F97DE024E018}"/>
              </a:ext>
            </a:extLst>
          </p:cNvPr>
          <p:cNvGrpSpPr/>
          <p:nvPr/>
        </p:nvGrpSpPr>
        <p:grpSpPr>
          <a:xfrm>
            <a:off x="7468097" y="3263160"/>
            <a:ext cx="229680" cy="99360"/>
            <a:chOff x="7468097" y="3263160"/>
            <a:chExt cx="229680" cy="99360"/>
          </a:xfrm>
        </p:grpSpPr>
        <mc:AlternateContent xmlns:mc="http://schemas.openxmlformats.org/markup-compatibility/2006" xmlns:p14="http://schemas.microsoft.com/office/powerpoint/2010/main">
          <mc:Choice Requires="p14">
            <p:contentPart p14:bwMode="auto" r:id="rId3">
              <p14:nvContentPartPr>
                <p14:cNvPr id="226" name="Ink 225">
                  <a:extLst>
                    <a:ext uri="{FF2B5EF4-FFF2-40B4-BE49-F238E27FC236}">
                      <a16:creationId xmlns:a16="http://schemas.microsoft.com/office/drawing/2014/main" id="{536BC9EF-68EF-10E0-AE02-E97E7D4B2FDF}"/>
                    </a:ext>
                  </a:extLst>
                </p14:cNvPr>
                <p14:cNvContentPartPr/>
                <p14:nvPr/>
              </p14:nvContentPartPr>
              <p14:xfrm>
                <a:off x="7468097" y="3263160"/>
                <a:ext cx="122040" cy="39600"/>
              </p14:xfrm>
            </p:contentPart>
          </mc:Choice>
          <mc:Fallback xmlns="">
            <p:pic>
              <p:nvPicPr>
                <p:cNvPr id="226" name="Ink 225">
                  <a:extLst>
                    <a:ext uri="{FF2B5EF4-FFF2-40B4-BE49-F238E27FC236}">
                      <a16:creationId xmlns:a16="http://schemas.microsoft.com/office/drawing/2014/main" id="{536BC9EF-68EF-10E0-AE02-E97E7D4B2FDF}"/>
                    </a:ext>
                  </a:extLst>
                </p:cNvPr>
                <p:cNvPicPr/>
                <p:nvPr/>
              </p:nvPicPr>
              <p:blipFill>
                <a:blip r:embed="rId4"/>
                <a:stretch>
                  <a:fillRect/>
                </a:stretch>
              </p:blipFill>
              <p:spPr>
                <a:xfrm>
                  <a:off x="7459457" y="3254520"/>
                  <a:ext cx="1396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27" name="Ink 226">
                  <a:extLst>
                    <a:ext uri="{FF2B5EF4-FFF2-40B4-BE49-F238E27FC236}">
                      <a16:creationId xmlns:a16="http://schemas.microsoft.com/office/drawing/2014/main" id="{AD539690-06C1-AC9C-9A36-EB70E6675E5C}"/>
                    </a:ext>
                  </a:extLst>
                </p14:cNvPr>
                <p14:cNvContentPartPr/>
                <p14:nvPr/>
              </p14:nvContentPartPr>
              <p14:xfrm>
                <a:off x="7541177" y="3306000"/>
                <a:ext cx="156600" cy="56520"/>
              </p14:xfrm>
            </p:contentPart>
          </mc:Choice>
          <mc:Fallback xmlns="">
            <p:pic>
              <p:nvPicPr>
                <p:cNvPr id="227" name="Ink 226">
                  <a:extLst>
                    <a:ext uri="{FF2B5EF4-FFF2-40B4-BE49-F238E27FC236}">
                      <a16:creationId xmlns:a16="http://schemas.microsoft.com/office/drawing/2014/main" id="{AD539690-06C1-AC9C-9A36-EB70E6675E5C}"/>
                    </a:ext>
                  </a:extLst>
                </p:cNvPr>
                <p:cNvPicPr/>
                <p:nvPr/>
              </p:nvPicPr>
              <p:blipFill>
                <a:blip r:embed="rId6"/>
                <a:stretch>
                  <a:fillRect/>
                </a:stretch>
              </p:blipFill>
              <p:spPr>
                <a:xfrm>
                  <a:off x="7532537" y="3297000"/>
                  <a:ext cx="174240" cy="74160"/>
                </a:xfrm>
                <a:prstGeom prst="rect">
                  <a:avLst/>
                </a:prstGeom>
              </p:spPr>
            </p:pic>
          </mc:Fallback>
        </mc:AlternateContent>
      </p:grpSp>
      <p:grpSp>
        <p:nvGrpSpPr>
          <p:cNvPr id="259" name="Group 258">
            <a:extLst>
              <a:ext uri="{FF2B5EF4-FFF2-40B4-BE49-F238E27FC236}">
                <a16:creationId xmlns:a16="http://schemas.microsoft.com/office/drawing/2014/main" id="{A7AC721D-87EB-27F8-0C3A-A02BADB0D1D1}"/>
              </a:ext>
            </a:extLst>
          </p:cNvPr>
          <p:cNvGrpSpPr/>
          <p:nvPr/>
        </p:nvGrpSpPr>
        <p:grpSpPr>
          <a:xfrm>
            <a:off x="5366057" y="1723440"/>
            <a:ext cx="336600" cy="171720"/>
            <a:chOff x="5366057" y="1723440"/>
            <a:chExt cx="336600" cy="171720"/>
          </a:xfrm>
        </p:grpSpPr>
        <mc:AlternateContent xmlns:mc="http://schemas.openxmlformats.org/markup-compatibility/2006" xmlns:p14="http://schemas.microsoft.com/office/powerpoint/2010/main">
          <mc:Choice Requires="p14">
            <p:contentPart p14:bwMode="auto" r:id="rId7">
              <p14:nvContentPartPr>
                <p14:cNvPr id="256" name="Ink 255">
                  <a:extLst>
                    <a:ext uri="{FF2B5EF4-FFF2-40B4-BE49-F238E27FC236}">
                      <a16:creationId xmlns:a16="http://schemas.microsoft.com/office/drawing/2014/main" id="{69833C98-3CBF-2E9A-004D-9213C4F12492}"/>
                    </a:ext>
                  </a:extLst>
                </p14:cNvPr>
                <p14:cNvContentPartPr/>
                <p14:nvPr/>
              </p14:nvContentPartPr>
              <p14:xfrm>
                <a:off x="5614817" y="1744320"/>
                <a:ext cx="18720" cy="7920"/>
              </p14:xfrm>
            </p:contentPart>
          </mc:Choice>
          <mc:Fallback xmlns="">
            <p:pic>
              <p:nvPicPr>
                <p:cNvPr id="256" name="Ink 255">
                  <a:extLst>
                    <a:ext uri="{FF2B5EF4-FFF2-40B4-BE49-F238E27FC236}">
                      <a16:creationId xmlns:a16="http://schemas.microsoft.com/office/drawing/2014/main" id="{69833C98-3CBF-2E9A-004D-9213C4F12492}"/>
                    </a:ext>
                  </a:extLst>
                </p:cNvPr>
                <p:cNvPicPr/>
                <p:nvPr/>
              </p:nvPicPr>
              <p:blipFill>
                <a:blip r:embed="rId8"/>
                <a:stretch>
                  <a:fillRect/>
                </a:stretch>
              </p:blipFill>
              <p:spPr>
                <a:xfrm>
                  <a:off x="5606177" y="1735680"/>
                  <a:ext cx="3636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57" name="Ink 256">
                  <a:extLst>
                    <a:ext uri="{FF2B5EF4-FFF2-40B4-BE49-F238E27FC236}">
                      <a16:creationId xmlns:a16="http://schemas.microsoft.com/office/drawing/2014/main" id="{F9069E8E-9BCF-B610-4E77-C590B33EBED7}"/>
                    </a:ext>
                  </a:extLst>
                </p14:cNvPr>
                <p14:cNvContentPartPr/>
                <p14:nvPr/>
              </p14:nvContentPartPr>
              <p14:xfrm>
                <a:off x="5366057" y="1747920"/>
                <a:ext cx="304200" cy="147240"/>
              </p14:xfrm>
            </p:contentPart>
          </mc:Choice>
          <mc:Fallback xmlns="">
            <p:pic>
              <p:nvPicPr>
                <p:cNvPr id="257" name="Ink 256">
                  <a:extLst>
                    <a:ext uri="{FF2B5EF4-FFF2-40B4-BE49-F238E27FC236}">
                      <a16:creationId xmlns:a16="http://schemas.microsoft.com/office/drawing/2014/main" id="{F9069E8E-9BCF-B610-4E77-C590B33EBED7}"/>
                    </a:ext>
                  </a:extLst>
                </p:cNvPr>
                <p:cNvPicPr/>
                <p:nvPr/>
              </p:nvPicPr>
              <p:blipFill>
                <a:blip r:embed="rId10"/>
                <a:stretch>
                  <a:fillRect/>
                </a:stretch>
              </p:blipFill>
              <p:spPr>
                <a:xfrm>
                  <a:off x="5357057" y="1739280"/>
                  <a:ext cx="3218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58" name="Ink 257">
                  <a:extLst>
                    <a:ext uri="{FF2B5EF4-FFF2-40B4-BE49-F238E27FC236}">
                      <a16:creationId xmlns:a16="http://schemas.microsoft.com/office/drawing/2014/main" id="{99458AF3-B580-D3AA-F7CD-D898785CF939}"/>
                    </a:ext>
                  </a:extLst>
                </p14:cNvPr>
                <p14:cNvContentPartPr/>
                <p14:nvPr/>
              </p14:nvContentPartPr>
              <p14:xfrm>
                <a:off x="5539937" y="1723440"/>
                <a:ext cx="162720" cy="128880"/>
              </p14:xfrm>
            </p:contentPart>
          </mc:Choice>
          <mc:Fallback xmlns="">
            <p:pic>
              <p:nvPicPr>
                <p:cNvPr id="258" name="Ink 257">
                  <a:extLst>
                    <a:ext uri="{FF2B5EF4-FFF2-40B4-BE49-F238E27FC236}">
                      <a16:creationId xmlns:a16="http://schemas.microsoft.com/office/drawing/2014/main" id="{99458AF3-B580-D3AA-F7CD-D898785CF939}"/>
                    </a:ext>
                  </a:extLst>
                </p:cNvPr>
                <p:cNvPicPr/>
                <p:nvPr/>
              </p:nvPicPr>
              <p:blipFill>
                <a:blip r:embed="rId12"/>
                <a:stretch>
                  <a:fillRect/>
                </a:stretch>
              </p:blipFill>
              <p:spPr>
                <a:xfrm>
                  <a:off x="5530937" y="1714800"/>
                  <a:ext cx="180360" cy="146520"/>
                </a:xfrm>
                <a:prstGeom prst="rect">
                  <a:avLst/>
                </a:prstGeom>
              </p:spPr>
            </p:pic>
          </mc:Fallback>
        </mc:AlternateContent>
      </p:grpSp>
      <p:grpSp>
        <p:nvGrpSpPr>
          <p:cNvPr id="262" name="Group 261">
            <a:extLst>
              <a:ext uri="{FF2B5EF4-FFF2-40B4-BE49-F238E27FC236}">
                <a16:creationId xmlns:a16="http://schemas.microsoft.com/office/drawing/2014/main" id="{71D3D824-7235-2F77-3704-4061179149C1}"/>
              </a:ext>
            </a:extLst>
          </p:cNvPr>
          <p:cNvGrpSpPr/>
          <p:nvPr/>
        </p:nvGrpSpPr>
        <p:grpSpPr>
          <a:xfrm>
            <a:off x="5880857" y="1337880"/>
            <a:ext cx="3171960" cy="1588680"/>
            <a:chOff x="5880857" y="1337880"/>
            <a:chExt cx="3171960" cy="1588680"/>
          </a:xfrm>
        </p:grpSpPr>
        <mc:AlternateContent xmlns:mc="http://schemas.openxmlformats.org/markup-compatibility/2006" xmlns:p14="http://schemas.microsoft.com/office/powerpoint/2010/main">
          <mc:Choice Requires="p14">
            <p:contentPart p14:bwMode="auto" r:id="rId13">
              <p14:nvContentPartPr>
                <p14:cNvPr id="141" name="Ink 140">
                  <a:extLst>
                    <a:ext uri="{FF2B5EF4-FFF2-40B4-BE49-F238E27FC236}">
                      <a16:creationId xmlns:a16="http://schemas.microsoft.com/office/drawing/2014/main" id="{AAAA067F-FD05-18D1-33A7-A8D6EF8C1604}"/>
                    </a:ext>
                  </a:extLst>
                </p14:cNvPr>
                <p14:cNvContentPartPr/>
                <p14:nvPr/>
              </p14:nvContentPartPr>
              <p14:xfrm>
                <a:off x="5920817" y="1585560"/>
                <a:ext cx="48960" cy="251280"/>
              </p14:xfrm>
            </p:contentPart>
          </mc:Choice>
          <mc:Fallback xmlns="">
            <p:pic>
              <p:nvPicPr>
                <p:cNvPr id="141" name="Ink 140">
                  <a:extLst>
                    <a:ext uri="{FF2B5EF4-FFF2-40B4-BE49-F238E27FC236}">
                      <a16:creationId xmlns:a16="http://schemas.microsoft.com/office/drawing/2014/main" id="{AAAA067F-FD05-18D1-33A7-A8D6EF8C1604}"/>
                    </a:ext>
                  </a:extLst>
                </p:cNvPr>
                <p:cNvPicPr/>
                <p:nvPr/>
              </p:nvPicPr>
              <p:blipFill>
                <a:blip r:embed="rId14"/>
                <a:stretch>
                  <a:fillRect/>
                </a:stretch>
              </p:blipFill>
              <p:spPr>
                <a:xfrm>
                  <a:off x="5911817" y="1576920"/>
                  <a:ext cx="6660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2" name="Ink 141">
                  <a:extLst>
                    <a:ext uri="{FF2B5EF4-FFF2-40B4-BE49-F238E27FC236}">
                      <a16:creationId xmlns:a16="http://schemas.microsoft.com/office/drawing/2014/main" id="{9C1D549C-82EB-62FC-21B5-DABD7787FD1F}"/>
                    </a:ext>
                  </a:extLst>
                </p14:cNvPr>
                <p14:cNvContentPartPr/>
                <p14:nvPr/>
              </p14:nvContentPartPr>
              <p14:xfrm>
                <a:off x="6124217" y="1645320"/>
                <a:ext cx="22680" cy="143280"/>
              </p14:xfrm>
            </p:contentPart>
          </mc:Choice>
          <mc:Fallback xmlns="">
            <p:pic>
              <p:nvPicPr>
                <p:cNvPr id="142" name="Ink 141">
                  <a:extLst>
                    <a:ext uri="{FF2B5EF4-FFF2-40B4-BE49-F238E27FC236}">
                      <a16:creationId xmlns:a16="http://schemas.microsoft.com/office/drawing/2014/main" id="{9C1D549C-82EB-62FC-21B5-DABD7787FD1F}"/>
                    </a:ext>
                  </a:extLst>
                </p:cNvPr>
                <p:cNvPicPr/>
                <p:nvPr/>
              </p:nvPicPr>
              <p:blipFill>
                <a:blip r:embed="rId16"/>
                <a:stretch>
                  <a:fillRect/>
                </a:stretch>
              </p:blipFill>
              <p:spPr>
                <a:xfrm>
                  <a:off x="6115577" y="1636320"/>
                  <a:ext cx="4032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3" name="Ink 142">
                  <a:extLst>
                    <a:ext uri="{FF2B5EF4-FFF2-40B4-BE49-F238E27FC236}">
                      <a16:creationId xmlns:a16="http://schemas.microsoft.com/office/drawing/2014/main" id="{7C9DDEA2-473B-0AE3-8C4B-F83964F551C1}"/>
                    </a:ext>
                  </a:extLst>
                </p14:cNvPr>
                <p14:cNvContentPartPr/>
                <p14:nvPr/>
              </p14:nvContentPartPr>
              <p14:xfrm>
                <a:off x="6124937" y="1587720"/>
                <a:ext cx="88920" cy="69120"/>
              </p14:xfrm>
            </p:contentPart>
          </mc:Choice>
          <mc:Fallback xmlns="">
            <p:pic>
              <p:nvPicPr>
                <p:cNvPr id="143" name="Ink 142">
                  <a:extLst>
                    <a:ext uri="{FF2B5EF4-FFF2-40B4-BE49-F238E27FC236}">
                      <a16:creationId xmlns:a16="http://schemas.microsoft.com/office/drawing/2014/main" id="{7C9DDEA2-473B-0AE3-8C4B-F83964F551C1}"/>
                    </a:ext>
                  </a:extLst>
                </p:cNvPr>
                <p:cNvPicPr/>
                <p:nvPr/>
              </p:nvPicPr>
              <p:blipFill>
                <a:blip r:embed="rId18"/>
                <a:stretch>
                  <a:fillRect/>
                </a:stretch>
              </p:blipFill>
              <p:spPr>
                <a:xfrm>
                  <a:off x="6116297" y="1579080"/>
                  <a:ext cx="1065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4" name="Ink 143">
                  <a:extLst>
                    <a:ext uri="{FF2B5EF4-FFF2-40B4-BE49-F238E27FC236}">
                      <a16:creationId xmlns:a16="http://schemas.microsoft.com/office/drawing/2014/main" id="{C4611716-5AAA-F755-2A67-72E2DD2444C0}"/>
                    </a:ext>
                  </a:extLst>
                </p14:cNvPr>
                <p14:cNvContentPartPr/>
                <p14:nvPr/>
              </p14:nvContentPartPr>
              <p14:xfrm>
                <a:off x="6148697" y="1695000"/>
                <a:ext cx="86760" cy="26640"/>
              </p14:xfrm>
            </p:contentPart>
          </mc:Choice>
          <mc:Fallback xmlns="">
            <p:pic>
              <p:nvPicPr>
                <p:cNvPr id="144" name="Ink 143">
                  <a:extLst>
                    <a:ext uri="{FF2B5EF4-FFF2-40B4-BE49-F238E27FC236}">
                      <a16:creationId xmlns:a16="http://schemas.microsoft.com/office/drawing/2014/main" id="{C4611716-5AAA-F755-2A67-72E2DD2444C0}"/>
                    </a:ext>
                  </a:extLst>
                </p:cNvPr>
                <p:cNvPicPr/>
                <p:nvPr/>
              </p:nvPicPr>
              <p:blipFill>
                <a:blip r:embed="rId20"/>
                <a:stretch>
                  <a:fillRect/>
                </a:stretch>
              </p:blipFill>
              <p:spPr>
                <a:xfrm>
                  <a:off x="6139697" y="1686360"/>
                  <a:ext cx="1044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5" name="Ink 144">
                  <a:extLst>
                    <a:ext uri="{FF2B5EF4-FFF2-40B4-BE49-F238E27FC236}">
                      <a16:creationId xmlns:a16="http://schemas.microsoft.com/office/drawing/2014/main" id="{F2060304-47BB-4FB4-FA9F-35B46DDFAC43}"/>
                    </a:ext>
                  </a:extLst>
                </p14:cNvPr>
                <p14:cNvContentPartPr/>
                <p14:nvPr/>
              </p14:nvContentPartPr>
              <p14:xfrm>
                <a:off x="5887697" y="1611480"/>
                <a:ext cx="65880" cy="77400"/>
              </p14:xfrm>
            </p:contentPart>
          </mc:Choice>
          <mc:Fallback xmlns="">
            <p:pic>
              <p:nvPicPr>
                <p:cNvPr id="145" name="Ink 144">
                  <a:extLst>
                    <a:ext uri="{FF2B5EF4-FFF2-40B4-BE49-F238E27FC236}">
                      <a16:creationId xmlns:a16="http://schemas.microsoft.com/office/drawing/2014/main" id="{F2060304-47BB-4FB4-FA9F-35B46DDFAC43}"/>
                    </a:ext>
                  </a:extLst>
                </p:cNvPr>
                <p:cNvPicPr/>
                <p:nvPr/>
              </p:nvPicPr>
              <p:blipFill>
                <a:blip r:embed="rId22"/>
                <a:stretch>
                  <a:fillRect/>
                </a:stretch>
              </p:blipFill>
              <p:spPr>
                <a:xfrm>
                  <a:off x="5878697" y="1602480"/>
                  <a:ext cx="835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6" name="Ink 145">
                  <a:extLst>
                    <a:ext uri="{FF2B5EF4-FFF2-40B4-BE49-F238E27FC236}">
                      <a16:creationId xmlns:a16="http://schemas.microsoft.com/office/drawing/2014/main" id="{023D5BCC-98D2-60F6-FDF3-60C2FDCA0E45}"/>
                    </a:ext>
                  </a:extLst>
                </p14:cNvPr>
                <p14:cNvContentPartPr/>
                <p14:nvPr/>
              </p14:nvContentPartPr>
              <p14:xfrm>
                <a:off x="5962577" y="1788960"/>
                <a:ext cx="91080" cy="56520"/>
              </p14:xfrm>
            </p:contentPart>
          </mc:Choice>
          <mc:Fallback xmlns="">
            <p:pic>
              <p:nvPicPr>
                <p:cNvPr id="146" name="Ink 145">
                  <a:extLst>
                    <a:ext uri="{FF2B5EF4-FFF2-40B4-BE49-F238E27FC236}">
                      <a16:creationId xmlns:a16="http://schemas.microsoft.com/office/drawing/2014/main" id="{023D5BCC-98D2-60F6-FDF3-60C2FDCA0E45}"/>
                    </a:ext>
                  </a:extLst>
                </p:cNvPr>
                <p:cNvPicPr/>
                <p:nvPr/>
              </p:nvPicPr>
              <p:blipFill>
                <a:blip r:embed="rId24"/>
                <a:stretch>
                  <a:fillRect/>
                </a:stretch>
              </p:blipFill>
              <p:spPr>
                <a:xfrm>
                  <a:off x="5953937" y="1780320"/>
                  <a:ext cx="1087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7" name="Ink 146">
                  <a:extLst>
                    <a:ext uri="{FF2B5EF4-FFF2-40B4-BE49-F238E27FC236}">
                      <a16:creationId xmlns:a16="http://schemas.microsoft.com/office/drawing/2014/main" id="{CC4CA8F8-C24D-5D01-E900-6B8CF7109A46}"/>
                    </a:ext>
                  </a:extLst>
                </p14:cNvPr>
                <p14:cNvContentPartPr/>
                <p14:nvPr/>
              </p14:nvContentPartPr>
              <p14:xfrm>
                <a:off x="6317897" y="1652520"/>
                <a:ext cx="5760" cy="108360"/>
              </p14:xfrm>
            </p:contentPart>
          </mc:Choice>
          <mc:Fallback xmlns="">
            <p:pic>
              <p:nvPicPr>
                <p:cNvPr id="147" name="Ink 146">
                  <a:extLst>
                    <a:ext uri="{FF2B5EF4-FFF2-40B4-BE49-F238E27FC236}">
                      <a16:creationId xmlns:a16="http://schemas.microsoft.com/office/drawing/2014/main" id="{CC4CA8F8-C24D-5D01-E900-6B8CF7109A46}"/>
                    </a:ext>
                  </a:extLst>
                </p:cNvPr>
                <p:cNvPicPr/>
                <p:nvPr/>
              </p:nvPicPr>
              <p:blipFill>
                <a:blip r:embed="rId26"/>
                <a:stretch>
                  <a:fillRect/>
                </a:stretch>
              </p:blipFill>
              <p:spPr>
                <a:xfrm>
                  <a:off x="6308897" y="1643880"/>
                  <a:ext cx="23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48" name="Ink 147">
                  <a:extLst>
                    <a:ext uri="{FF2B5EF4-FFF2-40B4-BE49-F238E27FC236}">
                      <a16:creationId xmlns:a16="http://schemas.microsoft.com/office/drawing/2014/main" id="{FECFB129-9F0B-E9F8-93B1-59E828E518AF}"/>
                    </a:ext>
                  </a:extLst>
                </p14:cNvPr>
                <p14:cNvContentPartPr/>
                <p14:nvPr/>
              </p14:nvContentPartPr>
              <p14:xfrm>
                <a:off x="6301337" y="1625520"/>
                <a:ext cx="161640" cy="105840"/>
              </p14:xfrm>
            </p:contentPart>
          </mc:Choice>
          <mc:Fallback xmlns="">
            <p:pic>
              <p:nvPicPr>
                <p:cNvPr id="148" name="Ink 147">
                  <a:extLst>
                    <a:ext uri="{FF2B5EF4-FFF2-40B4-BE49-F238E27FC236}">
                      <a16:creationId xmlns:a16="http://schemas.microsoft.com/office/drawing/2014/main" id="{FECFB129-9F0B-E9F8-93B1-59E828E518AF}"/>
                    </a:ext>
                  </a:extLst>
                </p:cNvPr>
                <p:cNvPicPr/>
                <p:nvPr/>
              </p:nvPicPr>
              <p:blipFill>
                <a:blip r:embed="rId28"/>
                <a:stretch>
                  <a:fillRect/>
                </a:stretch>
              </p:blipFill>
              <p:spPr>
                <a:xfrm>
                  <a:off x="6292697" y="1616880"/>
                  <a:ext cx="17928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49" name="Ink 148">
                  <a:extLst>
                    <a:ext uri="{FF2B5EF4-FFF2-40B4-BE49-F238E27FC236}">
                      <a16:creationId xmlns:a16="http://schemas.microsoft.com/office/drawing/2014/main" id="{D5A707DB-5BAA-BF85-3C2D-ACA07693DC86}"/>
                    </a:ext>
                  </a:extLst>
                </p14:cNvPr>
                <p14:cNvContentPartPr/>
                <p14:nvPr/>
              </p14:nvContentPartPr>
              <p14:xfrm>
                <a:off x="6516257" y="1619400"/>
                <a:ext cx="138600" cy="107640"/>
              </p14:xfrm>
            </p:contentPart>
          </mc:Choice>
          <mc:Fallback xmlns="">
            <p:pic>
              <p:nvPicPr>
                <p:cNvPr id="149" name="Ink 148">
                  <a:extLst>
                    <a:ext uri="{FF2B5EF4-FFF2-40B4-BE49-F238E27FC236}">
                      <a16:creationId xmlns:a16="http://schemas.microsoft.com/office/drawing/2014/main" id="{D5A707DB-5BAA-BF85-3C2D-ACA07693DC86}"/>
                    </a:ext>
                  </a:extLst>
                </p:cNvPr>
                <p:cNvPicPr/>
                <p:nvPr/>
              </p:nvPicPr>
              <p:blipFill>
                <a:blip r:embed="rId30"/>
                <a:stretch>
                  <a:fillRect/>
                </a:stretch>
              </p:blipFill>
              <p:spPr>
                <a:xfrm>
                  <a:off x="6507617" y="1610760"/>
                  <a:ext cx="1562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50" name="Ink 149">
                  <a:extLst>
                    <a:ext uri="{FF2B5EF4-FFF2-40B4-BE49-F238E27FC236}">
                      <a16:creationId xmlns:a16="http://schemas.microsoft.com/office/drawing/2014/main" id="{B95F24B9-4CD3-F709-11C5-54235B856154}"/>
                    </a:ext>
                  </a:extLst>
                </p14:cNvPr>
                <p14:cNvContentPartPr/>
                <p14:nvPr/>
              </p14:nvContentPartPr>
              <p14:xfrm>
                <a:off x="6685097" y="1606080"/>
                <a:ext cx="203400" cy="113760"/>
              </p14:xfrm>
            </p:contentPart>
          </mc:Choice>
          <mc:Fallback xmlns="">
            <p:pic>
              <p:nvPicPr>
                <p:cNvPr id="150" name="Ink 149">
                  <a:extLst>
                    <a:ext uri="{FF2B5EF4-FFF2-40B4-BE49-F238E27FC236}">
                      <a16:creationId xmlns:a16="http://schemas.microsoft.com/office/drawing/2014/main" id="{B95F24B9-4CD3-F709-11C5-54235B856154}"/>
                    </a:ext>
                  </a:extLst>
                </p:cNvPr>
                <p:cNvPicPr/>
                <p:nvPr/>
              </p:nvPicPr>
              <p:blipFill>
                <a:blip r:embed="rId32"/>
                <a:stretch>
                  <a:fillRect/>
                </a:stretch>
              </p:blipFill>
              <p:spPr>
                <a:xfrm>
                  <a:off x="6676097" y="1597080"/>
                  <a:ext cx="2210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51" name="Ink 150">
                  <a:extLst>
                    <a:ext uri="{FF2B5EF4-FFF2-40B4-BE49-F238E27FC236}">
                      <a16:creationId xmlns:a16="http://schemas.microsoft.com/office/drawing/2014/main" id="{BE2E343D-33DC-1D29-4070-5B2146663752}"/>
                    </a:ext>
                  </a:extLst>
                </p14:cNvPr>
                <p14:cNvContentPartPr/>
                <p14:nvPr/>
              </p14:nvContentPartPr>
              <p14:xfrm>
                <a:off x="6971657" y="1565040"/>
                <a:ext cx="83880" cy="141840"/>
              </p14:xfrm>
            </p:contentPart>
          </mc:Choice>
          <mc:Fallback xmlns="">
            <p:pic>
              <p:nvPicPr>
                <p:cNvPr id="151" name="Ink 150">
                  <a:extLst>
                    <a:ext uri="{FF2B5EF4-FFF2-40B4-BE49-F238E27FC236}">
                      <a16:creationId xmlns:a16="http://schemas.microsoft.com/office/drawing/2014/main" id="{BE2E343D-33DC-1D29-4070-5B2146663752}"/>
                    </a:ext>
                  </a:extLst>
                </p:cNvPr>
                <p:cNvPicPr/>
                <p:nvPr/>
              </p:nvPicPr>
              <p:blipFill>
                <a:blip r:embed="rId34"/>
                <a:stretch>
                  <a:fillRect/>
                </a:stretch>
              </p:blipFill>
              <p:spPr>
                <a:xfrm>
                  <a:off x="6963017" y="1556400"/>
                  <a:ext cx="1015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52" name="Ink 151">
                  <a:extLst>
                    <a:ext uri="{FF2B5EF4-FFF2-40B4-BE49-F238E27FC236}">
                      <a16:creationId xmlns:a16="http://schemas.microsoft.com/office/drawing/2014/main" id="{A5E78D4E-6411-AA83-069F-265A727FA0D7}"/>
                    </a:ext>
                  </a:extLst>
                </p14:cNvPr>
                <p14:cNvContentPartPr/>
                <p14:nvPr/>
              </p14:nvContentPartPr>
              <p14:xfrm>
                <a:off x="7199177" y="1585560"/>
                <a:ext cx="118080" cy="57960"/>
              </p14:xfrm>
            </p:contentPart>
          </mc:Choice>
          <mc:Fallback xmlns="">
            <p:pic>
              <p:nvPicPr>
                <p:cNvPr id="152" name="Ink 151">
                  <a:extLst>
                    <a:ext uri="{FF2B5EF4-FFF2-40B4-BE49-F238E27FC236}">
                      <a16:creationId xmlns:a16="http://schemas.microsoft.com/office/drawing/2014/main" id="{A5E78D4E-6411-AA83-069F-265A727FA0D7}"/>
                    </a:ext>
                  </a:extLst>
                </p:cNvPr>
                <p:cNvPicPr/>
                <p:nvPr/>
              </p:nvPicPr>
              <p:blipFill>
                <a:blip r:embed="rId36"/>
                <a:stretch>
                  <a:fillRect/>
                </a:stretch>
              </p:blipFill>
              <p:spPr>
                <a:xfrm>
                  <a:off x="7190177" y="1576920"/>
                  <a:ext cx="13572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53" name="Ink 152">
                  <a:extLst>
                    <a:ext uri="{FF2B5EF4-FFF2-40B4-BE49-F238E27FC236}">
                      <a16:creationId xmlns:a16="http://schemas.microsoft.com/office/drawing/2014/main" id="{B22FE8F3-CF91-C5AE-761D-F051785DFE22}"/>
                    </a:ext>
                  </a:extLst>
                </p14:cNvPr>
                <p14:cNvContentPartPr/>
                <p14:nvPr/>
              </p14:nvContentPartPr>
              <p14:xfrm>
                <a:off x="7258577" y="1682400"/>
                <a:ext cx="95760" cy="20520"/>
              </p14:xfrm>
            </p:contentPart>
          </mc:Choice>
          <mc:Fallback xmlns="">
            <p:pic>
              <p:nvPicPr>
                <p:cNvPr id="153" name="Ink 152">
                  <a:extLst>
                    <a:ext uri="{FF2B5EF4-FFF2-40B4-BE49-F238E27FC236}">
                      <a16:creationId xmlns:a16="http://schemas.microsoft.com/office/drawing/2014/main" id="{B22FE8F3-CF91-C5AE-761D-F051785DFE22}"/>
                    </a:ext>
                  </a:extLst>
                </p:cNvPr>
                <p:cNvPicPr/>
                <p:nvPr/>
              </p:nvPicPr>
              <p:blipFill>
                <a:blip r:embed="rId38"/>
                <a:stretch>
                  <a:fillRect/>
                </a:stretch>
              </p:blipFill>
              <p:spPr>
                <a:xfrm>
                  <a:off x="7249577" y="1673400"/>
                  <a:ext cx="11340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55" name="Ink 154">
                  <a:extLst>
                    <a:ext uri="{FF2B5EF4-FFF2-40B4-BE49-F238E27FC236}">
                      <a16:creationId xmlns:a16="http://schemas.microsoft.com/office/drawing/2014/main" id="{77623A5D-8D5D-5DC9-92D7-680A08367470}"/>
                    </a:ext>
                  </a:extLst>
                </p14:cNvPr>
                <p14:cNvContentPartPr/>
                <p14:nvPr/>
              </p14:nvContentPartPr>
              <p14:xfrm>
                <a:off x="7476737" y="1459920"/>
                <a:ext cx="172800" cy="235440"/>
              </p14:xfrm>
            </p:contentPart>
          </mc:Choice>
          <mc:Fallback xmlns="">
            <p:pic>
              <p:nvPicPr>
                <p:cNvPr id="155" name="Ink 154">
                  <a:extLst>
                    <a:ext uri="{FF2B5EF4-FFF2-40B4-BE49-F238E27FC236}">
                      <a16:creationId xmlns:a16="http://schemas.microsoft.com/office/drawing/2014/main" id="{77623A5D-8D5D-5DC9-92D7-680A08367470}"/>
                    </a:ext>
                  </a:extLst>
                </p:cNvPr>
                <p:cNvPicPr/>
                <p:nvPr/>
              </p:nvPicPr>
              <p:blipFill>
                <a:blip r:embed="rId40"/>
                <a:stretch>
                  <a:fillRect/>
                </a:stretch>
              </p:blipFill>
              <p:spPr>
                <a:xfrm>
                  <a:off x="7467737" y="1450920"/>
                  <a:ext cx="1904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56" name="Ink 155">
                  <a:extLst>
                    <a:ext uri="{FF2B5EF4-FFF2-40B4-BE49-F238E27FC236}">
                      <a16:creationId xmlns:a16="http://schemas.microsoft.com/office/drawing/2014/main" id="{89C55DDD-B443-EE13-3E3B-FA3D5412FAA0}"/>
                    </a:ext>
                  </a:extLst>
                </p14:cNvPr>
                <p14:cNvContentPartPr/>
                <p14:nvPr/>
              </p14:nvContentPartPr>
              <p14:xfrm>
                <a:off x="7661057" y="1489080"/>
                <a:ext cx="95040" cy="131400"/>
              </p14:xfrm>
            </p:contentPart>
          </mc:Choice>
          <mc:Fallback xmlns="">
            <p:pic>
              <p:nvPicPr>
                <p:cNvPr id="156" name="Ink 155">
                  <a:extLst>
                    <a:ext uri="{FF2B5EF4-FFF2-40B4-BE49-F238E27FC236}">
                      <a16:creationId xmlns:a16="http://schemas.microsoft.com/office/drawing/2014/main" id="{89C55DDD-B443-EE13-3E3B-FA3D5412FAA0}"/>
                    </a:ext>
                  </a:extLst>
                </p:cNvPr>
                <p:cNvPicPr/>
                <p:nvPr/>
              </p:nvPicPr>
              <p:blipFill>
                <a:blip r:embed="rId42"/>
                <a:stretch>
                  <a:fillRect/>
                </a:stretch>
              </p:blipFill>
              <p:spPr>
                <a:xfrm>
                  <a:off x="7652417" y="1480440"/>
                  <a:ext cx="11268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57" name="Ink 156">
                  <a:extLst>
                    <a:ext uri="{FF2B5EF4-FFF2-40B4-BE49-F238E27FC236}">
                      <a16:creationId xmlns:a16="http://schemas.microsoft.com/office/drawing/2014/main" id="{4E3D2042-E8AD-C436-5C22-384AC0F62B1A}"/>
                    </a:ext>
                  </a:extLst>
                </p14:cNvPr>
                <p14:cNvContentPartPr/>
                <p14:nvPr/>
              </p14:nvContentPartPr>
              <p14:xfrm>
                <a:off x="7747457" y="1527600"/>
                <a:ext cx="34200" cy="182880"/>
              </p14:xfrm>
            </p:contentPart>
          </mc:Choice>
          <mc:Fallback xmlns="">
            <p:pic>
              <p:nvPicPr>
                <p:cNvPr id="157" name="Ink 156">
                  <a:extLst>
                    <a:ext uri="{FF2B5EF4-FFF2-40B4-BE49-F238E27FC236}">
                      <a16:creationId xmlns:a16="http://schemas.microsoft.com/office/drawing/2014/main" id="{4E3D2042-E8AD-C436-5C22-384AC0F62B1A}"/>
                    </a:ext>
                  </a:extLst>
                </p:cNvPr>
                <p:cNvPicPr/>
                <p:nvPr/>
              </p:nvPicPr>
              <p:blipFill>
                <a:blip r:embed="rId44"/>
                <a:stretch>
                  <a:fillRect/>
                </a:stretch>
              </p:blipFill>
              <p:spPr>
                <a:xfrm>
                  <a:off x="7738817" y="1518960"/>
                  <a:ext cx="5184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58" name="Ink 157">
                  <a:extLst>
                    <a:ext uri="{FF2B5EF4-FFF2-40B4-BE49-F238E27FC236}">
                      <a16:creationId xmlns:a16="http://schemas.microsoft.com/office/drawing/2014/main" id="{773A14DD-9563-E5B0-163E-0DC78C3FFB9A}"/>
                    </a:ext>
                  </a:extLst>
                </p14:cNvPr>
                <p14:cNvContentPartPr/>
                <p14:nvPr/>
              </p14:nvContentPartPr>
              <p14:xfrm>
                <a:off x="7955897" y="1454520"/>
                <a:ext cx="16560" cy="207720"/>
              </p14:xfrm>
            </p:contentPart>
          </mc:Choice>
          <mc:Fallback xmlns="">
            <p:pic>
              <p:nvPicPr>
                <p:cNvPr id="158" name="Ink 157">
                  <a:extLst>
                    <a:ext uri="{FF2B5EF4-FFF2-40B4-BE49-F238E27FC236}">
                      <a16:creationId xmlns:a16="http://schemas.microsoft.com/office/drawing/2014/main" id="{773A14DD-9563-E5B0-163E-0DC78C3FFB9A}"/>
                    </a:ext>
                  </a:extLst>
                </p:cNvPr>
                <p:cNvPicPr/>
                <p:nvPr/>
              </p:nvPicPr>
              <p:blipFill>
                <a:blip r:embed="rId46"/>
                <a:stretch>
                  <a:fillRect/>
                </a:stretch>
              </p:blipFill>
              <p:spPr>
                <a:xfrm>
                  <a:off x="7946897" y="1445880"/>
                  <a:ext cx="3420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59" name="Ink 158">
                  <a:extLst>
                    <a:ext uri="{FF2B5EF4-FFF2-40B4-BE49-F238E27FC236}">
                      <a16:creationId xmlns:a16="http://schemas.microsoft.com/office/drawing/2014/main" id="{BFC6E3D6-AEFD-6A7D-0076-8DD2C9F5E132}"/>
                    </a:ext>
                  </a:extLst>
                </p14:cNvPr>
                <p14:cNvContentPartPr/>
                <p14:nvPr/>
              </p14:nvContentPartPr>
              <p14:xfrm>
                <a:off x="7934297" y="1553160"/>
                <a:ext cx="78840" cy="24840"/>
              </p14:xfrm>
            </p:contentPart>
          </mc:Choice>
          <mc:Fallback xmlns="">
            <p:pic>
              <p:nvPicPr>
                <p:cNvPr id="159" name="Ink 158">
                  <a:extLst>
                    <a:ext uri="{FF2B5EF4-FFF2-40B4-BE49-F238E27FC236}">
                      <a16:creationId xmlns:a16="http://schemas.microsoft.com/office/drawing/2014/main" id="{BFC6E3D6-AEFD-6A7D-0076-8DD2C9F5E132}"/>
                    </a:ext>
                  </a:extLst>
                </p:cNvPr>
                <p:cNvPicPr/>
                <p:nvPr/>
              </p:nvPicPr>
              <p:blipFill>
                <a:blip r:embed="rId48"/>
                <a:stretch>
                  <a:fillRect/>
                </a:stretch>
              </p:blipFill>
              <p:spPr>
                <a:xfrm>
                  <a:off x="7925297" y="1544520"/>
                  <a:ext cx="964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60" name="Ink 159">
                  <a:extLst>
                    <a:ext uri="{FF2B5EF4-FFF2-40B4-BE49-F238E27FC236}">
                      <a16:creationId xmlns:a16="http://schemas.microsoft.com/office/drawing/2014/main" id="{66821599-33A1-0D07-5987-8219FE8A31D9}"/>
                    </a:ext>
                  </a:extLst>
                </p14:cNvPr>
                <p14:cNvContentPartPr/>
                <p14:nvPr/>
              </p14:nvContentPartPr>
              <p14:xfrm>
                <a:off x="8031857" y="1530840"/>
                <a:ext cx="21240" cy="118080"/>
              </p14:xfrm>
            </p:contentPart>
          </mc:Choice>
          <mc:Fallback xmlns="">
            <p:pic>
              <p:nvPicPr>
                <p:cNvPr id="160" name="Ink 159">
                  <a:extLst>
                    <a:ext uri="{FF2B5EF4-FFF2-40B4-BE49-F238E27FC236}">
                      <a16:creationId xmlns:a16="http://schemas.microsoft.com/office/drawing/2014/main" id="{66821599-33A1-0D07-5987-8219FE8A31D9}"/>
                    </a:ext>
                  </a:extLst>
                </p:cNvPr>
                <p:cNvPicPr/>
                <p:nvPr/>
              </p:nvPicPr>
              <p:blipFill>
                <a:blip r:embed="rId50"/>
                <a:stretch>
                  <a:fillRect/>
                </a:stretch>
              </p:blipFill>
              <p:spPr>
                <a:xfrm>
                  <a:off x="8023217" y="1522200"/>
                  <a:ext cx="3888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61" name="Ink 160">
                  <a:extLst>
                    <a:ext uri="{FF2B5EF4-FFF2-40B4-BE49-F238E27FC236}">
                      <a16:creationId xmlns:a16="http://schemas.microsoft.com/office/drawing/2014/main" id="{E343B88F-82D5-4CC7-62EF-2D9C4957355F}"/>
                    </a:ext>
                  </a:extLst>
                </p14:cNvPr>
                <p14:cNvContentPartPr/>
                <p14:nvPr/>
              </p14:nvContentPartPr>
              <p14:xfrm>
                <a:off x="8098097" y="1513920"/>
                <a:ext cx="161280" cy="158760"/>
              </p14:xfrm>
            </p:contentPart>
          </mc:Choice>
          <mc:Fallback xmlns="">
            <p:pic>
              <p:nvPicPr>
                <p:cNvPr id="161" name="Ink 160">
                  <a:extLst>
                    <a:ext uri="{FF2B5EF4-FFF2-40B4-BE49-F238E27FC236}">
                      <a16:creationId xmlns:a16="http://schemas.microsoft.com/office/drawing/2014/main" id="{E343B88F-82D5-4CC7-62EF-2D9C4957355F}"/>
                    </a:ext>
                  </a:extLst>
                </p:cNvPr>
                <p:cNvPicPr/>
                <p:nvPr/>
              </p:nvPicPr>
              <p:blipFill>
                <a:blip r:embed="rId52"/>
                <a:stretch>
                  <a:fillRect/>
                </a:stretch>
              </p:blipFill>
              <p:spPr>
                <a:xfrm>
                  <a:off x="8089097" y="1505280"/>
                  <a:ext cx="1789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62" name="Ink 161">
                  <a:extLst>
                    <a:ext uri="{FF2B5EF4-FFF2-40B4-BE49-F238E27FC236}">
                      <a16:creationId xmlns:a16="http://schemas.microsoft.com/office/drawing/2014/main" id="{32E0329C-E500-EBD0-495C-7A13A778965F}"/>
                    </a:ext>
                  </a:extLst>
                </p14:cNvPr>
                <p14:cNvContentPartPr/>
                <p14:nvPr/>
              </p14:nvContentPartPr>
              <p14:xfrm>
                <a:off x="8296817" y="1449120"/>
                <a:ext cx="108360" cy="169200"/>
              </p14:xfrm>
            </p:contentPart>
          </mc:Choice>
          <mc:Fallback xmlns="">
            <p:pic>
              <p:nvPicPr>
                <p:cNvPr id="162" name="Ink 161">
                  <a:extLst>
                    <a:ext uri="{FF2B5EF4-FFF2-40B4-BE49-F238E27FC236}">
                      <a16:creationId xmlns:a16="http://schemas.microsoft.com/office/drawing/2014/main" id="{32E0329C-E500-EBD0-495C-7A13A778965F}"/>
                    </a:ext>
                  </a:extLst>
                </p:cNvPr>
                <p:cNvPicPr/>
                <p:nvPr/>
              </p:nvPicPr>
              <p:blipFill>
                <a:blip r:embed="rId54"/>
                <a:stretch>
                  <a:fillRect/>
                </a:stretch>
              </p:blipFill>
              <p:spPr>
                <a:xfrm>
                  <a:off x="8288177" y="1440480"/>
                  <a:ext cx="12600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63" name="Ink 162">
                  <a:extLst>
                    <a:ext uri="{FF2B5EF4-FFF2-40B4-BE49-F238E27FC236}">
                      <a16:creationId xmlns:a16="http://schemas.microsoft.com/office/drawing/2014/main" id="{AAF1C84E-8C16-39CD-0784-3692E1F03636}"/>
                    </a:ext>
                  </a:extLst>
                </p14:cNvPr>
                <p14:cNvContentPartPr/>
                <p14:nvPr/>
              </p14:nvContentPartPr>
              <p14:xfrm>
                <a:off x="8007377" y="1462800"/>
                <a:ext cx="360" cy="360"/>
              </p14:xfrm>
            </p:contentPart>
          </mc:Choice>
          <mc:Fallback xmlns="">
            <p:pic>
              <p:nvPicPr>
                <p:cNvPr id="163" name="Ink 162">
                  <a:extLst>
                    <a:ext uri="{FF2B5EF4-FFF2-40B4-BE49-F238E27FC236}">
                      <a16:creationId xmlns:a16="http://schemas.microsoft.com/office/drawing/2014/main" id="{AAF1C84E-8C16-39CD-0784-3692E1F03636}"/>
                    </a:ext>
                  </a:extLst>
                </p:cNvPr>
                <p:cNvPicPr/>
                <p:nvPr/>
              </p:nvPicPr>
              <p:blipFill>
                <a:blip r:embed="rId56"/>
                <a:stretch>
                  <a:fillRect/>
                </a:stretch>
              </p:blipFill>
              <p:spPr>
                <a:xfrm>
                  <a:off x="7998377" y="145380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64" name="Ink 163">
                  <a:extLst>
                    <a:ext uri="{FF2B5EF4-FFF2-40B4-BE49-F238E27FC236}">
                      <a16:creationId xmlns:a16="http://schemas.microsoft.com/office/drawing/2014/main" id="{EAE01770-0769-B772-627A-0EA96746B56D}"/>
                    </a:ext>
                  </a:extLst>
                </p14:cNvPr>
                <p14:cNvContentPartPr/>
                <p14:nvPr/>
              </p14:nvContentPartPr>
              <p14:xfrm>
                <a:off x="8522177" y="1421400"/>
                <a:ext cx="85680" cy="190800"/>
              </p14:xfrm>
            </p:contentPart>
          </mc:Choice>
          <mc:Fallback xmlns="">
            <p:pic>
              <p:nvPicPr>
                <p:cNvPr id="164" name="Ink 163">
                  <a:extLst>
                    <a:ext uri="{FF2B5EF4-FFF2-40B4-BE49-F238E27FC236}">
                      <a16:creationId xmlns:a16="http://schemas.microsoft.com/office/drawing/2014/main" id="{EAE01770-0769-B772-627A-0EA96746B56D}"/>
                    </a:ext>
                  </a:extLst>
                </p:cNvPr>
                <p:cNvPicPr/>
                <p:nvPr/>
              </p:nvPicPr>
              <p:blipFill>
                <a:blip r:embed="rId58"/>
                <a:stretch>
                  <a:fillRect/>
                </a:stretch>
              </p:blipFill>
              <p:spPr>
                <a:xfrm>
                  <a:off x="8513177" y="1412760"/>
                  <a:ext cx="1033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65" name="Ink 164">
                  <a:extLst>
                    <a:ext uri="{FF2B5EF4-FFF2-40B4-BE49-F238E27FC236}">
                      <a16:creationId xmlns:a16="http://schemas.microsoft.com/office/drawing/2014/main" id="{45297F91-F35C-7AD7-BBB7-469132923403}"/>
                    </a:ext>
                  </a:extLst>
                </p14:cNvPr>
                <p14:cNvContentPartPr/>
                <p14:nvPr/>
              </p14:nvContentPartPr>
              <p14:xfrm>
                <a:off x="8640257" y="1400520"/>
                <a:ext cx="34920" cy="207360"/>
              </p14:xfrm>
            </p:contentPart>
          </mc:Choice>
          <mc:Fallback xmlns="">
            <p:pic>
              <p:nvPicPr>
                <p:cNvPr id="165" name="Ink 164">
                  <a:extLst>
                    <a:ext uri="{FF2B5EF4-FFF2-40B4-BE49-F238E27FC236}">
                      <a16:creationId xmlns:a16="http://schemas.microsoft.com/office/drawing/2014/main" id="{45297F91-F35C-7AD7-BBB7-469132923403}"/>
                    </a:ext>
                  </a:extLst>
                </p:cNvPr>
                <p:cNvPicPr/>
                <p:nvPr/>
              </p:nvPicPr>
              <p:blipFill>
                <a:blip r:embed="rId60"/>
                <a:stretch>
                  <a:fillRect/>
                </a:stretch>
              </p:blipFill>
              <p:spPr>
                <a:xfrm>
                  <a:off x="8631617" y="1391880"/>
                  <a:ext cx="525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66" name="Ink 165">
                  <a:extLst>
                    <a:ext uri="{FF2B5EF4-FFF2-40B4-BE49-F238E27FC236}">
                      <a16:creationId xmlns:a16="http://schemas.microsoft.com/office/drawing/2014/main" id="{DC9C06F7-8EEF-30D2-7DD9-D21C0540CFA7}"/>
                    </a:ext>
                  </a:extLst>
                </p14:cNvPr>
                <p14:cNvContentPartPr/>
                <p14:nvPr/>
              </p14:nvContentPartPr>
              <p14:xfrm>
                <a:off x="8703977" y="1460640"/>
                <a:ext cx="78480" cy="97920"/>
              </p14:xfrm>
            </p:contentPart>
          </mc:Choice>
          <mc:Fallback xmlns="">
            <p:pic>
              <p:nvPicPr>
                <p:cNvPr id="166" name="Ink 165">
                  <a:extLst>
                    <a:ext uri="{FF2B5EF4-FFF2-40B4-BE49-F238E27FC236}">
                      <a16:creationId xmlns:a16="http://schemas.microsoft.com/office/drawing/2014/main" id="{DC9C06F7-8EEF-30D2-7DD9-D21C0540CFA7}"/>
                    </a:ext>
                  </a:extLst>
                </p:cNvPr>
                <p:cNvPicPr/>
                <p:nvPr/>
              </p:nvPicPr>
              <p:blipFill>
                <a:blip r:embed="rId62"/>
                <a:stretch>
                  <a:fillRect/>
                </a:stretch>
              </p:blipFill>
              <p:spPr>
                <a:xfrm>
                  <a:off x="8695337" y="1452000"/>
                  <a:ext cx="9612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67" name="Ink 166">
                  <a:extLst>
                    <a:ext uri="{FF2B5EF4-FFF2-40B4-BE49-F238E27FC236}">
                      <a16:creationId xmlns:a16="http://schemas.microsoft.com/office/drawing/2014/main" id="{7ECE54E5-22F8-14AC-A5B6-AF6E358D1423}"/>
                    </a:ext>
                  </a:extLst>
                </p14:cNvPr>
                <p14:cNvContentPartPr/>
                <p14:nvPr/>
              </p14:nvContentPartPr>
              <p14:xfrm>
                <a:off x="8801537" y="1337880"/>
                <a:ext cx="67320" cy="225360"/>
              </p14:xfrm>
            </p:contentPart>
          </mc:Choice>
          <mc:Fallback xmlns="">
            <p:pic>
              <p:nvPicPr>
                <p:cNvPr id="167" name="Ink 166">
                  <a:extLst>
                    <a:ext uri="{FF2B5EF4-FFF2-40B4-BE49-F238E27FC236}">
                      <a16:creationId xmlns:a16="http://schemas.microsoft.com/office/drawing/2014/main" id="{7ECE54E5-22F8-14AC-A5B6-AF6E358D1423}"/>
                    </a:ext>
                  </a:extLst>
                </p:cNvPr>
                <p:cNvPicPr/>
                <p:nvPr/>
              </p:nvPicPr>
              <p:blipFill>
                <a:blip r:embed="rId64"/>
                <a:stretch>
                  <a:fillRect/>
                </a:stretch>
              </p:blipFill>
              <p:spPr>
                <a:xfrm>
                  <a:off x="8792537" y="1328880"/>
                  <a:ext cx="849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68" name="Ink 167">
                  <a:extLst>
                    <a:ext uri="{FF2B5EF4-FFF2-40B4-BE49-F238E27FC236}">
                      <a16:creationId xmlns:a16="http://schemas.microsoft.com/office/drawing/2014/main" id="{0C635F16-8FA9-9942-CFA2-91F008638B6F}"/>
                    </a:ext>
                  </a:extLst>
                </p14:cNvPr>
                <p14:cNvContentPartPr/>
                <p14:nvPr/>
              </p14:nvContentPartPr>
              <p14:xfrm>
                <a:off x="8802617" y="1422840"/>
                <a:ext cx="114840" cy="37440"/>
              </p14:xfrm>
            </p:contentPart>
          </mc:Choice>
          <mc:Fallback xmlns="">
            <p:pic>
              <p:nvPicPr>
                <p:cNvPr id="168" name="Ink 167">
                  <a:extLst>
                    <a:ext uri="{FF2B5EF4-FFF2-40B4-BE49-F238E27FC236}">
                      <a16:creationId xmlns:a16="http://schemas.microsoft.com/office/drawing/2014/main" id="{0C635F16-8FA9-9942-CFA2-91F008638B6F}"/>
                    </a:ext>
                  </a:extLst>
                </p:cNvPr>
                <p:cNvPicPr/>
                <p:nvPr/>
              </p:nvPicPr>
              <p:blipFill>
                <a:blip r:embed="rId66"/>
                <a:stretch>
                  <a:fillRect/>
                </a:stretch>
              </p:blipFill>
              <p:spPr>
                <a:xfrm>
                  <a:off x="8793977" y="1414200"/>
                  <a:ext cx="1324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69" name="Ink 168">
                  <a:extLst>
                    <a:ext uri="{FF2B5EF4-FFF2-40B4-BE49-F238E27FC236}">
                      <a16:creationId xmlns:a16="http://schemas.microsoft.com/office/drawing/2014/main" id="{03F0A88C-38DD-4C88-9969-7BF1A64CB355}"/>
                    </a:ext>
                  </a:extLst>
                </p14:cNvPr>
                <p14:cNvContentPartPr/>
                <p14:nvPr/>
              </p14:nvContentPartPr>
              <p14:xfrm>
                <a:off x="8930417" y="1398720"/>
                <a:ext cx="122400" cy="151560"/>
              </p14:xfrm>
            </p:contentPart>
          </mc:Choice>
          <mc:Fallback xmlns="">
            <p:pic>
              <p:nvPicPr>
                <p:cNvPr id="169" name="Ink 168">
                  <a:extLst>
                    <a:ext uri="{FF2B5EF4-FFF2-40B4-BE49-F238E27FC236}">
                      <a16:creationId xmlns:a16="http://schemas.microsoft.com/office/drawing/2014/main" id="{03F0A88C-38DD-4C88-9969-7BF1A64CB355}"/>
                    </a:ext>
                  </a:extLst>
                </p:cNvPr>
                <p:cNvPicPr/>
                <p:nvPr/>
              </p:nvPicPr>
              <p:blipFill>
                <a:blip r:embed="rId68"/>
                <a:stretch>
                  <a:fillRect/>
                </a:stretch>
              </p:blipFill>
              <p:spPr>
                <a:xfrm>
                  <a:off x="8921777" y="1389720"/>
                  <a:ext cx="140040" cy="1692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72" name="Ink 171">
                  <a:extLst>
                    <a:ext uri="{FF2B5EF4-FFF2-40B4-BE49-F238E27FC236}">
                      <a16:creationId xmlns:a16="http://schemas.microsoft.com/office/drawing/2014/main" id="{08C280C6-E552-A866-65BF-552093E9D185}"/>
                    </a:ext>
                  </a:extLst>
                </p14:cNvPr>
                <p14:cNvContentPartPr/>
                <p14:nvPr/>
              </p14:nvContentPartPr>
              <p14:xfrm>
                <a:off x="6433097" y="1938360"/>
                <a:ext cx="37440" cy="141840"/>
              </p14:xfrm>
            </p:contentPart>
          </mc:Choice>
          <mc:Fallback xmlns="">
            <p:pic>
              <p:nvPicPr>
                <p:cNvPr id="172" name="Ink 171">
                  <a:extLst>
                    <a:ext uri="{FF2B5EF4-FFF2-40B4-BE49-F238E27FC236}">
                      <a16:creationId xmlns:a16="http://schemas.microsoft.com/office/drawing/2014/main" id="{08C280C6-E552-A866-65BF-552093E9D185}"/>
                    </a:ext>
                  </a:extLst>
                </p:cNvPr>
                <p:cNvPicPr/>
                <p:nvPr/>
              </p:nvPicPr>
              <p:blipFill>
                <a:blip r:embed="rId70"/>
                <a:stretch>
                  <a:fillRect/>
                </a:stretch>
              </p:blipFill>
              <p:spPr>
                <a:xfrm>
                  <a:off x="6424097" y="1929360"/>
                  <a:ext cx="5508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73" name="Ink 172">
                  <a:extLst>
                    <a:ext uri="{FF2B5EF4-FFF2-40B4-BE49-F238E27FC236}">
                      <a16:creationId xmlns:a16="http://schemas.microsoft.com/office/drawing/2014/main" id="{7F463123-63FD-1ADF-D687-5E243820009C}"/>
                    </a:ext>
                  </a:extLst>
                </p14:cNvPr>
                <p14:cNvContentPartPr/>
                <p14:nvPr/>
              </p14:nvContentPartPr>
              <p14:xfrm>
                <a:off x="6745217" y="1905960"/>
                <a:ext cx="122400" cy="73800"/>
              </p14:xfrm>
            </p:contentPart>
          </mc:Choice>
          <mc:Fallback xmlns="">
            <p:pic>
              <p:nvPicPr>
                <p:cNvPr id="173" name="Ink 172">
                  <a:extLst>
                    <a:ext uri="{FF2B5EF4-FFF2-40B4-BE49-F238E27FC236}">
                      <a16:creationId xmlns:a16="http://schemas.microsoft.com/office/drawing/2014/main" id="{7F463123-63FD-1ADF-D687-5E243820009C}"/>
                    </a:ext>
                  </a:extLst>
                </p:cNvPr>
                <p:cNvPicPr/>
                <p:nvPr/>
              </p:nvPicPr>
              <p:blipFill>
                <a:blip r:embed="rId72"/>
                <a:stretch>
                  <a:fillRect/>
                </a:stretch>
              </p:blipFill>
              <p:spPr>
                <a:xfrm>
                  <a:off x="6736217" y="1897320"/>
                  <a:ext cx="14004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74" name="Ink 173">
                  <a:extLst>
                    <a:ext uri="{FF2B5EF4-FFF2-40B4-BE49-F238E27FC236}">
                      <a16:creationId xmlns:a16="http://schemas.microsoft.com/office/drawing/2014/main" id="{644524C8-2E18-D99E-22CF-B61F4EA9DCD5}"/>
                    </a:ext>
                  </a:extLst>
                </p14:cNvPr>
                <p14:cNvContentPartPr/>
                <p14:nvPr/>
              </p14:nvContentPartPr>
              <p14:xfrm>
                <a:off x="6786617" y="1841160"/>
                <a:ext cx="123480" cy="214920"/>
              </p14:xfrm>
            </p:contentPart>
          </mc:Choice>
          <mc:Fallback xmlns="">
            <p:pic>
              <p:nvPicPr>
                <p:cNvPr id="174" name="Ink 173">
                  <a:extLst>
                    <a:ext uri="{FF2B5EF4-FFF2-40B4-BE49-F238E27FC236}">
                      <a16:creationId xmlns:a16="http://schemas.microsoft.com/office/drawing/2014/main" id="{644524C8-2E18-D99E-22CF-B61F4EA9DCD5}"/>
                    </a:ext>
                  </a:extLst>
                </p:cNvPr>
                <p:cNvPicPr/>
                <p:nvPr/>
              </p:nvPicPr>
              <p:blipFill>
                <a:blip r:embed="rId74"/>
                <a:stretch>
                  <a:fillRect/>
                </a:stretch>
              </p:blipFill>
              <p:spPr>
                <a:xfrm>
                  <a:off x="6777617" y="1832160"/>
                  <a:ext cx="1411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175" name="Ink 174">
                  <a:extLst>
                    <a:ext uri="{FF2B5EF4-FFF2-40B4-BE49-F238E27FC236}">
                      <a16:creationId xmlns:a16="http://schemas.microsoft.com/office/drawing/2014/main" id="{FC040DB4-B699-02D1-EAE5-F8DE5E186C91}"/>
                    </a:ext>
                  </a:extLst>
                </p14:cNvPr>
                <p14:cNvContentPartPr/>
                <p14:nvPr/>
              </p14:nvContentPartPr>
              <p14:xfrm>
                <a:off x="6967697" y="1962120"/>
                <a:ext cx="12600" cy="84600"/>
              </p14:xfrm>
            </p:contentPart>
          </mc:Choice>
          <mc:Fallback xmlns="">
            <p:pic>
              <p:nvPicPr>
                <p:cNvPr id="175" name="Ink 174">
                  <a:extLst>
                    <a:ext uri="{FF2B5EF4-FFF2-40B4-BE49-F238E27FC236}">
                      <a16:creationId xmlns:a16="http://schemas.microsoft.com/office/drawing/2014/main" id="{FC040DB4-B699-02D1-EAE5-F8DE5E186C91}"/>
                    </a:ext>
                  </a:extLst>
                </p:cNvPr>
                <p:cNvPicPr/>
                <p:nvPr/>
              </p:nvPicPr>
              <p:blipFill>
                <a:blip r:embed="rId76"/>
                <a:stretch>
                  <a:fillRect/>
                </a:stretch>
              </p:blipFill>
              <p:spPr>
                <a:xfrm>
                  <a:off x="6959057" y="1953120"/>
                  <a:ext cx="3024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76" name="Ink 175">
                  <a:extLst>
                    <a:ext uri="{FF2B5EF4-FFF2-40B4-BE49-F238E27FC236}">
                      <a16:creationId xmlns:a16="http://schemas.microsoft.com/office/drawing/2014/main" id="{DAC061AE-27BB-038F-0909-9191DF5653D3}"/>
                    </a:ext>
                  </a:extLst>
                </p14:cNvPr>
                <p14:cNvContentPartPr/>
                <p14:nvPr/>
              </p14:nvContentPartPr>
              <p14:xfrm>
                <a:off x="6896777" y="1831800"/>
                <a:ext cx="15120" cy="20520"/>
              </p14:xfrm>
            </p:contentPart>
          </mc:Choice>
          <mc:Fallback xmlns="">
            <p:pic>
              <p:nvPicPr>
                <p:cNvPr id="176" name="Ink 175">
                  <a:extLst>
                    <a:ext uri="{FF2B5EF4-FFF2-40B4-BE49-F238E27FC236}">
                      <a16:creationId xmlns:a16="http://schemas.microsoft.com/office/drawing/2014/main" id="{DAC061AE-27BB-038F-0909-9191DF5653D3}"/>
                    </a:ext>
                  </a:extLst>
                </p:cNvPr>
                <p:cNvPicPr/>
                <p:nvPr/>
              </p:nvPicPr>
              <p:blipFill>
                <a:blip r:embed="rId78"/>
                <a:stretch>
                  <a:fillRect/>
                </a:stretch>
              </p:blipFill>
              <p:spPr>
                <a:xfrm>
                  <a:off x="6887777" y="1822800"/>
                  <a:ext cx="327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77" name="Ink 176">
                  <a:extLst>
                    <a:ext uri="{FF2B5EF4-FFF2-40B4-BE49-F238E27FC236}">
                      <a16:creationId xmlns:a16="http://schemas.microsoft.com/office/drawing/2014/main" id="{C61DFB2A-1203-69DA-A697-FE641B09AE44}"/>
                    </a:ext>
                  </a:extLst>
                </p14:cNvPr>
                <p14:cNvContentPartPr/>
                <p14:nvPr/>
              </p14:nvContentPartPr>
              <p14:xfrm>
                <a:off x="7044017" y="1938360"/>
                <a:ext cx="186480" cy="125640"/>
              </p14:xfrm>
            </p:contentPart>
          </mc:Choice>
          <mc:Fallback xmlns="">
            <p:pic>
              <p:nvPicPr>
                <p:cNvPr id="177" name="Ink 176">
                  <a:extLst>
                    <a:ext uri="{FF2B5EF4-FFF2-40B4-BE49-F238E27FC236}">
                      <a16:creationId xmlns:a16="http://schemas.microsoft.com/office/drawing/2014/main" id="{C61DFB2A-1203-69DA-A697-FE641B09AE44}"/>
                    </a:ext>
                  </a:extLst>
                </p:cNvPr>
                <p:cNvPicPr/>
                <p:nvPr/>
              </p:nvPicPr>
              <p:blipFill>
                <a:blip r:embed="rId80"/>
                <a:stretch>
                  <a:fillRect/>
                </a:stretch>
              </p:blipFill>
              <p:spPr>
                <a:xfrm>
                  <a:off x="7035377" y="1929720"/>
                  <a:ext cx="20412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178" name="Ink 177">
                  <a:extLst>
                    <a:ext uri="{FF2B5EF4-FFF2-40B4-BE49-F238E27FC236}">
                      <a16:creationId xmlns:a16="http://schemas.microsoft.com/office/drawing/2014/main" id="{16FD4781-B362-C9B9-2FB9-7EE2A3C8B375}"/>
                    </a:ext>
                  </a:extLst>
                </p14:cNvPr>
                <p14:cNvContentPartPr/>
                <p14:nvPr/>
              </p14:nvContentPartPr>
              <p14:xfrm>
                <a:off x="7276937" y="1917120"/>
                <a:ext cx="151200" cy="125640"/>
              </p14:xfrm>
            </p:contentPart>
          </mc:Choice>
          <mc:Fallback xmlns="">
            <p:pic>
              <p:nvPicPr>
                <p:cNvPr id="178" name="Ink 177">
                  <a:extLst>
                    <a:ext uri="{FF2B5EF4-FFF2-40B4-BE49-F238E27FC236}">
                      <a16:creationId xmlns:a16="http://schemas.microsoft.com/office/drawing/2014/main" id="{16FD4781-B362-C9B9-2FB9-7EE2A3C8B375}"/>
                    </a:ext>
                  </a:extLst>
                </p:cNvPr>
                <p:cNvPicPr/>
                <p:nvPr/>
              </p:nvPicPr>
              <p:blipFill>
                <a:blip r:embed="rId82"/>
                <a:stretch>
                  <a:fillRect/>
                </a:stretch>
              </p:blipFill>
              <p:spPr>
                <a:xfrm>
                  <a:off x="7267937" y="1908480"/>
                  <a:ext cx="16884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79" name="Ink 178">
                  <a:extLst>
                    <a:ext uri="{FF2B5EF4-FFF2-40B4-BE49-F238E27FC236}">
                      <a16:creationId xmlns:a16="http://schemas.microsoft.com/office/drawing/2014/main" id="{77EFE032-051F-D2F5-BA7B-44473D63892D}"/>
                    </a:ext>
                  </a:extLst>
                </p14:cNvPr>
                <p14:cNvContentPartPr/>
                <p14:nvPr/>
              </p14:nvContentPartPr>
              <p14:xfrm>
                <a:off x="7589417" y="1875000"/>
                <a:ext cx="101160" cy="160560"/>
              </p14:xfrm>
            </p:contentPart>
          </mc:Choice>
          <mc:Fallback xmlns="">
            <p:pic>
              <p:nvPicPr>
                <p:cNvPr id="179" name="Ink 178">
                  <a:extLst>
                    <a:ext uri="{FF2B5EF4-FFF2-40B4-BE49-F238E27FC236}">
                      <a16:creationId xmlns:a16="http://schemas.microsoft.com/office/drawing/2014/main" id="{77EFE032-051F-D2F5-BA7B-44473D63892D}"/>
                    </a:ext>
                  </a:extLst>
                </p:cNvPr>
                <p:cNvPicPr/>
                <p:nvPr/>
              </p:nvPicPr>
              <p:blipFill>
                <a:blip r:embed="rId84"/>
                <a:stretch>
                  <a:fillRect/>
                </a:stretch>
              </p:blipFill>
              <p:spPr>
                <a:xfrm>
                  <a:off x="7580777" y="1866000"/>
                  <a:ext cx="11880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180" name="Ink 179">
                  <a:extLst>
                    <a:ext uri="{FF2B5EF4-FFF2-40B4-BE49-F238E27FC236}">
                      <a16:creationId xmlns:a16="http://schemas.microsoft.com/office/drawing/2014/main" id="{91A3BD3E-4526-0867-EE35-454B933EDA07}"/>
                    </a:ext>
                  </a:extLst>
                </p14:cNvPr>
                <p14:cNvContentPartPr/>
                <p14:nvPr/>
              </p14:nvContentPartPr>
              <p14:xfrm>
                <a:off x="7695617" y="1841160"/>
                <a:ext cx="81000" cy="186120"/>
              </p14:xfrm>
            </p:contentPart>
          </mc:Choice>
          <mc:Fallback xmlns="">
            <p:pic>
              <p:nvPicPr>
                <p:cNvPr id="180" name="Ink 179">
                  <a:extLst>
                    <a:ext uri="{FF2B5EF4-FFF2-40B4-BE49-F238E27FC236}">
                      <a16:creationId xmlns:a16="http://schemas.microsoft.com/office/drawing/2014/main" id="{91A3BD3E-4526-0867-EE35-454B933EDA07}"/>
                    </a:ext>
                  </a:extLst>
                </p:cNvPr>
                <p:cNvPicPr/>
                <p:nvPr/>
              </p:nvPicPr>
              <p:blipFill>
                <a:blip r:embed="rId86"/>
                <a:stretch>
                  <a:fillRect/>
                </a:stretch>
              </p:blipFill>
              <p:spPr>
                <a:xfrm>
                  <a:off x="7686617" y="1832160"/>
                  <a:ext cx="9864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81" name="Ink 180">
                  <a:extLst>
                    <a:ext uri="{FF2B5EF4-FFF2-40B4-BE49-F238E27FC236}">
                      <a16:creationId xmlns:a16="http://schemas.microsoft.com/office/drawing/2014/main" id="{71EFE333-5A97-71A2-4722-2081BF4B76D1}"/>
                    </a:ext>
                  </a:extLst>
                </p14:cNvPr>
                <p14:cNvContentPartPr/>
                <p14:nvPr/>
              </p14:nvContentPartPr>
              <p14:xfrm>
                <a:off x="7860497" y="1900560"/>
                <a:ext cx="73800" cy="99720"/>
              </p14:xfrm>
            </p:contentPart>
          </mc:Choice>
          <mc:Fallback xmlns="">
            <p:pic>
              <p:nvPicPr>
                <p:cNvPr id="181" name="Ink 180">
                  <a:extLst>
                    <a:ext uri="{FF2B5EF4-FFF2-40B4-BE49-F238E27FC236}">
                      <a16:creationId xmlns:a16="http://schemas.microsoft.com/office/drawing/2014/main" id="{71EFE333-5A97-71A2-4722-2081BF4B76D1}"/>
                    </a:ext>
                  </a:extLst>
                </p:cNvPr>
                <p:cNvPicPr/>
                <p:nvPr/>
              </p:nvPicPr>
              <p:blipFill>
                <a:blip r:embed="rId88"/>
                <a:stretch>
                  <a:fillRect/>
                </a:stretch>
              </p:blipFill>
              <p:spPr>
                <a:xfrm>
                  <a:off x="7851497" y="1891920"/>
                  <a:ext cx="9144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182" name="Ink 181">
                  <a:extLst>
                    <a:ext uri="{FF2B5EF4-FFF2-40B4-BE49-F238E27FC236}">
                      <a16:creationId xmlns:a16="http://schemas.microsoft.com/office/drawing/2014/main" id="{27743F3F-34F9-7BA5-F333-AFE0CAACC529}"/>
                    </a:ext>
                  </a:extLst>
                </p14:cNvPr>
                <p14:cNvContentPartPr/>
                <p14:nvPr/>
              </p14:nvContentPartPr>
              <p14:xfrm>
                <a:off x="7951217" y="1795800"/>
                <a:ext cx="63360" cy="208440"/>
              </p14:xfrm>
            </p:contentPart>
          </mc:Choice>
          <mc:Fallback xmlns="">
            <p:pic>
              <p:nvPicPr>
                <p:cNvPr id="182" name="Ink 181">
                  <a:extLst>
                    <a:ext uri="{FF2B5EF4-FFF2-40B4-BE49-F238E27FC236}">
                      <a16:creationId xmlns:a16="http://schemas.microsoft.com/office/drawing/2014/main" id="{27743F3F-34F9-7BA5-F333-AFE0CAACC529}"/>
                    </a:ext>
                  </a:extLst>
                </p:cNvPr>
                <p:cNvPicPr/>
                <p:nvPr/>
              </p:nvPicPr>
              <p:blipFill>
                <a:blip r:embed="rId90"/>
                <a:stretch>
                  <a:fillRect/>
                </a:stretch>
              </p:blipFill>
              <p:spPr>
                <a:xfrm>
                  <a:off x="7942217" y="1787160"/>
                  <a:ext cx="8100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83" name="Ink 182">
                  <a:extLst>
                    <a:ext uri="{FF2B5EF4-FFF2-40B4-BE49-F238E27FC236}">
                      <a16:creationId xmlns:a16="http://schemas.microsoft.com/office/drawing/2014/main" id="{CE959640-1095-8FA4-2EFE-78505F425A84}"/>
                    </a:ext>
                  </a:extLst>
                </p14:cNvPr>
                <p14:cNvContentPartPr/>
                <p14:nvPr/>
              </p14:nvContentPartPr>
              <p14:xfrm>
                <a:off x="7965257" y="1848360"/>
                <a:ext cx="109800" cy="69120"/>
              </p14:xfrm>
            </p:contentPart>
          </mc:Choice>
          <mc:Fallback xmlns="">
            <p:pic>
              <p:nvPicPr>
                <p:cNvPr id="183" name="Ink 182">
                  <a:extLst>
                    <a:ext uri="{FF2B5EF4-FFF2-40B4-BE49-F238E27FC236}">
                      <a16:creationId xmlns:a16="http://schemas.microsoft.com/office/drawing/2014/main" id="{CE959640-1095-8FA4-2EFE-78505F425A84}"/>
                    </a:ext>
                  </a:extLst>
                </p:cNvPr>
                <p:cNvPicPr/>
                <p:nvPr/>
              </p:nvPicPr>
              <p:blipFill>
                <a:blip r:embed="rId92"/>
                <a:stretch>
                  <a:fillRect/>
                </a:stretch>
              </p:blipFill>
              <p:spPr>
                <a:xfrm>
                  <a:off x="7956617" y="1839720"/>
                  <a:ext cx="12744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84" name="Ink 183">
                  <a:extLst>
                    <a:ext uri="{FF2B5EF4-FFF2-40B4-BE49-F238E27FC236}">
                      <a16:creationId xmlns:a16="http://schemas.microsoft.com/office/drawing/2014/main" id="{FB4A4569-A67E-63C4-D4DD-B83BDCFF716D}"/>
                    </a:ext>
                  </a:extLst>
                </p14:cNvPr>
                <p14:cNvContentPartPr/>
                <p14:nvPr/>
              </p14:nvContentPartPr>
              <p14:xfrm>
                <a:off x="8079377" y="1838280"/>
                <a:ext cx="83160" cy="176040"/>
              </p14:xfrm>
            </p:contentPart>
          </mc:Choice>
          <mc:Fallback xmlns="">
            <p:pic>
              <p:nvPicPr>
                <p:cNvPr id="184" name="Ink 183">
                  <a:extLst>
                    <a:ext uri="{FF2B5EF4-FFF2-40B4-BE49-F238E27FC236}">
                      <a16:creationId xmlns:a16="http://schemas.microsoft.com/office/drawing/2014/main" id="{FB4A4569-A67E-63C4-D4DD-B83BDCFF716D}"/>
                    </a:ext>
                  </a:extLst>
                </p:cNvPr>
                <p:cNvPicPr/>
                <p:nvPr/>
              </p:nvPicPr>
              <p:blipFill>
                <a:blip r:embed="rId94"/>
                <a:stretch>
                  <a:fillRect/>
                </a:stretch>
              </p:blipFill>
              <p:spPr>
                <a:xfrm>
                  <a:off x="8070377" y="1829280"/>
                  <a:ext cx="1008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187" name="Ink 186">
                  <a:extLst>
                    <a:ext uri="{FF2B5EF4-FFF2-40B4-BE49-F238E27FC236}">
                      <a16:creationId xmlns:a16="http://schemas.microsoft.com/office/drawing/2014/main" id="{D6AC8305-8E31-E73D-AC0C-96EB19DCC33D}"/>
                    </a:ext>
                  </a:extLst>
                </p14:cNvPr>
                <p14:cNvContentPartPr/>
                <p14:nvPr/>
              </p14:nvContentPartPr>
              <p14:xfrm>
                <a:off x="8369537" y="1779240"/>
                <a:ext cx="104760" cy="192600"/>
              </p14:xfrm>
            </p:contentPart>
          </mc:Choice>
          <mc:Fallback xmlns="">
            <p:pic>
              <p:nvPicPr>
                <p:cNvPr id="187" name="Ink 186">
                  <a:extLst>
                    <a:ext uri="{FF2B5EF4-FFF2-40B4-BE49-F238E27FC236}">
                      <a16:creationId xmlns:a16="http://schemas.microsoft.com/office/drawing/2014/main" id="{D6AC8305-8E31-E73D-AC0C-96EB19DCC33D}"/>
                    </a:ext>
                  </a:extLst>
                </p:cNvPr>
                <p:cNvPicPr/>
                <p:nvPr/>
              </p:nvPicPr>
              <p:blipFill>
                <a:blip r:embed="rId96"/>
                <a:stretch>
                  <a:fillRect/>
                </a:stretch>
              </p:blipFill>
              <p:spPr>
                <a:xfrm>
                  <a:off x="8360897" y="1770240"/>
                  <a:ext cx="1224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88" name="Ink 187">
                  <a:extLst>
                    <a:ext uri="{FF2B5EF4-FFF2-40B4-BE49-F238E27FC236}">
                      <a16:creationId xmlns:a16="http://schemas.microsoft.com/office/drawing/2014/main" id="{9B7324A6-4972-5C23-80A1-D2096407F455}"/>
                    </a:ext>
                  </a:extLst>
                </p14:cNvPr>
                <p14:cNvContentPartPr/>
                <p14:nvPr/>
              </p14:nvContentPartPr>
              <p14:xfrm>
                <a:off x="8534777" y="1816680"/>
                <a:ext cx="110160" cy="150480"/>
              </p14:xfrm>
            </p:contentPart>
          </mc:Choice>
          <mc:Fallback xmlns="">
            <p:pic>
              <p:nvPicPr>
                <p:cNvPr id="188" name="Ink 187">
                  <a:extLst>
                    <a:ext uri="{FF2B5EF4-FFF2-40B4-BE49-F238E27FC236}">
                      <a16:creationId xmlns:a16="http://schemas.microsoft.com/office/drawing/2014/main" id="{9B7324A6-4972-5C23-80A1-D2096407F455}"/>
                    </a:ext>
                  </a:extLst>
                </p:cNvPr>
                <p:cNvPicPr/>
                <p:nvPr/>
              </p:nvPicPr>
              <p:blipFill>
                <a:blip r:embed="rId98"/>
                <a:stretch>
                  <a:fillRect/>
                </a:stretch>
              </p:blipFill>
              <p:spPr>
                <a:xfrm>
                  <a:off x="8526137" y="1807680"/>
                  <a:ext cx="12780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189" name="Ink 188">
                  <a:extLst>
                    <a:ext uri="{FF2B5EF4-FFF2-40B4-BE49-F238E27FC236}">
                      <a16:creationId xmlns:a16="http://schemas.microsoft.com/office/drawing/2014/main" id="{2E7803EE-D7E6-ED39-B2D3-D02C206C7BD3}"/>
                    </a:ext>
                  </a:extLst>
                </p14:cNvPr>
                <p14:cNvContentPartPr/>
                <p14:nvPr/>
              </p14:nvContentPartPr>
              <p14:xfrm>
                <a:off x="8679137" y="1869600"/>
                <a:ext cx="31320" cy="104400"/>
              </p14:xfrm>
            </p:contentPart>
          </mc:Choice>
          <mc:Fallback xmlns="">
            <p:pic>
              <p:nvPicPr>
                <p:cNvPr id="189" name="Ink 188">
                  <a:extLst>
                    <a:ext uri="{FF2B5EF4-FFF2-40B4-BE49-F238E27FC236}">
                      <a16:creationId xmlns:a16="http://schemas.microsoft.com/office/drawing/2014/main" id="{2E7803EE-D7E6-ED39-B2D3-D02C206C7BD3}"/>
                    </a:ext>
                  </a:extLst>
                </p:cNvPr>
                <p:cNvPicPr/>
                <p:nvPr/>
              </p:nvPicPr>
              <p:blipFill>
                <a:blip r:embed="rId100"/>
                <a:stretch>
                  <a:fillRect/>
                </a:stretch>
              </p:blipFill>
              <p:spPr>
                <a:xfrm>
                  <a:off x="8670137" y="1860600"/>
                  <a:ext cx="489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190" name="Ink 189">
                  <a:extLst>
                    <a:ext uri="{FF2B5EF4-FFF2-40B4-BE49-F238E27FC236}">
                      <a16:creationId xmlns:a16="http://schemas.microsoft.com/office/drawing/2014/main" id="{81E976FE-F983-7646-A2DC-D53B786C27E2}"/>
                    </a:ext>
                  </a:extLst>
                </p14:cNvPr>
                <p14:cNvContentPartPr/>
                <p14:nvPr/>
              </p14:nvContentPartPr>
              <p14:xfrm>
                <a:off x="8620817" y="1754760"/>
                <a:ext cx="7200" cy="15840"/>
              </p14:xfrm>
            </p:contentPart>
          </mc:Choice>
          <mc:Fallback xmlns="">
            <p:pic>
              <p:nvPicPr>
                <p:cNvPr id="190" name="Ink 189">
                  <a:extLst>
                    <a:ext uri="{FF2B5EF4-FFF2-40B4-BE49-F238E27FC236}">
                      <a16:creationId xmlns:a16="http://schemas.microsoft.com/office/drawing/2014/main" id="{81E976FE-F983-7646-A2DC-D53B786C27E2}"/>
                    </a:ext>
                  </a:extLst>
                </p:cNvPr>
                <p:cNvPicPr/>
                <p:nvPr/>
              </p:nvPicPr>
              <p:blipFill>
                <a:blip r:embed="rId102"/>
                <a:stretch>
                  <a:fillRect/>
                </a:stretch>
              </p:blipFill>
              <p:spPr>
                <a:xfrm>
                  <a:off x="8611817" y="1745760"/>
                  <a:ext cx="2484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191" name="Ink 190">
                  <a:extLst>
                    <a:ext uri="{FF2B5EF4-FFF2-40B4-BE49-F238E27FC236}">
                      <a16:creationId xmlns:a16="http://schemas.microsoft.com/office/drawing/2014/main" id="{AA93D8A7-A83A-2A42-93CA-31F3B7FFD679}"/>
                    </a:ext>
                  </a:extLst>
                </p14:cNvPr>
                <p14:cNvContentPartPr/>
                <p14:nvPr/>
              </p14:nvContentPartPr>
              <p14:xfrm>
                <a:off x="8777777" y="1751160"/>
                <a:ext cx="20880" cy="225000"/>
              </p14:xfrm>
            </p:contentPart>
          </mc:Choice>
          <mc:Fallback xmlns="">
            <p:pic>
              <p:nvPicPr>
                <p:cNvPr id="191" name="Ink 190">
                  <a:extLst>
                    <a:ext uri="{FF2B5EF4-FFF2-40B4-BE49-F238E27FC236}">
                      <a16:creationId xmlns:a16="http://schemas.microsoft.com/office/drawing/2014/main" id="{AA93D8A7-A83A-2A42-93CA-31F3B7FFD679}"/>
                    </a:ext>
                  </a:extLst>
                </p:cNvPr>
                <p:cNvPicPr/>
                <p:nvPr/>
              </p:nvPicPr>
              <p:blipFill>
                <a:blip r:embed="rId104"/>
                <a:stretch>
                  <a:fillRect/>
                </a:stretch>
              </p:blipFill>
              <p:spPr>
                <a:xfrm>
                  <a:off x="8768777" y="1742520"/>
                  <a:ext cx="385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192" name="Ink 191">
                  <a:extLst>
                    <a:ext uri="{FF2B5EF4-FFF2-40B4-BE49-F238E27FC236}">
                      <a16:creationId xmlns:a16="http://schemas.microsoft.com/office/drawing/2014/main" id="{D65C8F8B-CDC0-88B4-B158-FA230AD080D6}"/>
                    </a:ext>
                  </a:extLst>
                </p14:cNvPr>
                <p14:cNvContentPartPr/>
                <p14:nvPr/>
              </p14:nvContentPartPr>
              <p14:xfrm>
                <a:off x="8724857" y="1832160"/>
                <a:ext cx="103320" cy="42840"/>
              </p14:xfrm>
            </p:contentPart>
          </mc:Choice>
          <mc:Fallback xmlns="">
            <p:pic>
              <p:nvPicPr>
                <p:cNvPr id="192" name="Ink 191">
                  <a:extLst>
                    <a:ext uri="{FF2B5EF4-FFF2-40B4-BE49-F238E27FC236}">
                      <a16:creationId xmlns:a16="http://schemas.microsoft.com/office/drawing/2014/main" id="{D65C8F8B-CDC0-88B4-B158-FA230AD080D6}"/>
                    </a:ext>
                  </a:extLst>
                </p:cNvPr>
                <p:cNvPicPr/>
                <p:nvPr/>
              </p:nvPicPr>
              <p:blipFill>
                <a:blip r:embed="rId106"/>
                <a:stretch>
                  <a:fillRect/>
                </a:stretch>
              </p:blipFill>
              <p:spPr>
                <a:xfrm>
                  <a:off x="8716217" y="1823520"/>
                  <a:ext cx="120960" cy="604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193" name="Ink 192">
                  <a:extLst>
                    <a:ext uri="{FF2B5EF4-FFF2-40B4-BE49-F238E27FC236}">
                      <a16:creationId xmlns:a16="http://schemas.microsoft.com/office/drawing/2014/main" id="{2A662F29-8AB1-0241-0C9F-599FAD326479}"/>
                    </a:ext>
                  </a:extLst>
                </p14:cNvPr>
                <p14:cNvContentPartPr/>
                <p14:nvPr/>
              </p14:nvContentPartPr>
              <p14:xfrm>
                <a:off x="8877857" y="1786080"/>
                <a:ext cx="100080" cy="176400"/>
              </p14:xfrm>
            </p:contentPart>
          </mc:Choice>
          <mc:Fallback xmlns="">
            <p:pic>
              <p:nvPicPr>
                <p:cNvPr id="193" name="Ink 192">
                  <a:extLst>
                    <a:ext uri="{FF2B5EF4-FFF2-40B4-BE49-F238E27FC236}">
                      <a16:creationId xmlns:a16="http://schemas.microsoft.com/office/drawing/2014/main" id="{2A662F29-8AB1-0241-0C9F-599FAD326479}"/>
                    </a:ext>
                  </a:extLst>
                </p:cNvPr>
                <p:cNvPicPr/>
                <p:nvPr/>
              </p:nvPicPr>
              <p:blipFill>
                <a:blip r:embed="rId108"/>
                <a:stretch>
                  <a:fillRect/>
                </a:stretch>
              </p:blipFill>
              <p:spPr>
                <a:xfrm>
                  <a:off x="8868857" y="1777080"/>
                  <a:ext cx="11772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95" name="Ink 194">
                  <a:extLst>
                    <a:ext uri="{FF2B5EF4-FFF2-40B4-BE49-F238E27FC236}">
                      <a16:creationId xmlns:a16="http://schemas.microsoft.com/office/drawing/2014/main" id="{B312BFE1-1C03-DE3A-D366-61533BC5DD20}"/>
                    </a:ext>
                  </a:extLst>
                </p14:cNvPr>
                <p14:cNvContentPartPr/>
                <p14:nvPr/>
              </p14:nvContentPartPr>
              <p14:xfrm>
                <a:off x="6689417" y="2391600"/>
                <a:ext cx="27360" cy="156960"/>
              </p14:xfrm>
            </p:contentPart>
          </mc:Choice>
          <mc:Fallback xmlns="">
            <p:pic>
              <p:nvPicPr>
                <p:cNvPr id="195" name="Ink 194">
                  <a:extLst>
                    <a:ext uri="{FF2B5EF4-FFF2-40B4-BE49-F238E27FC236}">
                      <a16:creationId xmlns:a16="http://schemas.microsoft.com/office/drawing/2014/main" id="{B312BFE1-1C03-DE3A-D366-61533BC5DD20}"/>
                    </a:ext>
                  </a:extLst>
                </p:cNvPr>
                <p:cNvPicPr/>
                <p:nvPr/>
              </p:nvPicPr>
              <p:blipFill>
                <a:blip r:embed="rId110"/>
                <a:stretch>
                  <a:fillRect/>
                </a:stretch>
              </p:blipFill>
              <p:spPr>
                <a:xfrm>
                  <a:off x="6680417" y="2382960"/>
                  <a:ext cx="450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196" name="Ink 195">
                  <a:extLst>
                    <a:ext uri="{FF2B5EF4-FFF2-40B4-BE49-F238E27FC236}">
                      <a16:creationId xmlns:a16="http://schemas.microsoft.com/office/drawing/2014/main" id="{7D0BAD14-6BFE-A595-437B-6F9B78B736A9}"/>
                    </a:ext>
                  </a:extLst>
                </p14:cNvPr>
                <p14:cNvContentPartPr/>
                <p14:nvPr/>
              </p14:nvContentPartPr>
              <p14:xfrm>
                <a:off x="6839897" y="2427600"/>
                <a:ext cx="13680" cy="144720"/>
              </p14:xfrm>
            </p:contentPart>
          </mc:Choice>
          <mc:Fallback xmlns="">
            <p:pic>
              <p:nvPicPr>
                <p:cNvPr id="196" name="Ink 195">
                  <a:extLst>
                    <a:ext uri="{FF2B5EF4-FFF2-40B4-BE49-F238E27FC236}">
                      <a16:creationId xmlns:a16="http://schemas.microsoft.com/office/drawing/2014/main" id="{7D0BAD14-6BFE-A595-437B-6F9B78B736A9}"/>
                    </a:ext>
                  </a:extLst>
                </p:cNvPr>
                <p:cNvPicPr/>
                <p:nvPr/>
              </p:nvPicPr>
              <p:blipFill>
                <a:blip r:embed="rId112"/>
                <a:stretch>
                  <a:fillRect/>
                </a:stretch>
              </p:blipFill>
              <p:spPr>
                <a:xfrm>
                  <a:off x="6831257" y="2418600"/>
                  <a:ext cx="313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197" name="Ink 196">
                  <a:extLst>
                    <a:ext uri="{FF2B5EF4-FFF2-40B4-BE49-F238E27FC236}">
                      <a16:creationId xmlns:a16="http://schemas.microsoft.com/office/drawing/2014/main" id="{3226362F-5E63-2C4A-EBD4-8672B4A22158}"/>
                    </a:ext>
                  </a:extLst>
                </p14:cNvPr>
                <p14:cNvContentPartPr/>
                <p14:nvPr/>
              </p14:nvContentPartPr>
              <p14:xfrm>
                <a:off x="6803897" y="2354520"/>
                <a:ext cx="116640" cy="86040"/>
              </p14:xfrm>
            </p:contentPart>
          </mc:Choice>
          <mc:Fallback xmlns="">
            <p:pic>
              <p:nvPicPr>
                <p:cNvPr id="197" name="Ink 196">
                  <a:extLst>
                    <a:ext uri="{FF2B5EF4-FFF2-40B4-BE49-F238E27FC236}">
                      <a16:creationId xmlns:a16="http://schemas.microsoft.com/office/drawing/2014/main" id="{3226362F-5E63-2C4A-EBD4-8672B4A22158}"/>
                    </a:ext>
                  </a:extLst>
                </p:cNvPr>
                <p:cNvPicPr/>
                <p:nvPr/>
              </p:nvPicPr>
              <p:blipFill>
                <a:blip r:embed="rId114"/>
                <a:stretch>
                  <a:fillRect/>
                </a:stretch>
              </p:blipFill>
              <p:spPr>
                <a:xfrm>
                  <a:off x="6795257" y="2345880"/>
                  <a:ext cx="13428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198" name="Ink 197">
                  <a:extLst>
                    <a:ext uri="{FF2B5EF4-FFF2-40B4-BE49-F238E27FC236}">
                      <a16:creationId xmlns:a16="http://schemas.microsoft.com/office/drawing/2014/main" id="{559C3C0B-57C9-F312-EEE8-0E8EB8C3F530}"/>
                    </a:ext>
                  </a:extLst>
                </p14:cNvPr>
                <p14:cNvContentPartPr/>
                <p14:nvPr/>
              </p14:nvContentPartPr>
              <p14:xfrm>
                <a:off x="6840617" y="2472240"/>
                <a:ext cx="125640" cy="32040"/>
              </p14:xfrm>
            </p:contentPart>
          </mc:Choice>
          <mc:Fallback xmlns="">
            <p:pic>
              <p:nvPicPr>
                <p:cNvPr id="198" name="Ink 197">
                  <a:extLst>
                    <a:ext uri="{FF2B5EF4-FFF2-40B4-BE49-F238E27FC236}">
                      <a16:creationId xmlns:a16="http://schemas.microsoft.com/office/drawing/2014/main" id="{559C3C0B-57C9-F312-EEE8-0E8EB8C3F530}"/>
                    </a:ext>
                  </a:extLst>
                </p:cNvPr>
                <p:cNvPicPr/>
                <p:nvPr/>
              </p:nvPicPr>
              <p:blipFill>
                <a:blip r:embed="rId116"/>
                <a:stretch>
                  <a:fillRect/>
                </a:stretch>
              </p:blipFill>
              <p:spPr>
                <a:xfrm>
                  <a:off x="6831617" y="2463240"/>
                  <a:ext cx="1432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199" name="Ink 198">
                  <a:extLst>
                    <a:ext uri="{FF2B5EF4-FFF2-40B4-BE49-F238E27FC236}">
                      <a16:creationId xmlns:a16="http://schemas.microsoft.com/office/drawing/2014/main" id="{1D43BB6C-09F6-B8AC-774B-FE496FBD16E7}"/>
                    </a:ext>
                  </a:extLst>
                </p14:cNvPr>
                <p14:cNvContentPartPr/>
                <p14:nvPr/>
              </p14:nvContentPartPr>
              <p14:xfrm>
                <a:off x="7012697" y="2385480"/>
                <a:ext cx="109800" cy="141840"/>
              </p14:xfrm>
            </p:contentPart>
          </mc:Choice>
          <mc:Fallback xmlns="">
            <p:pic>
              <p:nvPicPr>
                <p:cNvPr id="199" name="Ink 198">
                  <a:extLst>
                    <a:ext uri="{FF2B5EF4-FFF2-40B4-BE49-F238E27FC236}">
                      <a16:creationId xmlns:a16="http://schemas.microsoft.com/office/drawing/2014/main" id="{1D43BB6C-09F6-B8AC-774B-FE496FBD16E7}"/>
                    </a:ext>
                  </a:extLst>
                </p:cNvPr>
                <p:cNvPicPr/>
                <p:nvPr/>
              </p:nvPicPr>
              <p:blipFill>
                <a:blip r:embed="rId118"/>
                <a:stretch>
                  <a:fillRect/>
                </a:stretch>
              </p:blipFill>
              <p:spPr>
                <a:xfrm>
                  <a:off x="7003697" y="2376480"/>
                  <a:ext cx="1274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00" name="Ink 199">
                  <a:extLst>
                    <a:ext uri="{FF2B5EF4-FFF2-40B4-BE49-F238E27FC236}">
                      <a16:creationId xmlns:a16="http://schemas.microsoft.com/office/drawing/2014/main" id="{4401897C-27CC-3AAC-323D-9BB37A809690}"/>
                    </a:ext>
                  </a:extLst>
                </p14:cNvPr>
                <p14:cNvContentPartPr/>
                <p14:nvPr/>
              </p14:nvContentPartPr>
              <p14:xfrm>
                <a:off x="7156337" y="2391240"/>
                <a:ext cx="108720" cy="89280"/>
              </p14:xfrm>
            </p:contentPart>
          </mc:Choice>
          <mc:Fallback xmlns="">
            <p:pic>
              <p:nvPicPr>
                <p:cNvPr id="200" name="Ink 199">
                  <a:extLst>
                    <a:ext uri="{FF2B5EF4-FFF2-40B4-BE49-F238E27FC236}">
                      <a16:creationId xmlns:a16="http://schemas.microsoft.com/office/drawing/2014/main" id="{4401897C-27CC-3AAC-323D-9BB37A809690}"/>
                    </a:ext>
                  </a:extLst>
                </p:cNvPr>
                <p:cNvPicPr/>
                <p:nvPr/>
              </p:nvPicPr>
              <p:blipFill>
                <a:blip r:embed="rId120"/>
                <a:stretch>
                  <a:fillRect/>
                </a:stretch>
              </p:blipFill>
              <p:spPr>
                <a:xfrm>
                  <a:off x="7147697" y="2382240"/>
                  <a:ext cx="126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01" name="Ink 200">
                  <a:extLst>
                    <a:ext uri="{FF2B5EF4-FFF2-40B4-BE49-F238E27FC236}">
                      <a16:creationId xmlns:a16="http://schemas.microsoft.com/office/drawing/2014/main" id="{3C572F3E-BE5F-7511-F361-DC48BB26822D}"/>
                    </a:ext>
                  </a:extLst>
                </p14:cNvPr>
                <p14:cNvContentPartPr/>
                <p14:nvPr/>
              </p14:nvContentPartPr>
              <p14:xfrm>
                <a:off x="7288457" y="2370720"/>
                <a:ext cx="141480" cy="95400"/>
              </p14:xfrm>
            </p:contentPart>
          </mc:Choice>
          <mc:Fallback xmlns="">
            <p:pic>
              <p:nvPicPr>
                <p:cNvPr id="201" name="Ink 200">
                  <a:extLst>
                    <a:ext uri="{FF2B5EF4-FFF2-40B4-BE49-F238E27FC236}">
                      <a16:creationId xmlns:a16="http://schemas.microsoft.com/office/drawing/2014/main" id="{3C572F3E-BE5F-7511-F361-DC48BB26822D}"/>
                    </a:ext>
                  </a:extLst>
                </p:cNvPr>
                <p:cNvPicPr/>
                <p:nvPr/>
              </p:nvPicPr>
              <p:blipFill>
                <a:blip r:embed="rId122"/>
                <a:stretch>
                  <a:fillRect/>
                </a:stretch>
              </p:blipFill>
              <p:spPr>
                <a:xfrm>
                  <a:off x="7279457" y="2361720"/>
                  <a:ext cx="15912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02" name="Ink 201">
                  <a:extLst>
                    <a:ext uri="{FF2B5EF4-FFF2-40B4-BE49-F238E27FC236}">
                      <a16:creationId xmlns:a16="http://schemas.microsoft.com/office/drawing/2014/main" id="{36839E99-474F-717C-819A-75D82F54A536}"/>
                    </a:ext>
                  </a:extLst>
                </p14:cNvPr>
                <p14:cNvContentPartPr/>
                <p14:nvPr/>
              </p14:nvContentPartPr>
              <p14:xfrm>
                <a:off x="7485017" y="2279640"/>
                <a:ext cx="168840" cy="166680"/>
              </p14:xfrm>
            </p:contentPart>
          </mc:Choice>
          <mc:Fallback xmlns="">
            <p:pic>
              <p:nvPicPr>
                <p:cNvPr id="202" name="Ink 201">
                  <a:extLst>
                    <a:ext uri="{FF2B5EF4-FFF2-40B4-BE49-F238E27FC236}">
                      <a16:creationId xmlns:a16="http://schemas.microsoft.com/office/drawing/2014/main" id="{36839E99-474F-717C-819A-75D82F54A536}"/>
                    </a:ext>
                  </a:extLst>
                </p:cNvPr>
                <p:cNvPicPr/>
                <p:nvPr/>
              </p:nvPicPr>
              <p:blipFill>
                <a:blip r:embed="rId124"/>
                <a:stretch>
                  <a:fillRect/>
                </a:stretch>
              </p:blipFill>
              <p:spPr>
                <a:xfrm>
                  <a:off x="7476377" y="2271000"/>
                  <a:ext cx="18648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04" name="Ink 203">
                  <a:extLst>
                    <a:ext uri="{FF2B5EF4-FFF2-40B4-BE49-F238E27FC236}">
                      <a16:creationId xmlns:a16="http://schemas.microsoft.com/office/drawing/2014/main" id="{B4146370-9525-041D-138F-44B320C9F757}"/>
                    </a:ext>
                  </a:extLst>
                </p14:cNvPr>
                <p14:cNvContentPartPr/>
                <p14:nvPr/>
              </p14:nvContentPartPr>
              <p14:xfrm>
                <a:off x="7832777" y="2282880"/>
                <a:ext cx="107280" cy="27360"/>
              </p14:xfrm>
            </p:contentPart>
          </mc:Choice>
          <mc:Fallback xmlns="">
            <p:pic>
              <p:nvPicPr>
                <p:cNvPr id="204" name="Ink 203">
                  <a:extLst>
                    <a:ext uri="{FF2B5EF4-FFF2-40B4-BE49-F238E27FC236}">
                      <a16:creationId xmlns:a16="http://schemas.microsoft.com/office/drawing/2014/main" id="{B4146370-9525-041D-138F-44B320C9F757}"/>
                    </a:ext>
                  </a:extLst>
                </p:cNvPr>
                <p:cNvPicPr/>
                <p:nvPr/>
              </p:nvPicPr>
              <p:blipFill>
                <a:blip r:embed="rId126"/>
                <a:stretch>
                  <a:fillRect/>
                </a:stretch>
              </p:blipFill>
              <p:spPr>
                <a:xfrm>
                  <a:off x="7824137" y="2274240"/>
                  <a:ext cx="1249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05" name="Ink 204">
                  <a:extLst>
                    <a:ext uri="{FF2B5EF4-FFF2-40B4-BE49-F238E27FC236}">
                      <a16:creationId xmlns:a16="http://schemas.microsoft.com/office/drawing/2014/main" id="{578E2ECD-DB9B-BB13-FDAE-8ABF9D7A1386}"/>
                    </a:ext>
                  </a:extLst>
                </p14:cNvPr>
                <p14:cNvContentPartPr/>
                <p14:nvPr/>
              </p14:nvContentPartPr>
              <p14:xfrm>
                <a:off x="7865177" y="2356680"/>
                <a:ext cx="131040" cy="43560"/>
              </p14:xfrm>
            </p:contentPart>
          </mc:Choice>
          <mc:Fallback xmlns="">
            <p:pic>
              <p:nvPicPr>
                <p:cNvPr id="205" name="Ink 204">
                  <a:extLst>
                    <a:ext uri="{FF2B5EF4-FFF2-40B4-BE49-F238E27FC236}">
                      <a16:creationId xmlns:a16="http://schemas.microsoft.com/office/drawing/2014/main" id="{578E2ECD-DB9B-BB13-FDAE-8ABF9D7A1386}"/>
                    </a:ext>
                  </a:extLst>
                </p:cNvPr>
                <p:cNvPicPr/>
                <p:nvPr/>
              </p:nvPicPr>
              <p:blipFill>
                <a:blip r:embed="rId128"/>
                <a:stretch>
                  <a:fillRect/>
                </a:stretch>
              </p:blipFill>
              <p:spPr>
                <a:xfrm>
                  <a:off x="7856537" y="2347680"/>
                  <a:ext cx="14868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07" name="Ink 206">
                  <a:extLst>
                    <a:ext uri="{FF2B5EF4-FFF2-40B4-BE49-F238E27FC236}">
                      <a16:creationId xmlns:a16="http://schemas.microsoft.com/office/drawing/2014/main" id="{A8E325C3-D4D9-ABEC-01F7-EDAB5CEA4BF5}"/>
                    </a:ext>
                  </a:extLst>
                </p14:cNvPr>
                <p14:cNvContentPartPr/>
                <p14:nvPr/>
              </p14:nvContentPartPr>
              <p14:xfrm>
                <a:off x="8165417" y="2267040"/>
                <a:ext cx="93600" cy="140040"/>
              </p14:xfrm>
            </p:contentPart>
          </mc:Choice>
          <mc:Fallback xmlns="">
            <p:pic>
              <p:nvPicPr>
                <p:cNvPr id="207" name="Ink 206">
                  <a:extLst>
                    <a:ext uri="{FF2B5EF4-FFF2-40B4-BE49-F238E27FC236}">
                      <a16:creationId xmlns:a16="http://schemas.microsoft.com/office/drawing/2014/main" id="{A8E325C3-D4D9-ABEC-01F7-EDAB5CEA4BF5}"/>
                    </a:ext>
                  </a:extLst>
                </p:cNvPr>
                <p:cNvPicPr/>
                <p:nvPr/>
              </p:nvPicPr>
              <p:blipFill>
                <a:blip r:embed="rId130"/>
                <a:stretch>
                  <a:fillRect/>
                </a:stretch>
              </p:blipFill>
              <p:spPr>
                <a:xfrm>
                  <a:off x="8156777" y="2258400"/>
                  <a:ext cx="111240" cy="15768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208" name="Ink 207">
                  <a:extLst>
                    <a:ext uri="{FF2B5EF4-FFF2-40B4-BE49-F238E27FC236}">
                      <a16:creationId xmlns:a16="http://schemas.microsoft.com/office/drawing/2014/main" id="{94359C42-4C82-7ABE-F2A4-AACDDECA5324}"/>
                    </a:ext>
                  </a:extLst>
                </p14:cNvPr>
                <p14:cNvContentPartPr/>
                <p14:nvPr/>
              </p14:nvContentPartPr>
              <p14:xfrm>
                <a:off x="8316617" y="2235000"/>
                <a:ext cx="105840" cy="142920"/>
              </p14:xfrm>
            </p:contentPart>
          </mc:Choice>
          <mc:Fallback xmlns="">
            <p:pic>
              <p:nvPicPr>
                <p:cNvPr id="208" name="Ink 207">
                  <a:extLst>
                    <a:ext uri="{FF2B5EF4-FFF2-40B4-BE49-F238E27FC236}">
                      <a16:creationId xmlns:a16="http://schemas.microsoft.com/office/drawing/2014/main" id="{94359C42-4C82-7ABE-F2A4-AACDDECA5324}"/>
                    </a:ext>
                  </a:extLst>
                </p:cNvPr>
                <p:cNvPicPr/>
                <p:nvPr/>
              </p:nvPicPr>
              <p:blipFill>
                <a:blip r:embed="rId132"/>
                <a:stretch>
                  <a:fillRect/>
                </a:stretch>
              </p:blipFill>
              <p:spPr>
                <a:xfrm>
                  <a:off x="8307617" y="2226000"/>
                  <a:ext cx="1234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09" name="Ink 208">
                  <a:extLst>
                    <a:ext uri="{FF2B5EF4-FFF2-40B4-BE49-F238E27FC236}">
                      <a16:creationId xmlns:a16="http://schemas.microsoft.com/office/drawing/2014/main" id="{3386D37A-7AE9-4F44-33B0-ECAA11245587}"/>
                    </a:ext>
                  </a:extLst>
                </p14:cNvPr>
                <p14:cNvContentPartPr/>
                <p14:nvPr/>
              </p14:nvContentPartPr>
              <p14:xfrm>
                <a:off x="8398337" y="2278200"/>
                <a:ext cx="44280" cy="159480"/>
              </p14:xfrm>
            </p:contentPart>
          </mc:Choice>
          <mc:Fallback xmlns="">
            <p:pic>
              <p:nvPicPr>
                <p:cNvPr id="209" name="Ink 208">
                  <a:extLst>
                    <a:ext uri="{FF2B5EF4-FFF2-40B4-BE49-F238E27FC236}">
                      <a16:creationId xmlns:a16="http://schemas.microsoft.com/office/drawing/2014/main" id="{3386D37A-7AE9-4F44-33B0-ECAA11245587}"/>
                    </a:ext>
                  </a:extLst>
                </p:cNvPr>
                <p:cNvPicPr/>
                <p:nvPr/>
              </p:nvPicPr>
              <p:blipFill>
                <a:blip r:embed="rId134"/>
                <a:stretch>
                  <a:fillRect/>
                </a:stretch>
              </p:blipFill>
              <p:spPr>
                <a:xfrm>
                  <a:off x="8389337" y="2269560"/>
                  <a:ext cx="6192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10" name="Ink 209">
                  <a:extLst>
                    <a:ext uri="{FF2B5EF4-FFF2-40B4-BE49-F238E27FC236}">
                      <a16:creationId xmlns:a16="http://schemas.microsoft.com/office/drawing/2014/main" id="{7A74C624-87F0-C122-E7E7-6FFDA4893BDA}"/>
                    </a:ext>
                  </a:extLst>
                </p14:cNvPr>
                <p14:cNvContentPartPr/>
                <p14:nvPr/>
              </p14:nvContentPartPr>
              <p14:xfrm>
                <a:off x="8534777" y="2268840"/>
                <a:ext cx="166320" cy="109440"/>
              </p14:xfrm>
            </p:contentPart>
          </mc:Choice>
          <mc:Fallback xmlns="">
            <p:pic>
              <p:nvPicPr>
                <p:cNvPr id="210" name="Ink 209">
                  <a:extLst>
                    <a:ext uri="{FF2B5EF4-FFF2-40B4-BE49-F238E27FC236}">
                      <a16:creationId xmlns:a16="http://schemas.microsoft.com/office/drawing/2014/main" id="{7A74C624-87F0-C122-E7E7-6FFDA4893BDA}"/>
                    </a:ext>
                  </a:extLst>
                </p:cNvPr>
                <p:cNvPicPr/>
                <p:nvPr/>
              </p:nvPicPr>
              <p:blipFill>
                <a:blip r:embed="rId136"/>
                <a:stretch>
                  <a:fillRect/>
                </a:stretch>
              </p:blipFill>
              <p:spPr>
                <a:xfrm>
                  <a:off x="8526137" y="2259840"/>
                  <a:ext cx="18396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11" name="Ink 210">
                  <a:extLst>
                    <a:ext uri="{FF2B5EF4-FFF2-40B4-BE49-F238E27FC236}">
                      <a16:creationId xmlns:a16="http://schemas.microsoft.com/office/drawing/2014/main" id="{DEE8F7F4-E7FA-DEB0-BA8F-F827A253F137}"/>
                    </a:ext>
                  </a:extLst>
                </p14:cNvPr>
                <p14:cNvContentPartPr/>
                <p14:nvPr/>
              </p14:nvContentPartPr>
              <p14:xfrm>
                <a:off x="8531897" y="2235000"/>
                <a:ext cx="100080" cy="243000"/>
              </p14:xfrm>
            </p:contentPart>
          </mc:Choice>
          <mc:Fallback xmlns="">
            <p:pic>
              <p:nvPicPr>
                <p:cNvPr id="211" name="Ink 210">
                  <a:extLst>
                    <a:ext uri="{FF2B5EF4-FFF2-40B4-BE49-F238E27FC236}">
                      <a16:creationId xmlns:a16="http://schemas.microsoft.com/office/drawing/2014/main" id="{DEE8F7F4-E7FA-DEB0-BA8F-F827A253F137}"/>
                    </a:ext>
                  </a:extLst>
                </p:cNvPr>
                <p:cNvPicPr/>
                <p:nvPr/>
              </p:nvPicPr>
              <p:blipFill>
                <a:blip r:embed="rId138"/>
                <a:stretch>
                  <a:fillRect/>
                </a:stretch>
              </p:blipFill>
              <p:spPr>
                <a:xfrm>
                  <a:off x="8523257" y="2226000"/>
                  <a:ext cx="1177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12" name="Ink 211">
                  <a:extLst>
                    <a:ext uri="{FF2B5EF4-FFF2-40B4-BE49-F238E27FC236}">
                      <a16:creationId xmlns:a16="http://schemas.microsoft.com/office/drawing/2014/main" id="{D4344FE9-C1F4-E53A-D3EF-61757F25FB3E}"/>
                    </a:ext>
                  </a:extLst>
                </p14:cNvPr>
                <p14:cNvContentPartPr/>
                <p14:nvPr/>
              </p14:nvContentPartPr>
              <p14:xfrm>
                <a:off x="8735297" y="2175600"/>
                <a:ext cx="128880" cy="203040"/>
              </p14:xfrm>
            </p:contentPart>
          </mc:Choice>
          <mc:Fallback xmlns="">
            <p:pic>
              <p:nvPicPr>
                <p:cNvPr id="212" name="Ink 211">
                  <a:extLst>
                    <a:ext uri="{FF2B5EF4-FFF2-40B4-BE49-F238E27FC236}">
                      <a16:creationId xmlns:a16="http://schemas.microsoft.com/office/drawing/2014/main" id="{D4344FE9-C1F4-E53A-D3EF-61757F25FB3E}"/>
                    </a:ext>
                  </a:extLst>
                </p:cNvPr>
                <p:cNvPicPr/>
                <p:nvPr/>
              </p:nvPicPr>
              <p:blipFill>
                <a:blip r:embed="rId140"/>
                <a:stretch>
                  <a:fillRect/>
                </a:stretch>
              </p:blipFill>
              <p:spPr>
                <a:xfrm>
                  <a:off x="8726297" y="2166960"/>
                  <a:ext cx="1465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13" name="Ink 212">
                  <a:extLst>
                    <a:ext uri="{FF2B5EF4-FFF2-40B4-BE49-F238E27FC236}">
                      <a16:creationId xmlns:a16="http://schemas.microsoft.com/office/drawing/2014/main" id="{B928667B-7598-A6FB-BCF4-BCC341114058}"/>
                    </a:ext>
                  </a:extLst>
                </p14:cNvPr>
                <p14:cNvContentPartPr/>
                <p14:nvPr/>
              </p14:nvContentPartPr>
              <p14:xfrm>
                <a:off x="7191617" y="2811360"/>
                <a:ext cx="207360" cy="35640"/>
              </p14:xfrm>
            </p:contentPart>
          </mc:Choice>
          <mc:Fallback xmlns="">
            <p:pic>
              <p:nvPicPr>
                <p:cNvPr id="213" name="Ink 212">
                  <a:extLst>
                    <a:ext uri="{FF2B5EF4-FFF2-40B4-BE49-F238E27FC236}">
                      <a16:creationId xmlns:a16="http://schemas.microsoft.com/office/drawing/2014/main" id="{B928667B-7598-A6FB-BCF4-BCC341114058}"/>
                    </a:ext>
                  </a:extLst>
                </p:cNvPr>
                <p:cNvPicPr/>
                <p:nvPr/>
              </p:nvPicPr>
              <p:blipFill>
                <a:blip r:embed="rId142"/>
                <a:stretch>
                  <a:fillRect/>
                </a:stretch>
              </p:blipFill>
              <p:spPr>
                <a:xfrm>
                  <a:off x="7182617" y="2802360"/>
                  <a:ext cx="2250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214" name="Ink 213">
                  <a:extLst>
                    <a:ext uri="{FF2B5EF4-FFF2-40B4-BE49-F238E27FC236}">
                      <a16:creationId xmlns:a16="http://schemas.microsoft.com/office/drawing/2014/main" id="{113F6C51-16FE-BE72-EAF0-422C55EEAAD5}"/>
                    </a:ext>
                  </a:extLst>
                </p14:cNvPr>
                <p14:cNvContentPartPr/>
                <p14:nvPr/>
              </p14:nvContentPartPr>
              <p14:xfrm>
                <a:off x="7288817" y="2762760"/>
                <a:ext cx="57600" cy="163800"/>
              </p14:xfrm>
            </p:contentPart>
          </mc:Choice>
          <mc:Fallback xmlns="">
            <p:pic>
              <p:nvPicPr>
                <p:cNvPr id="214" name="Ink 213">
                  <a:extLst>
                    <a:ext uri="{FF2B5EF4-FFF2-40B4-BE49-F238E27FC236}">
                      <a16:creationId xmlns:a16="http://schemas.microsoft.com/office/drawing/2014/main" id="{113F6C51-16FE-BE72-EAF0-422C55EEAAD5}"/>
                    </a:ext>
                  </a:extLst>
                </p:cNvPr>
                <p:cNvPicPr/>
                <p:nvPr/>
              </p:nvPicPr>
              <p:blipFill>
                <a:blip r:embed="rId144"/>
                <a:stretch>
                  <a:fillRect/>
                </a:stretch>
              </p:blipFill>
              <p:spPr>
                <a:xfrm>
                  <a:off x="7279817" y="2753760"/>
                  <a:ext cx="752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15" name="Ink 214">
                  <a:extLst>
                    <a:ext uri="{FF2B5EF4-FFF2-40B4-BE49-F238E27FC236}">
                      <a16:creationId xmlns:a16="http://schemas.microsoft.com/office/drawing/2014/main" id="{F3F8B4FD-12DB-177A-23F2-A1F4E3671385}"/>
                    </a:ext>
                  </a:extLst>
                </p14:cNvPr>
                <p14:cNvContentPartPr/>
                <p14:nvPr/>
              </p14:nvContentPartPr>
              <p14:xfrm>
                <a:off x="7597337" y="2709120"/>
                <a:ext cx="34200" cy="170280"/>
              </p14:xfrm>
            </p:contentPart>
          </mc:Choice>
          <mc:Fallback xmlns="">
            <p:pic>
              <p:nvPicPr>
                <p:cNvPr id="215" name="Ink 214">
                  <a:extLst>
                    <a:ext uri="{FF2B5EF4-FFF2-40B4-BE49-F238E27FC236}">
                      <a16:creationId xmlns:a16="http://schemas.microsoft.com/office/drawing/2014/main" id="{F3F8B4FD-12DB-177A-23F2-A1F4E3671385}"/>
                    </a:ext>
                  </a:extLst>
                </p:cNvPr>
                <p:cNvPicPr/>
                <p:nvPr/>
              </p:nvPicPr>
              <p:blipFill>
                <a:blip r:embed="rId146"/>
                <a:stretch>
                  <a:fillRect/>
                </a:stretch>
              </p:blipFill>
              <p:spPr>
                <a:xfrm>
                  <a:off x="7588697" y="2700480"/>
                  <a:ext cx="5184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16" name="Ink 215">
                  <a:extLst>
                    <a:ext uri="{FF2B5EF4-FFF2-40B4-BE49-F238E27FC236}">
                      <a16:creationId xmlns:a16="http://schemas.microsoft.com/office/drawing/2014/main" id="{4A79F862-8DD7-6E22-F705-A4020CBAE634}"/>
                    </a:ext>
                  </a:extLst>
                </p14:cNvPr>
                <p14:cNvContentPartPr/>
                <p14:nvPr/>
              </p14:nvContentPartPr>
              <p14:xfrm>
                <a:off x="7782377" y="2633520"/>
                <a:ext cx="200880" cy="260280"/>
              </p14:xfrm>
            </p:contentPart>
          </mc:Choice>
          <mc:Fallback xmlns="">
            <p:pic>
              <p:nvPicPr>
                <p:cNvPr id="216" name="Ink 215">
                  <a:extLst>
                    <a:ext uri="{FF2B5EF4-FFF2-40B4-BE49-F238E27FC236}">
                      <a16:creationId xmlns:a16="http://schemas.microsoft.com/office/drawing/2014/main" id="{4A79F862-8DD7-6E22-F705-A4020CBAE634}"/>
                    </a:ext>
                  </a:extLst>
                </p:cNvPr>
                <p:cNvPicPr/>
                <p:nvPr/>
              </p:nvPicPr>
              <p:blipFill>
                <a:blip r:embed="rId148"/>
                <a:stretch>
                  <a:fillRect/>
                </a:stretch>
              </p:blipFill>
              <p:spPr>
                <a:xfrm>
                  <a:off x="7773737" y="2624880"/>
                  <a:ext cx="21852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17" name="Ink 216">
                  <a:extLst>
                    <a:ext uri="{FF2B5EF4-FFF2-40B4-BE49-F238E27FC236}">
                      <a16:creationId xmlns:a16="http://schemas.microsoft.com/office/drawing/2014/main" id="{105F0B5E-BE2B-5331-AFD1-B5F46681D0CA}"/>
                    </a:ext>
                  </a:extLst>
                </p14:cNvPr>
                <p14:cNvContentPartPr/>
                <p14:nvPr/>
              </p14:nvContentPartPr>
              <p14:xfrm>
                <a:off x="7978577" y="2582400"/>
                <a:ext cx="94680" cy="203760"/>
              </p14:xfrm>
            </p:contentPart>
          </mc:Choice>
          <mc:Fallback xmlns="">
            <p:pic>
              <p:nvPicPr>
                <p:cNvPr id="217" name="Ink 216">
                  <a:extLst>
                    <a:ext uri="{FF2B5EF4-FFF2-40B4-BE49-F238E27FC236}">
                      <a16:creationId xmlns:a16="http://schemas.microsoft.com/office/drawing/2014/main" id="{105F0B5E-BE2B-5331-AFD1-B5F46681D0CA}"/>
                    </a:ext>
                  </a:extLst>
                </p:cNvPr>
                <p:cNvPicPr/>
                <p:nvPr/>
              </p:nvPicPr>
              <p:blipFill>
                <a:blip r:embed="rId150"/>
                <a:stretch>
                  <a:fillRect/>
                </a:stretch>
              </p:blipFill>
              <p:spPr>
                <a:xfrm>
                  <a:off x="7969577" y="2573400"/>
                  <a:ext cx="11232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18" name="Ink 217">
                  <a:extLst>
                    <a:ext uri="{FF2B5EF4-FFF2-40B4-BE49-F238E27FC236}">
                      <a16:creationId xmlns:a16="http://schemas.microsoft.com/office/drawing/2014/main" id="{77E27C86-4055-FEE8-724A-D996A49E0E56}"/>
                    </a:ext>
                  </a:extLst>
                </p14:cNvPr>
                <p14:cNvContentPartPr/>
                <p14:nvPr/>
              </p14:nvContentPartPr>
              <p14:xfrm>
                <a:off x="8041937" y="2688240"/>
                <a:ext cx="54360" cy="16560"/>
              </p14:xfrm>
            </p:contentPart>
          </mc:Choice>
          <mc:Fallback xmlns="">
            <p:pic>
              <p:nvPicPr>
                <p:cNvPr id="218" name="Ink 217">
                  <a:extLst>
                    <a:ext uri="{FF2B5EF4-FFF2-40B4-BE49-F238E27FC236}">
                      <a16:creationId xmlns:a16="http://schemas.microsoft.com/office/drawing/2014/main" id="{77E27C86-4055-FEE8-724A-D996A49E0E56}"/>
                    </a:ext>
                  </a:extLst>
                </p:cNvPr>
                <p:cNvPicPr/>
                <p:nvPr/>
              </p:nvPicPr>
              <p:blipFill>
                <a:blip r:embed="rId152"/>
                <a:stretch>
                  <a:fillRect/>
                </a:stretch>
              </p:blipFill>
              <p:spPr>
                <a:xfrm>
                  <a:off x="8032937" y="2679600"/>
                  <a:ext cx="7200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19" name="Ink 218">
                  <a:extLst>
                    <a:ext uri="{FF2B5EF4-FFF2-40B4-BE49-F238E27FC236}">
                      <a16:creationId xmlns:a16="http://schemas.microsoft.com/office/drawing/2014/main" id="{A2AD1F2D-42D0-C262-587A-D88CBFDCAB9D}"/>
                    </a:ext>
                  </a:extLst>
                </p14:cNvPr>
                <p14:cNvContentPartPr/>
                <p14:nvPr/>
              </p14:nvContentPartPr>
              <p14:xfrm>
                <a:off x="8025017" y="2615880"/>
                <a:ext cx="132120" cy="183960"/>
              </p14:xfrm>
            </p:contentPart>
          </mc:Choice>
          <mc:Fallback xmlns="">
            <p:pic>
              <p:nvPicPr>
                <p:cNvPr id="219" name="Ink 218">
                  <a:extLst>
                    <a:ext uri="{FF2B5EF4-FFF2-40B4-BE49-F238E27FC236}">
                      <a16:creationId xmlns:a16="http://schemas.microsoft.com/office/drawing/2014/main" id="{A2AD1F2D-42D0-C262-587A-D88CBFDCAB9D}"/>
                    </a:ext>
                  </a:extLst>
                </p:cNvPr>
                <p:cNvPicPr/>
                <p:nvPr/>
              </p:nvPicPr>
              <p:blipFill>
                <a:blip r:embed="rId154"/>
                <a:stretch>
                  <a:fillRect/>
                </a:stretch>
              </p:blipFill>
              <p:spPr>
                <a:xfrm>
                  <a:off x="8016017" y="2607240"/>
                  <a:ext cx="14976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20" name="Ink 219">
                  <a:extLst>
                    <a:ext uri="{FF2B5EF4-FFF2-40B4-BE49-F238E27FC236}">
                      <a16:creationId xmlns:a16="http://schemas.microsoft.com/office/drawing/2014/main" id="{2CCAFC52-56C4-BBE4-5D3B-A8D1027AB806}"/>
                    </a:ext>
                  </a:extLst>
                </p14:cNvPr>
                <p14:cNvContentPartPr/>
                <p14:nvPr/>
              </p14:nvContentPartPr>
              <p14:xfrm>
                <a:off x="8102057" y="2647920"/>
                <a:ext cx="318960" cy="129600"/>
              </p14:xfrm>
            </p:contentPart>
          </mc:Choice>
          <mc:Fallback xmlns="">
            <p:pic>
              <p:nvPicPr>
                <p:cNvPr id="220" name="Ink 219">
                  <a:extLst>
                    <a:ext uri="{FF2B5EF4-FFF2-40B4-BE49-F238E27FC236}">
                      <a16:creationId xmlns:a16="http://schemas.microsoft.com/office/drawing/2014/main" id="{2CCAFC52-56C4-BBE4-5D3B-A8D1027AB806}"/>
                    </a:ext>
                  </a:extLst>
                </p:cNvPr>
                <p:cNvPicPr/>
                <p:nvPr/>
              </p:nvPicPr>
              <p:blipFill>
                <a:blip r:embed="rId156"/>
                <a:stretch>
                  <a:fillRect/>
                </a:stretch>
              </p:blipFill>
              <p:spPr>
                <a:xfrm>
                  <a:off x="8093057" y="2639280"/>
                  <a:ext cx="336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21" name="Ink 220">
                  <a:extLst>
                    <a:ext uri="{FF2B5EF4-FFF2-40B4-BE49-F238E27FC236}">
                      <a16:creationId xmlns:a16="http://schemas.microsoft.com/office/drawing/2014/main" id="{5E3D66B3-227F-0DD6-FE95-BFAE0325BA8A}"/>
                    </a:ext>
                  </a:extLst>
                </p14:cNvPr>
                <p14:cNvContentPartPr/>
                <p14:nvPr/>
              </p14:nvContentPartPr>
              <p14:xfrm>
                <a:off x="8563937" y="2566560"/>
                <a:ext cx="96480" cy="181440"/>
              </p14:xfrm>
            </p:contentPart>
          </mc:Choice>
          <mc:Fallback xmlns="">
            <p:pic>
              <p:nvPicPr>
                <p:cNvPr id="221" name="Ink 220">
                  <a:extLst>
                    <a:ext uri="{FF2B5EF4-FFF2-40B4-BE49-F238E27FC236}">
                      <a16:creationId xmlns:a16="http://schemas.microsoft.com/office/drawing/2014/main" id="{5E3D66B3-227F-0DD6-FE95-BFAE0325BA8A}"/>
                    </a:ext>
                  </a:extLst>
                </p:cNvPr>
                <p:cNvPicPr/>
                <p:nvPr/>
              </p:nvPicPr>
              <p:blipFill>
                <a:blip r:embed="rId158"/>
                <a:stretch>
                  <a:fillRect/>
                </a:stretch>
              </p:blipFill>
              <p:spPr>
                <a:xfrm>
                  <a:off x="8555297" y="2557920"/>
                  <a:ext cx="11412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22" name="Ink 221">
                  <a:extLst>
                    <a:ext uri="{FF2B5EF4-FFF2-40B4-BE49-F238E27FC236}">
                      <a16:creationId xmlns:a16="http://schemas.microsoft.com/office/drawing/2014/main" id="{42A2D078-574A-E676-A72B-533194B66555}"/>
                    </a:ext>
                  </a:extLst>
                </p14:cNvPr>
                <p14:cNvContentPartPr/>
                <p14:nvPr/>
              </p14:nvContentPartPr>
              <p14:xfrm>
                <a:off x="8679137" y="2611920"/>
                <a:ext cx="36360" cy="134280"/>
              </p14:xfrm>
            </p:contentPart>
          </mc:Choice>
          <mc:Fallback xmlns="">
            <p:pic>
              <p:nvPicPr>
                <p:cNvPr id="222" name="Ink 221">
                  <a:extLst>
                    <a:ext uri="{FF2B5EF4-FFF2-40B4-BE49-F238E27FC236}">
                      <a16:creationId xmlns:a16="http://schemas.microsoft.com/office/drawing/2014/main" id="{42A2D078-574A-E676-A72B-533194B66555}"/>
                    </a:ext>
                  </a:extLst>
                </p:cNvPr>
                <p:cNvPicPr/>
                <p:nvPr/>
              </p:nvPicPr>
              <p:blipFill>
                <a:blip r:embed="rId160"/>
                <a:stretch>
                  <a:fillRect/>
                </a:stretch>
              </p:blipFill>
              <p:spPr>
                <a:xfrm>
                  <a:off x="8670137" y="2603280"/>
                  <a:ext cx="5400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23" name="Ink 222">
                  <a:extLst>
                    <a:ext uri="{FF2B5EF4-FFF2-40B4-BE49-F238E27FC236}">
                      <a16:creationId xmlns:a16="http://schemas.microsoft.com/office/drawing/2014/main" id="{0511AC1D-39E4-E9CF-FC98-A530F5CD2EBC}"/>
                    </a:ext>
                  </a:extLst>
                </p14:cNvPr>
                <p14:cNvContentPartPr/>
                <p14:nvPr/>
              </p14:nvContentPartPr>
              <p14:xfrm>
                <a:off x="8659337" y="2526240"/>
                <a:ext cx="154440" cy="190800"/>
              </p14:xfrm>
            </p:contentPart>
          </mc:Choice>
          <mc:Fallback xmlns="">
            <p:pic>
              <p:nvPicPr>
                <p:cNvPr id="223" name="Ink 222">
                  <a:extLst>
                    <a:ext uri="{FF2B5EF4-FFF2-40B4-BE49-F238E27FC236}">
                      <a16:creationId xmlns:a16="http://schemas.microsoft.com/office/drawing/2014/main" id="{0511AC1D-39E4-E9CF-FC98-A530F5CD2EBC}"/>
                    </a:ext>
                  </a:extLst>
                </p:cNvPr>
                <p:cNvPicPr/>
                <p:nvPr/>
              </p:nvPicPr>
              <p:blipFill>
                <a:blip r:embed="rId162"/>
                <a:stretch>
                  <a:fillRect/>
                </a:stretch>
              </p:blipFill>
              <p:spPr>
                <a:xfrm>
                  <a:off x="8650697" y="2517240"/>
                  <a:ext cx="1720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224" name="Ink 223">
                  <a:extLst>
                    <a:ext uri="{FF2B5EF4-FFF2-40B4-BE49-F238E27FC236}">
                      <a16:creationId xmlns:a16="http://schemas.microsoft.com/office/drawing/2014/main" id="{C742A42E-A0BF-3041-DA1F-EC115C7153DC}"/>
                    </a:ext>
                  </a:extLst>
                </p14:cNvPr>
                <p14:cNvContentPartPr/>
                <p14:nvPr/>
              </p14:nvContentPartPr>
              <p14:xfrm>
                <a:off x="8759057" y="2591760"/>
                <a:ext cx="69120" cy="59760"/>
              </p14:xfrm>
            </p:contentPart>
          </mc:Choice>
          <mc:Fallback xmlns="">
            <p:pic>
              <p:nvPicPr>
                <p:cNvPr id="224" name="Ink 223">
                  <a:extLst>
                    <a:ext uri="{FF2B5EF4-FFF2-40B4-BE49-F238E27FC236}">
                      <a16:creationId xmlns:a16="http://schemas.microsoft.com/office/drawing/2014/main" id="{C742A42E-A0BF-3041-DA1F-EC115C7153DC}"/>
                    </a:ext>
                  </a:extLst>
                </p:cNvPr>
                <p:cNvPicPr/>
                <p:nvPr/>
              </p:nvPicPr>
              <p:blipFill>
                <a:blip r:embed="rId164"/>
                <a:stretch>
                  <a:fillRect/>
                </a:stretch>
              </p:blipFill>
              <p:spPr>
                <a:xfrm>
                  <a:off x="8750057" y="2582760"/>
                  <a:ext cx="86760" cy="7740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25" name="Ink 224">
                  <a:extLst>
                    <a:ext uri="{FF2B5EF4-FFF2-40B4-BE49-F238E27FC236}">
                      <a16:creationId xmlns:a16="http://schemas.microsoft.com/office/drawing/2014/main" id="{B762E433-70FE-EC5E-BD20-CD4E304994E0}"/>
                    </a:ext>
                  </a:extLst>
                </p14:cNvPr>
                <p14:cNvContentPartPr/>
                <p14:nvPr/>
              </p14:nvContentPartPr>
              <p14:xfrm>
                <a:off x="8893337" y="2478720"/>
                <a:ext cx="110520" cy="364680"/>
              </p14:xfrm>
            </p:contentPart>
          </mc:Choice>
          <mc:Fallback xmlns="">
            <p:pic>
              <p:nvPicPr>
                <p:cNvPr id="225" name="Ink 224">
                  <a:extLst>
                    <a:ext uri="{FF2B5EF4-FFF2-40B4-BE49-F238E27FC236}">
                      <a16:creationId xmlns:a16="http://schemas.microsoft.com/office/drawing/2014/main" id="{B762E433-70FE-EC5E-BD20-CD4E304994E0}"/>
                    </a:ext>
                  </a:extLst>
                </p:cNvPr>
                <p:cNvPicPr/>
                <p:nvPr/>
              </p:nvPicPr>
              <p:blipFill>
                <a:blip r:embed="rId166"/>
                <a:stretch>
                  <a:fillRect/>
                </a:stretch>
              </p:blipFill>
              <p:spPr>
                <a:xfrm>
                  <a:off x="8884697" y="2470080"/>
                  <a:ext cx="128160" cy="3823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60" name="Ink 259">
                  <a:extLst>
                    <a:ext uri="{FF2B5EF4-FFF2-40B4-BE49-F238E27FC236}">
                      <a16:creationId xmlns:a16="http://schemas.microsoft.com/office/drawing/2014/main" id="{26729E9F-B900-E6D7-A32E-9621CE3EADD2}"/>
                    </a:ext>
                  </a:extLst>
                </p14:cNvPr>
                <p14:cNvContentPartPr/>
                <p14:nvPr/>
              </p14:nvContentPartPr>
              <p14:xfrm>
                <a:off x="5880857" y="2020440"/>
                <a:ext cx="375120" cy="121680"/>
              </p14:xfrm>
            </p:contentPart>
          </mc:Choice>
          <mc:Fallback xmlns="">
            <p:pic>
              <p:nvPicPr>
                <p:cNvPr id="260" name="Ink 259">
                  <a:extLst>
                    <a:ext uri="{FF2B5EF4-FFF2-40B4-BE49-F238E27FC236}">
                      <a16:creationId xmlns:a16="http://schemas.microsoft.com/office/drawing/2014/main" id="{26729E9F-B900-E6D7-A32E-9621CE3EADD2}"/>
                    </a:ext>
                  </a:extLst>
                </p:cNvPr>
                <p:cNvPicPr/>
                <p:nvPr/>
              </p:nvPicPr>
              <p:blipFill>
                <a:blip r:embed="rId168"/>
                <a:stretch>
                  <a:fillRect/>
                </a:stretch>
              </p:blipFill>
              <p:spPr>
                <a:xfrm>
                  <a:off x="5871857" y="2011440"/>
                  <a:ext cx="39276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61" name="Ink 260">
                  <a:extLst>
                    <a:ext uri="{FF2B5EF4-FFF2-40B4-BE49-F238E27FC236}">
                      <a16:creationId xmlns:a16="http://schemas.microsoft.com/office/drawing/2014/main" id="{90611B9D-DB48-0710-FE5B-A0BD3A899460}"/>
                    </a:ext>
                  </a:extLst>
                </p14:cNvPr>
                <p14:cNvContentPartPr/>
                <p14:nvPr/>
              </p14:nvContentPartPr>
              <p14:xfrm>
                <a:off x="6157337" y="1904520"/>
                <a:ext cx="127080" cy="287640"/>
              </p14:xfrm>
            </p:contentPart>
          </mc:Choice>
          <mc:Fallback xmlns="">
            <p:pic>
              <p:nvPicPr>
                <p:cNvPr id="261" name="Ink 260">
                  <a:extLst>
                    <a:ext uri="{FF2B5EF4-FFF2-40B4-BE49-F238E27FC236}">
                      <a16:creationId xmlns:a16="http://schemas.microsoft.com/office/drawing/2014/main" id="{90611B9D-DB48-0710-FE5B-A0BD3A899460}"/>
                    </a:ext>
                  </a:extLst>
                </p:cNvPr>
                <p:cNvPicPr/>
                <p:nvPr/>
              </p:nvPicPr>
              <p:blipFill>
                <a:blip r:embed="rId170"/>
                <a:stretch>
                  <a:fillRect/>
                </a:stretch>
              </p:blipFill>
              <p:spPr>
                <a:xfrm>
                  <a:off x="6148697" y="1895880"/>
                  <a:ext cx="144720" cy="305280"/>
                </a:xfrm>
                <a:prstGeom prst="rect">
                  <a:avLst/>
                </a:prstGeom>
              </p:spPr>
            </p:pic>
          </mc:Fallback>
        </mc:AlternateContent>
      </p:grpSp>
      <p:grpSp>
        <p:nvGrpSpPr>
          <p:cNvPr id="265" name="Group 264">
            <a:extLst>
              <a:ext uri="{FF2B5EF4-FFF2-40B4-BE49-F238E27FC236}">
                <a16:creationId xmlns:a16="http://schemas.microsoft.com/office/drawing/2014/main" id="{4706D487-74A2-2761-9A20-59671518FBFB}"/>
              </a:ext>
            </a:extLst>
          </p:cNvPr>
          <p:cNvGrpSpPr/>
          <p:nvPr/>
        </p:nvGrpSpPr>
        <p:grpSpPr>
          <a:xfrm>
            <a:off x="6028817" y="2477640"/>
            <a:ext cx="603360" cy="309960"/>
            <a:chOff x="6028817" y="2477640"/>
            <a:chExt cx="603360" cy="309960"/>
          </a:xfrm>
        </p:grpSpPr>
        <mc:AlternateContent xmlns:mc="http://schemas.openxmlformats.org/markup-compatibility/2006" xmlns:p14="http://schemas.microsoft.com/office/powerpoint/2010/main">
          <mc:Choice Requires="p14">
            <p:contentPart p14:bwMode="auto" r:id="rId171">
              <p14:nvContentPartPr>
                <p14:cNvPr id="263" name="Ink 262">
                  <a:extLst>
                    <a:ext uri="{FF2B5EF4-FFF2-40B4-BE49-F238E27FC236}">
                      <a16:creationId xmlns:a16="http://schemas.microsoft.com/office/drawing/2014/main" id="{D9F74AE4-0167-6347-DC23-C07156DA17DF}"/>
                    </a:ext>
                  </a:extLst>
                </p14:cNvPr>
                <p14:cNvContentPartPr/>
                <p14:nvPr/>
              </p14:nvContentPartPr>
              <p14:xfrm>
                <a:off x="6028817" y="2528400"/>
                <a:ext cx="524520" cy="259200"/>
              </p14:xfrm>
            </p:contentPart>
          </mc:Choice>
          <mc:Fallback xmlns="">
            <p:pic>
              <p:nvPicPr>
                <p:cNvPr id="263" name="Ink 262">
                  <a:extLst>
                    <a:ext uri="{FF2B5EF4-FFF2-40B4-BE49-F238E27FC236}">
                      <a16:creationId xmlns:a16="http://schemas.microsoft.com/office/drawing/2014/main" id="{D9F74AE4-0167-6347-DC23-C07156DA17DF}"/>
                    </a:ext>
                  </a:extLst>
                </p:cNvPr>
                <p:cNvPicPr/>
                <p:nvPr/>
              </p:nvPicPr>
              <p:blipFill>
                <a:blip r:embed="rId172"/>
                <a:stretch>
                  <a:fillRect/>
                </a:stretch>
              </p:blipFill>
              <p:spPr>
                <a:xfrm>
                  <a:off x="6019817" y="2519760"/>
                  <a:ext cx="54216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64" name="Ink 263">
                  <a:extLst>
                    <a:ext uri="{FF2B5EF4-FFF2-40B4-BE49-F238E27FC236}">
                      <a16:creationId xmlns:a16="http://schemas.microsoft.com/office/drawing/2014/main" id="{1845339F-E7C1-3DC6-8849-3B40AB9589E8}"/>
                    </a:ext>
                  </a:extLst>
                </p14:cNvPr>
                <p14:cNvContentPartPr/>
                <p14:nvPr/>
              </p14:nvContentPartPr>
              <p14:xfrm>
                <a:off x="6496817" y="2477640"/>
                <a:ext cx="135360" cy="187920"/>
              </p14:xfrm>
            </p:contentPart>
          </mc:Choice>
          <mc:Fallback xmlns="">
            <p:pic>
              <p:nvPicPr>
                <p:cNvPr id="264" name="Ink 263">
                  <a:extLst>
                    <a:ext uri="{FF2B5EF4-FFF2-40B4-BE49-F238E27FC236}">
                      <a16:creationId xmlns:a16="http://schemas.microsoft.com/office/drawing/2014/main" id="{1845339F-E7C1-3DC6-8849-3B40AB9589E8}"/>
                    </a:ext>
                  </a:extLst>
                </p:cNvPr>
                <p:cNvPicPr/>
                <p:nvPr/>
              </p:nvPicPr>
              <p:blipFill>
                <a:blip r:embed="rId174"/>
                <a:stretch>
                  <a:fillRect/>
                </a:stretch>
              </p:blipFill>
              <p:spPr>
                <a:xfrm>
                  <a:off x="6487817" y="2469000"/>
                  <a:ext cx="153000" cy="205560"/>
                </a:xfrm>
                <a:prstGeom prst="rect">
                  <a:avLst/>
                </a:prstGeom>
              </p:spPr>
            </p:pic>
          </mc:Fallback>
        </mc:AlternateContent>
      </p:grpSp>
      <p:grpSp>
        <p:nvGrpSpPr>
          <p:cNvPr id="268" name="Group 267">
            <a:extLst>
              <a:ext uri="{FF2B5EF4-FFF2-40B4-BE49-F238E27FC236}">
                <a16:creationId xmlns:a16="http://schemas.microsoft.com/office/drawing/2014/main" id="{81354FCD-CE70-35B8-B373-F2ABB9DF0331}"/>
              </a:ext>
            </a:extLst>
          </p:cNvPr>
          <p:cNvGrpSpPr/>
          <p:nvPr/>
        </p:nvGrpSpPr>
        <p:grpSpPr>
          <a:xfrm>
            <a:off x="7823417" y="3047160"/>
            <a:ext cx="1326240" cy="1423800"/>
            <a:chOff x="7823417" y="3047160"/>
            <a:chExt cx="1326240" cy="1423800"/>
          </a:xfrm>
        </p:grpSpPr>
        <mc:AlternateContent xmlns:mc="http://schemas.openxmlformats.org/markup-compatibility/2006" xmlns:p14="http://schemas.microsoft.com/office/powerpoint/2010/main">
          <mc:Choice Requires="p14">
            <p:contentPart p14:bwMode="auto" r:id="rId175">
              <p14:nvContentPartPr>
                <p14:cNvPr id="230" name="Ink 229">
                  <a:extLst>
                    <a:ext uri="{FF2B5EF4-FFF2-40B4-BE49-F238E27FC236}">
                      <a16:creationId xmlns:a16="http://schemas.microsoft.com/office/drawing/2014/main" id="{4FC63C50-844A-1F3F-7F25-B45DBFF8BDB2}"/>
                    </a:ext>
                  </a:extLst>
                </p14:cNvPr>
                <p14:cNvContentPartPr/>
                <p14:nvPr/>
              </p14:nvContentPartPr>
              <p14:xfrm>
                <a:off x="7909097" y="3382320"/>
                <a:ext cx="360" cy="360"/>
              </p14:xfrm>
            </p:contentPart>
          </mc:Choice>
          <mc:Fallback xmlns="">
            <p:pic>
              <p:nvPicPr>
                <p:cNvPr id="230" name="Ink 229">
                  <a:extLst>
                    <a:ext uri="{FF2B5EF4-FFF2-40B4-BE49-F238E27FC236}">
                      <a16:creationId xmlns:a16="http://schemas.microsoft.com/office/drawing/2014/main" id="{4FC63C50-844A-1F3F-7F25-B45DBFF8BDB2}"/>
                    </a:ext>
                  </a:extLst>
                </p:cNvPr>
                <p:cNvPicPr/>
                <p:nvPr/>
              </p:nvPicPr>
              <p:blipFill>
                <a:blip r:embed="rId56"/>
                <a:stretch>
                  <a:fillRect/>
                </a:stretch>
              </p:blipFill>
              <p:spPr>
                <a:xfrm>
                  <a:off x="7900457" y="33733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31" name="Ink 230">
                  <a:extLst>
                    <a:ext uri="{FF2B5EF4-FFF2-40B4-BE49-F238E27FC236}">
                      <a16:creationId xmlns:a16="http://schemas.microsoft.com/office/drawing/2014/main" id="{86596232-53E8-F546-70F2-DDC18BB8B3AF}"/>
                    </a:ext>
                  </a:extLst>
                </p14:cNvPr>
                <p14:cNvContentPartPr/>
                <p14:nvPr/>
              </p14:nvContentPartPr>
              <p14:xfrm>
                <a:off x="7854017" y="3190440"/>
                <a:ext cx="42840" cy="159480"/>
              </p14:xfrm>
            </p:contentPart>
          </mc:Choice>
          <mc:Fallback xmlns="">
            <p:pic>
              <p:nvPicPr>
                <p:cNvPr id="231" name="Ink 230">
                  <a:extLst>
                    <a:ext uri="{FF2B5EF4-FFF2-40B4-BE49-F238E27FC236}">
                      <a16:creationId xmlns:a16="http://schemas.microsoft.com/office/drawing/2014/main" id="{86596232-53E8-F546-70F2-DDC18BB8B3AF}"/>
                    </a:ext>
                  </a:extLst>
                </p:cNvPr>
                <p:cNvPicPr/>
                <p:nvPr/>
              </p:nvPicPr>
              <p:blipFill>
                <a:blip r:embed="rId177"/>
                <a:stretch>
                  <a:fillRect/>
                </a:stretch>
              </p:blipFill>
              <p:spPr>
                <a:xfrm>
                  <a:off x="7845017" y="3181440"/>
                  <a:ext cx="6048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32" name="Ink 231">
                  <a:extLst>
                    <a:ext uri="{FF2B5EF4-FFF2-40B4-BE49-F238E27FC236}">
                      <a16:creationId xmlns:a16="http://schemas.microsoft.com/office/drawing/2014/main" id="{9CF5B439-D033-D8A9-864C-350430F5F75A}"/>
                    </a:ext>
                  </a:extLst>
                </p14:cNvPr>
                <p14:cNvContentPartPr/>
                <p14:nvPr/>
              </p14:nvContentPartPr>
              <p14:xfrm>
                <a:off x="7989377" y="3173520"/>
                <a:ext cx="165600" cy="229680"/>
              </p14:xfrm>
            </p:contentPart>
          </mc:Choice>
          <mc:Fallback xmlns="">
            <p:pic>
              <p:nvPicPr>
                <p:cNvPr id="232" name="Ink 231">
                  <a:extLst>
                    <a:ext uri="{FF2B5EF4-FFF2-40B4-BE49-F238E27FC236}">
                      <a16:creationId xmlns:a16="http://schemas.microsoft.com/office/drawing/2014/main" id="{9CF5B439-D033-D8A9-864C-350430F5F75A}"/>
                    </a:ext>
                  </a:extLst>
                </p:cNvPr>
                <p:cNvPicPr/>
                <p:nvPr/>
              </p:nvPicPr>
              <p:blipFill>
                <a:blip r:embed="rId179"/>
                <a:stretch>
                  <a:fillRect/>
                </a:stretch>
              </p:blipFill>
              <p:spPr>
                <a:xfrm>
                  <a:off x="7980737" y="3164880"/>
                  <a:ext cx="1832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33" name="Ink 232">
                  <a:extLst>
                    <a:ext uri="{FF2B5EF4-FFF2-40B4-BE49-F238E27FC236}">
                      <a16:creationId xmlns:a16="http://schemas.microsoft.com/office/drawing/2014/main" id="{294074C4-AC11-34F0-1B89-B717F161C735}"/>
                    </a:ext>
                  </a:extLst>
                </p14:cNvPr>
                <p14:cNvContentPartPr/>
                <p14:nvPr/>
              </p14:nvContentPartPr>
              <p14:xfrm>
                <a:off x="8223017" y="3134280"/>
                <a:ext cx="210960" cy="215640"/>
              </p14:xfrm>
            </p:contentPart>
          </mc:Choice>
          <mc:Fallback xmlns="">
            <p:pic>
              <p:nvPicPr>
                <p:cNvPr id="233" name="Ink 232">
                  <a:extLst>
                    <a:ext uri="{FF2B5EF4-FFF2-40B4-BE49-F238E27FC236}">
                      <a16:creationId xmlns:a16="http://schemas.microsoft.com/office/drawing/2014/main" id="{294074C4-AC11-34F0-1B89-B717F161C735}"/>
                    </a:ext>
                  </a:extLst>
                </p:cNvPr>
                <p:cNvPicPr/>
                <p:nvPr/>
              </p:nvPicPr>
              <p:blipFill>
                <a:blip r:embed="rId181"/>
                <a:stretch>
                  <a:fillRect/>
                </a:stretch>
              </p:blipFill>
              <p:spPr>
                <a:xfrm>
                  <a:off x="8214017" y="3125640"/>
                  <a:ext cx="228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234" name="Ink 233">
                  <a:extLst>
                    <a:ext uri="{FF2B5EF4-FFF2-40B4-BE49-F238E27FC236}">
                      <a16:creationId xmlns:a16="http://schemas.microsoft.com/office/drawing/2014/main" id="{C25E9E1C-FAD9-2327-64DA-B8A457805C2F}"/>
                    </a:ext>
                  </a:extLst>
                </p14:cNvPr>
                <p14:cNvContentPartPr/>
                <p14:nvPr/>
              </p14:nvContentPartPr>
              <p14:xfrm>
                <a:off x="8447657" y="3114120"/>
                <a:ext cx="153360" cy="92880"/>
              </p14:xfrm>
            </p:contentPart>
          </mc:Choice>
          <mc:Fallback xmlns="">
            <p:pic>
              <p:nvPicPr>
                <p:cNvPr id="234" name="Ink 233">
                  <a:extLst>
                    <a:ext uri="{FF2B5EF4-FFF2-40B4-BE49-F238E27FC236}">
                      <a16:creationId xmlns:a16="http://schemas.microsoft.com/office/drawing/2014/main" id="{C25E9E1C-FAD9-2327-64DA-B8A457805C2F}"/>
                    </a:ext>
                  </a:extLst>
                </p:cNvPr>
                <p:cNvPicPr/>
                <p:nvPr/>
              </p:nvPicPr>
              <p:blipFill>
                <a:blip r:embed="rId183"/>
                <a:stretch>
                  <a:fillRect/>
                </a:stretch>
              </p:blipFill>
              <p:spPr>
                <a:xfrm>
                  <a:off x="8438657" y="3105120"/>
                  <a:ext cx="17100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35" name="Ink 234">
                  <a:extLst>
                    <a:ext uri="{FF2B5EF4-FFF2-40B4-BE49-F238E27FC236}">
                      <a16:creationId xmlns:a16="http://schemas.microsoft.com/office/drawing/2014/main" id="{720127FD-38C1-8E97-03F6-88F2058E6D6F}"/>
                    </a:ext>
                  </a:extLst>
                </p14:cNvPr>
                <p14:cNvContentPartPr/>
                <p14:nvPr/>
              </p14:nvContentPartPr>
              <p14:xfrm>
                <a:off x="8484737" y="3089640"/>
                <a:ext cx="48600" cy="235440"/>
              </p14:xfrm>
            </p:contentPart>
          </mc:Choice>
          <mc:Fallback xmlns="">
            <p:pic>
              <p:nvPicPr>
                <p:cNvPr id="235" name="Ink 234">
                  <a:extLst>
                    <a:ext uri="{FF2B5EF4-FFF2-40B4-BE49-F238E27FC236}">
                      <a16:creationId xmlns:a16="http://schemas.microsoft.com/office/drawing/2014/main" id="{720127FD-38C1-8E97-03F6-88F2058E6D6F}"/>
                    </a:ext>
                  </a:extLst>
                </p:cNvPr>
                <p:cNvPicPr/>
                <p:nvPr/>
              </p:nvPicPr>
              <p:blipFill>
                <a:blip r:embed="rId185"/>
                <a:stretch>
                  <a:fillRect/>
                </a:stretch>
              </p:blipFill>
              <p:spPr>
                <a:xfrm>
                  <a:off x="8475737" y="3081000"/>
                  <a:ext cx="6624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36" name="Ink 235">
                  <a:extLst>
                    <a:ext uri="{FF2B5EF4-FFF2-40B4-BE49-F238E27FC236}">
                      <a16:creationId xmlns:a16="http://schemas.microsoft.com/office/drawing/2014/main" id="{669B703B-B6C9-6314-2C88-70670C183FC4}"/>
                    </a:ext>
                  </a:extLst>
                </p14:cNvPr>
                <p14:cNvContentPartPr/>
                <p14:nvPr/>
              </p14:nvContentPartPr>
              <p14:xfrm>
                <a:off x="8662217" y="3047160"/>
                <a:ext cx="46080" cy="198720"/>
              </p14:xfrm>
            </p:contentPart>
          </mc:Choice>
          <mc:Fallback xmlns="">
            <p:pic>
              <p:nvPicPr>
                <p:cNvPr id="236" name="Ink 235">
                  <a:extLst>
                    <a:ext uri="{FF2B5EF4-FFF2-40B4-BE49-F238E27FC236}">
                      <a16:creationId xmlns:a16="http://schemas.microsoft.com/office/drawing/2014/main" id="{669B703B-B6C9-6314-2C88-70670C183FC4}"/>
                    </a:ext>
                  </a:extLst>
                </p:cNvPr>
                <p:cNvPicPr/>
                <p:nvPr/>
              </p:nvPicPr>
              <p:blipFill>
                <a:blip r:embed="rId187"/>
                <a:stretch>
                  <a:fillRect/>
                </a:stretch>
              </p:blipFill>
              <p:spPr>
                <a:xfrm>
                  <a:off x="8653217" y="3038160"/>
                  <a:ext cx="637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37" name="Ink 236">
                  <a:extLst>
                    <a:ext uri="{FF2B5EF4-FFF2-40B4-BE49-F238E27FC236}">
                      <a16:creationId xmlns:a16="http://schemas.microsoft.com/office/drawing/2014/main" id="{8C5443EB-0D01-AFA4-F22C-A1A4FE802064}"/>
                    </a:ext>
                  </a:extLst>
                </p14:cNvPr>
                <p14:cNvContentPartPr/>
                <p14:nvPr/>
              </p14:nvContentPartPr>
              <p14:xfrm>
                <a:off x="8007377" y="3589680"/>
                <a:ext cx="113400" cy="61920"/>
              </p14:xfrm>
            </p:contentPart>
          </mc:Choice>
          <mc:Fallback xmlns="">
            <p:pic>
              <p:nvPicPr>
                <p:cNvPr id="237" name="Ink 236">
                  <a:extLst>
                    <a:ext uri="{FF2B5EF4-FFF2-40B4-BE49-F238E27FC236}">
                      <a16:creationId xmlns:a16="http://schemas.microsoft.com/office/drawing/2014/main" id="{8C5443EB-0D01-AFA4-F22C-A1A4FE802064}"/>
                    </a:ext>
                  </a:extLst>
                </p:cNvPr>
                <p:cNvPicPr/>
                <p:nvPr/>
              </p:nvPicPr>
              <p:blipFill>
                <a:blip r:embed="rId189"/>
                <a:stretch>
                  <a:fillRect/>
                </a:stretch>
              </p:blipFill>
              <p:spPr>
                <a:xfrm>
                  <a:off x="7998377" y="3580680"/>
                  <a:ext cx="13104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38" name="Ink 237">
                  <a:extLst>
                    <a:ext uri="{FF2B5EF4-FFF2-40B4-BE49-F238E27FC236}">
                      <a16:creationId xmlns:a16="http://schemas.microsoft.com/office/drawing/2014/main" id="{BB4548CA-E2AF-9137-B70B-4C6E2D3F6EF2}"/>
                    </a:ext>
                  </a:extLst>
                </p14:cNvPr>
                <p14:cNvContentPartPr/>
                <p14:nvPr/>
              </p14:nvContentPartPr>
              <p14:xfrm>
                <a:off x="8028977" y="3651240"/>
                <a:ext cx="151200" cy="71280"/>
              </p14:xfrm>
            </p:contentPart>
          </mc:Choice>
          <mc:Fallback xmlns="">
            <p:pic>
              <p:nvPicPr>
                <p:cNvPr id="238" name="Ink 237">
                  <a:extLst>
                    <a:ext uri="{FF2B5EF4-FFF2-40B4-BE49-F238E27FC236}">
                      <a16:creationId xmlns:a16="http://schemas.microsoft.com/office/drawing/2014/main" id="{BB4548CA-E2AF-9137-B70B-4C6E2D3F6EF2}"/>
                    </a:ext>
                  </a:extLst>
                </p:cNvPr>
                <p:cNvPicPr/>
                <p:nvPr/>
              </p:nvPicPr>
              <p:blipFill>
                <a:blip r:embed="rId191"/>
                <a:stretch>
                  <a:fillRect/>
                </a:stretch>
              </p:blipFill>
              <p:spPr>
                <a:xfrm>
                  <a:off x="8019977" y="3642240"/>
                  <a:ext cx="16884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39" name="Ink 238">
                  <a:extLst>
                    <a:ext uri="{FF2B5EF4-FFF2-40B4-BE49-F238E27FC236}">
                      <a16:creationId xmlns:a16="http://schemas.microsoft.com/office/drawing/2014/main" id="{C0509EB5-3874-C64F-FE71-22BA0B2172C5}"/>
                    </a:ext>
                  </a:extLst>
                </p14:cNvPr>
                <p14:cNvContentPartPr/>
                <p14:nvPr/>
              </p14:nvContentPartPr>
              <p14:xfrm>
                <a:off x="8216537" y="3499680"/>
                <a:ext cx="55080" cy="221040"/>
              </p14:xfrm>
            </p:contentPart>
          </mc:Choice>
          <mc:Fallback xmlns="">
            <p:pic>
              <p:nvPicPr>
                <p:cNvPr id="239" name="Ink 238">
                  <a:extLst>
                    <a:ext uri="{FF2B5EF4-FFF2-40B4-BE49-F238E27FC236}">
                      <a16:creationId xmlns:a16="http://schemas.microsoft.com/office/drawing/2014/main" id="{C0509EB5-3874-C64F-FE71-22BA0B2172C5}"/>
                    </a:ext>
                  </a:extLst>
                </p:cNvPr>
                <p:cNvPicPr/>
                <p:nvPr/>
              </p:nvPicPr>
              <p:blipFill>
                <a:blip r:embed="rId193"/>
                <a:stretch>
                  <a:fillRect/>
                </a:stretch>
              </p:blipFill>
              <p:spPr>
                <a:xfrm>
                  <a:off x="8207537" y="3491040"/>
                  <a:ext cx="7272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240" name="Ink 239">
                  <a:extLst>
                    <a:ext uri="{FF2B5EF4-FFF2-40B4-BE49-F238E27FC236}">
                      <a16:creationId xmlns:a16="http://schemas.microsoft.com/office/drawing/2014/main" id="{6D9CCF5B-F2E9-8766-0052-A67744F5FE1C}"/>
                    </a:ext>
                  </a:extLst>
                </p14:cNvPr>
                <p14:cNvContentPartPr/>
                <p14:nvPr/>
              </p14:nvContentPartPr>
              <p14:xfrm>
                <a:off x="8356217" y="3538200"/>
                <a:ext cx="113400" cy="190440"/>
              </p14:xfrm>
            </p:contentPart>
          </mc:Choice>
          <mc:Fallback xmlns="">
            <p:pic>
              <p:nvPicPr>
                <p:cNvPr id="240" name="Ink 239">
                  <a:extLst>
                    <a:ext uri="{FF2B5EF4-FFF2-40B4-BE49-F238E27FC236}">
                      <a16:creationId xmlns:a16="http://schemas.microsoft.com/office/drawing/2014/main" id="{6D9CCF5B-F2E9-8766-0052-A67744F5FE1C}"/>
                    </a:ext>
                  </a:extLst>
                </p:cNvPr>
                <p:cNvPicPr/>
                <p:nvPr/>
              </p:nvPicPr>
              <p:blipFill>
                <a:blip r:embed="rId195"/>
                <a:stretch>
                  <a:fillRect/>
                </a:stretch>
              </p:blipFill>
              <p:spPr>
                <a:xfrm>
                  <a:off x="8347217" y="3529200"/>
                  <a:ext cx="1310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41" name="Ink 240">
                  <a:extLst>
                    <a:ext uri="{FF2B5EF4-FFF2-40B4-BE49-F238E27FC236}">
                      <a16:creationId xmlns:a16="http://schemas.microsoft.com/office/drawing/2014/main" id="{DEA1CA3C-C5D5-6726-F23E-5D8B35992221}"/>
                    </a:ext>
                  </a:extLst>
                </p14:cNvPr>
                <p14:cNvContentPartPr/>
                <p14:nvPr/>
              </p14:nvContentPartPr>
              <p14:xfrm>
                <a:off x="8536937" y="3470520"/>
                <a:ext cx="119160" cy="200160"/>
              </p14:xfrm>
            </p:contentPart>
          </mc:Choice>
          <mc:Fallback xmlns="">
            <p:pic>
              <p:nvPicPr>
                <p:cNvPr id="241" name="Ink 240">
                  <a:extLst>
                    <a:ext uri="{FF2B5EF4-FFF2-40B4-BE49-F238E27FC236}">
                      <a16:creationId xmlns:a16="http://schemas.microsoft.com/office/drawing/2014/main" id="{DEA1CA3C-C5D5-6726-F23E-5D8B35992221}"/>
                    </a:ext>
                  </a:extLst>
                </p:cNvPr>
                <p:cNvPicPr/>
                <p:nvPr/>
              </p:nvPicPr>
              <p:blipFill>
                <a:blip r:embed="rId197"/>
                <a:stretch>
                  <a:fillRect/>
                </a:stretch>
              </p:blipFill>
              <p:spPr>
                <a:xfrm>
                  <a:off x="8527937" y="3461520"/>
                  <a:ext cx="13680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242" name="Ink 241">
                  <a:extLst>
                    <a:ext uri="{FF2B5EF4-FFF2-40B4-BE49-F238E27FC236}">
                      <a16:creationId xmlns:a16="http://schemas.microsoft.com/office/drawing/2014/main" id="{1E228BAE-3EF7-D7EE-5AB5-179D43B24628}"/>
                    </a:ext>
                  </a:extLst>
                </p14:cNvPr>
                <p14:cNvContentPartPr/>
                <p14:nvPr/>
              </p14:nvContentPartPr>
              <p14:xfrm>
                <a:off x="8712617" y="3420120"/>
                <a:ext cx="86400" cy="153720"/>
              </p14:xfrm>
            </p:contentPart>
          </mc:Choice>
          <mc:Fallback xmlns="">
            <p:pic>
              <p:nvPicPr>
                <p:cNvPr id="242" name="Ink 241">
                  <a:extLst>
                    <a:ext uri="{FF2B5EF4-FFF2-40B4-BE49-F238E27FC236}">
                      <a16:creationId xmlns:a16="http://schemas.microsoft.com/office/drawing/2014/main" id="{1E228BAE-3EF7-D7EE-5AB5-179D43B24628}"/>
                    </a:ext>
                  </a:extLst>
                </p:cNvPr>
                <p:cNvPicPr/>
                <p:nvPr/>
              </p:nvPicPr>
              <p:blipFill>
                <a:blip r:embed="rId199"/>
                <a:stretch>
                  <a:fillRect/>
                </a:stretch>
              </p:blipFill>
              <p:spPr>
                <a:xfrm>
                  <a:off x="8703977" y="3411120"/>
                  <a:ext cx="1040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43" name="Ink 242">
                  <a:extLst>
                    <a:ext uri="{FF2B5EF4-FFF2-40B4-BE49-F238E27FC236}">
                      <a16:creationId xmlns:a16="http://schemas.microsoft.com/office/drawing/2014/main" id="{436E0473-C336-C224-222C-062A27FAB0B1}"/>
                    </a:ext>
                  </a:extLst>
                </p14:cNvPr>
                <p14:cNvContentPartPr/>
                <p14:nvPr/>
              </p14:nvContentPartPr>
              <p14:xfrm>
                <a:off x="8828537" y="3424080"/>
                <a:ext cx="62640" cy="123480"/>
              </p14:xfrm>
            </p:contentPart>
          </mc:Choice>
          <mc:Fallback xmlns="">
            <p:pic>
              <p:nvPicPr>
                <p:cNvPr id="243" name="Ink 242">
                  <a:extLst>
                    <a:ext uri="{FF2B5EF4-FFF2-40B4-BE49-F238E27FC236}">
                      <a16:creationId xmlns:a16="http://schemas.microsoft.com/office/drawing/2014/main" id="{436E0473-C336-C224-222C-062A27FAB0B1}"/>
                    </a:ext>
                  </a:extLst>
                </p:cNvPr>
                <p:cNvPicPr/>
                <p:nvPr/>
              </p:nvPicPr>
              <p:blipFill>
                <a:blip r:embed="rId201"/>
                <a:stretch>
                  <a:fillRect/>
                </a:stretch>
              </p:blipFill>
              <p:spPr>
                <a:xfrm>
                  <a:off x="8819537" y="3415440"/>
                  <a:ext cx="802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44" name="Ink 243">
                  <a:extLst>
                    <a:ext uri="{FF2B5EF4-FFF2-40B4-BE49-F238E27FC236}">
                      <a16:creationId xmlns:a16="http://schemas.microsoft.com/office/drawing/2014/main" id="{99DA6E64-39DC-B172-32E8-6F873DC4C21E}"/>
                    </a:ext>
                  </a:extLst>
                </p14:cNvPr>
                <p14:cNvContentPartPr/>
                <p14:nvPr/>
              </p14:nvContentPartPr>
              <p14:xfrm>
                <a:off x="8797217" y="3332280"/>
                <a:ext cx="165960" cy="158400"/>
              </p14:xfrm>
            </p:contentPart>
          </mc:Choice>
          <mc:Fallback xmlns="">
            <p:pic>
              <p:nvPicPr>
                <p:cNvPr id="244" name="Ink 243">
                  <a:extLst>
                    <a:ext uri="{FF2B5EF4-FFF2-40B4-BE49-F238E27FC236}">
                      <a16:creationId xmlns:a16="http://schemas.microsoft.com/office/drawing/2014/main" id="{99DA6E64-39DC-B172-32E8-6F873DC4C21E}"/>
                    </a:ext>
                  </a:extLst>
                </p:cNvPr>
                <p:cNvPicPr/>
                <p:nvPr/>
              </p:nvPicPr>
              <p:blipFill>
                <a:blip r:embed="rId203"/>
                <a:stretch>
                  <a:fillRect/>
                </a:stretch>
              </p:blipFill>
              <p:spPr>
                <a:xfrm>
                  <a:off x="8788577" y="3323280"/>
                  <a:ext cx="18360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245" name="Ink 244">
                  <a:extLst>
                    <a:ext uri="{FF2B5EF4-FFF2-40B4-BE49-F238E27FC236}">
                      <a16:creationId xmlns:a16="http://schemas.microsoft.com/office/drawing/2014/main" id="{789707AD-6FDC-7944-3FDD-244D8EE8AD61}"/>
                    </a:ext>
                  </a:extLst>
                </p14:cNvPr>
                <p14:cNvContentPartPr/>
                <p14:nvPr/>
              </p14:nvContentPartPr>
              <p14:xfrm>
                <a:off x="8910257" y="3375480"/>
                <a:ext cx="83520" cy="70560"/>
              </p14:xfrm>
            </p:contentPart>
          </mc:Choice>
          <mc:Fallback xmlns="">
            <p:pic>
              <p:nvPicPr>
                <p:cNvPr id="245" name="Ink 244">
                  <a:extLst>
                    <a:ext uri="{FF2B5EF4-FFF2-40B4-BE49-F238E27FC236}">
                      <a16:creationId xmlns:a16="http://schemas.microsoft.com/office/drawing/2014/main" id="{789707AD-6FDC-7944-3FDD-244D8EE8AD61}"/>
                    </a:ext>
                  </a:extLst>
                </p:cNvPr>
                <p:cNvPicPr/>
                <p:nvPr/>
              </p:nvPicPr>
              <p:blipFill>
                <a:blip r:embed="rId205"/>
                <a:stretch>
                  <a:fillRect/>
                </a:stretch>
              </p:blipFill>
              <p:spPr>
                <a:xfrm>
                  <a:off x="8901617" y="3366480"/>
                  <a:ext cx="10116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246" name="Ink 245">
                  <a:extLst>
                    <a:ext uri="{FF2B5EF4-FFF2-40B4-BE49-F238E27FC236}">
                      <a16:creationId xmlns:a16="http://schemas.microsoft.com/office/drawing/2014/main" id="{B91601A7-C8AF-1477-1D1E-AA8EEC6EA140}"/>
                    </a:ext>
                  </a:extLst>
                </p14:cNvPr>
                <p14:cNvContentPartPr/>
                <p14:nvPr/>
              </p14:nvContentPartPr>
              <p14:xfrm>
                <a:off x="9004937" y="3282240"/>
                <a:ext cx="47160" cy="439920"/>
              </p14:xfrm>
            </p:contentPart>
          </mc:Choice>
          <mc:Fallback xmlns="">
            <p:pic>
              <p:nvPicPr>
                <p:cNvPr id="246" name="Ink 245">
                  <a:extLst>
                    <a:ext uri="{FF2B5EF4-FFF2-40B4-BE49-F238E27FC236}">
                      <a16:creationId xmlns:a16="http://schemas.microsoft.com/office/drawing/2014/main" id="{B91601A7-C8AF-1477-1D1E-AA8EEC6EA140}"/>
                    </a:ext>
                  </a:extLst>
                </p:cNvPr>
                <p:cNvPicPr/>
                <p:nvPr/>
              </p:nvPicPr>
              <p:blipFill>
                <a:blip r:embed="rId207"/>
                <a:stretch>
                  <a:fillRect/>
                </a:stretch>
              </p:blipFill>
              <p:spPr>
                <a:xfrm>
                  <a:off x="8996297" y="3273240"/>
                  <a:ext cx="64800" cy="45756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247" name="Ink 246">
                  <a:extLst>
                    <a:ext uri="{FF2B5EF4-FFF2-40B4-BE49-F238E27FC236}">
                      <a16:creationId xmlns:a16="http://schemas.microsoft.com/office/drawing/2014/main" id="{AEFD2F86-83A2-6E28-FDE0-979E7D0B2FAB}"/>
                    </a:ext>
                  </a:extLst>
                </p14:cNvPr>
                <p14:cNvContentPartPr/>
                <p14:nvPr/>
              </p14:nvContentPartPr>
              <p14:xfrm>
                <a:off x="8248937" y="4024200"/>
                <a:ext cx="63360" cy="173880"/>
              </p14:xfrm>
            </p:contentPart>
          </mc:Choice>
          <mc:Fallback xmlns="">
            <p:pic>
              <p:nvPicPr>
                <p:cNvPr id="247" name="Ink 246">
                  <a:extLst>
                    <a:ext uri="{FF2B5EF4-FFF2-40B4-BE49-F238E27FC236}">
                      <a16:creationId xmlns:a16="http://schemas.microsoft.com/office/drawing/2014/main" id="{AEFD2F86-83A2-6E28-FDE0-979E7D0B2FAB}"/>
                    </a:ext>
                  </a:extLst>
                </p:cNvPr>
                <p:cNvPicPr/>
                <p:nvPr/>
              </p:nvPicPr>
              <p:blipFill>
                <a:blip r:embed="rId209"/>
                <a:stretch>
                  <a:fillRect/>
                </a:stretch>
              </p:blipFill>
              <p:spPr>
                <a:xfrm>
                  <a:off x="8239937" y="4015200"/>
                  <a:ext cx="8100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248" name="Ink 247">
                  <a:extLst>
                    <a:ext uri="{FF2B5EF4-FFF2-40B4-BE49-F238E27FC236}">
                      <a16:creationId xmlns:a16="http://schemas.microsoft.com/office/drawing/2014/main" id="{9E5EBE9E-F623-E7C9-9871-639266D15A25}"/>
                    </a:ext>
                  </a:extLst>
                </p14:cNvPr>
                <p14:cNvContentPartPr/>
                <p14:nvPr/>
              </p14:nvContentPartPr>
              <p14:xfrm>
                <a:off x="8231297" y="3925560"/>
                <a:ext cx="151920" cy="199800"/>
              </p14:xfrm>
            </p:contentPart>
          </mc:Choice>
          <mc:Fallback xmlns="">
            <p:pic>
              <p:nvPicPr>
                <p:cNvPr id="248" name="Ink 247">
                  <a:extLst>
                    <a:ext uri="{FF2B5EF4-FFF2-40B4-BE49-F238E27FC236}">
                      <a16:creationId xmlns:a16="http://schemas.microsoft.com/office/drawing/2014/main" id="{9E5EBE9E-F623-E7C9-9871-639266D15A25}"/>
                    </a:ext>
                  </a:extLst>
                </p:cNvPr>
                <p:cNvPicPr/>
                <p:nvPr/>
              </p:nvPicPr>
              <p:blipFill>
                <a:blip r:embed="rId211"/>
                <a:stretch>
                  <a:fillRect/>
                </a:stretch>
              </p:blipFill>
              <p:spPr>
                <a:xfrm>
                  <a:off x="8222297" y="3916560"/>
                  <a:ext cx="16956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249" name="Ink 248">
                  <a:extLst>
                    <a:ext uri="{FF2B5EF4-FFF2-40B4-BE49-F238E27FC236}">
                      <a16:creationId xmlns:a16="http://schemas.microsoft.com/office/drawing/2014/main" id="{1AD69956-2682-F449-452E-955C82E9C61A}"/>
                    </a:ext>
                  </a:extLst>
                </p14:cNvPr>
                <p14:cNvContentPartPr/>
                <p14:nvPr/>
              </p14:nvContentPartPr>
              <p14:xfrm>
                <a:off x="8242097" y="4028160"/>
                <a:ext cx="154440" cy="71280"/>
              </p14:xfrm>
            </p:contentPart>
          </mc:Choice>
          <mc:Fallback xmlns="">
            <p:pic>
              <p:nvPicPr>
                <p:cNvPr id="249" name="Ink 248">
                  <a:extLst>
                    <a:ext uri="{FF2B5EF4-FFF2-40B4-BE49-F238E27FC236}">
                      <a16:creationId xmlns:a16="http://schemas.microsoft.com/office/drawing/2014/main" id="{1AD69956-2682-F449-452E-955C82E9C61A}"/>
                    </a:ext>
                  </a:extLst>
                </p:cNvPr>
                <p:cNvPicPr/>
                <p:nvPr/>
              </p:nvPicPr>
              <p:blipFill>
                <a:blip r:embed="rId213"/>
                <a:stretch>
                  <a:fillRect/>
                </a:stretch>
              </p:blipFill>
              <p:spPr>
                <a:xfrm>
                  <a:off x="8233097" y="4019160"/>
                  <a:ext cx="1720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250" name="Ink 249">
                  <a:extLst>
                    <a:ext uri="{FF2B5EF4-FFF2-40B4-BE49-F238E27FC236}">
                      <a16:creationId xmlns:a16="http://schemas.microsoft.com/office/drawing/2014/main" id="{1F3C5455-627B-EEC7-6C6D-09CCDED72B24}"/>
                    </a:ext>
                  </a:extLst>
                </p14:cNvPr>
                <p14:cNvContentPartPr/>
                <p14:nvPr/>
              </p14:nvContentPartPr>
              <p14:xfrm>
                <a:off x="8405537" y="3965160"/>
                <a:ext cx="200880" cy="163800"/>
              </p14:xfrm>
            </p:contentPart>
          </mc:Choice>
          <mc:Fallback xmlns="">
            <p:pic>
              <p:nvPicPr>
                <p:cNvPr id="250" name="Ink 249">
                  <a:extLst>
                    <a:ext uri="{FF2B5EF4-FFF2-40B4-BE49-F238E27FC236}">
                      <a16:creationId xmlns:a16="http://schemas.microsoft.com/office/drawing/2014/main" id="{1F3C5455-627B-EEC7-6C6D-09CCDED72B24}"/>
                    </a:ext>
                  </a:extLst>
                </p:cNvPr>
                <p:cNvPicPr/>
                <p:nvPr/>
              </p:nvPicPr>
              <p:blipFill>
                <a:blip r:embed="rId215"/>
                <a:stretch>
                  <a:fillRect/>
                </a:stretch>
              </p:blipFill>
              <p:spPr>
                <a:xfrm>
                  <a:off x="8396537" y="3956160"/>
                  <a:ext cx="21852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251" name="Ink 250">
                  <a:extLst>
                    <a:ext uri="{FF2B5EF4-FFF2-40B4-BE49-F238E27FC236}">
                      <a16:creationId xmlns:a16="http://schemas.microsoft.com/office/drawing/2014/main" id="{BF160183-A745-0FFA-9BC5-6FB4D7DAB52C}"/>
                    </a:ext>
                  </a:extLst>
                </p14:cNvPr>
                <p14:cNvContentPartPr/>
                <p14:nvPr/>
              </p14:nvContentPartPr>
              <p14:xfrm>
                <a:off x="8612537" y="3961200"/>
                <a:ext cx="129240" cy="107640"/>
              </p14:xfrm>
            </p:contentPart>
          </mc:Choice>
          <mc:Fallback xmlns="">
            <p:pic>
              <p:nvPicPr>
                <p:cNvPr id="251" name="Ink 250">
                  <a:extLst>
                    <a:ext uri="{FF2B5EF4-FFF2-40B4-BE49-F238E27FC236}">
                      <a16:creationId xmlns:a16="http://schemas.microsoft.com/office/drawing/2014/main" id="{BF160183-A745-0FFA-9BC5-6FB4D7DAB52C}"/>
                    </a:ext>
                  </a:extLst>
                </p:cNvPr>
                <p:cNvPicPr/>
                <p:nvPr/>
              </p:nvPicPr>
              <p:blipFill>
                <a:blip r:embed="rId217"/>
                <a:stretch>
                  <a:fillRect/>
                </a:stretch>
              </p:blipFill>
              <p:spPr>
                <a:xfrm>
                  <a:off x="8603537" y="3952560"/>
                  <a:ext cx="1468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252" name="Ink 251">
                  <a:extLst>
                    <a:ext uri="{FF2B5EF4-FFF2-40B4-BE49-F238E27FC236}">
                      <a16:creationId xmlns:a16="http://schemas.microsoft.com/office/drawing/2014/main" id="{F8FD6EC4-0A36-C9DD-B752-D0EA12464289}"/>
                    </a:ext>
                  </a:extLst>
                </p14:cNvPr>
                <p14:cNvContentPartPr/>
                <p14:nvPr/>
              </p14:nvContentPartPr>
              <p14:xfrm>
                <a:off x="8746457" y="3897120"/>
                <a:ext cx="159840" cy="123840"/>
              </p14:xfrm>
            </p:contentPart>
          </mc:Choice>
          <mc:Fallback xmlns="">
            <p:pic>
              <p:nvPicPr>
                <p:cNvPr id="252" name="Ink 251">
                  <a:extLst>
                    <a:ext uri="{FF2B5EF4-FFF2-40B4-BE49-F238E27FC236}">
                      <a16:creationId xmlns:a16="http://schemas.microsoft.com/office/drawing/2014/main" id="{F8FD6EC4-0A36-C9DD-B752-D0EA12464289}"/>
                    </a:ext>
                  </a:extLst>
                </p:cNvPr>
                <p:cNvPicPr/>
                <p:nvPr/>
              </p:nvPicPr>
              <p:blipFill>
                <a:blip r:embed="rId219"/>
                <a:stretch>
                  <a:fillRect/>
                </a:stretch>
              </p:blipFill>
              <p:spPr>
                <a:xfrm>
                  <a:off x="8737817" y="3888120"/>
                  <a:ext cx="1774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53" name="Ink 252">
                  <a:extLst>
                    <a:ext uri="{FF2B5EF4-FFF2-40B4-BE49-F238E27FC236}">
                      <a16:creationId xmlns:a16="http://schemas.microsoft.com/office/drawing/2014/main" id="{83246F69-E123-C7DE-8A63-194B6691290F}"/>
                    </a:ext>
                  </a:extLst>
                </p14:cNvPr>
                <p14:cNvContentPartPr/>
                <p14:nvPr/>
              </p14:nvContentPartPr>
              <p14:xfrm>
                <a:off x="8941217" y="3823680"/>
                <a:ext cx="124200" cy="137520"/>
              </p14:xfrm>
            </p:contentPart>
          </mc:Choice>
          <mc:Fallback xmlns="">
            <p:pic>
              <p:nvPicPr>
                <p:cNvPr id="253" name="Ink 252">
                  <a:extLst>
                    <a:ext uri="{FF2B5EF4-FFF2-40B4-BE49-F238E27FC236}">
                      <a16:creationId xmlns:a16="http://schemas.microsoft.com/office/drawing/2014/main" id="{83246F69-E123-C7DE-8A63-194B6691290F}"/>
                    </a:ext>
                  </a:extLst>
                </p:cNvPr>
                <p:cNvPicPr/>
                <p:nvPr/>
              </p:nvPicPr>
              <p:blipFill>
                <a:blip r:embed="rId221"/>
                <a:stretch>
                  <a:fillRect/>
                </a:stretch>
              </p:blipFill>
              <p:spPr>
                <a:xfrm>
                  <a:off x="8932577" y="3815040"/>
                  <a:ext cx="1418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266" name="Ink 265">
                  <a:extLst>
                    <a:ext uri="{FF2B5EF4-FFF2-40B4-BE49-F238E27FC236}">
                      <a16:creationId xmlns:a16="http://schemas.microsoft.com/office/drawing/2014/main" id="{F74413B0-783F-98D7-1936-957AA085BAB9}"/>
                    </a:ext>
                  </a:extLst>
                </p14:cNvPr>
                <p14:cNvContentPartPr/>
                <p14:nvPr/>
              </p14:nvContentPartPr>
              <p14:xfrm>
                <a:off x="7857977" y="3642240"/>
                <a:ext cx="362160" cy="828720"/>
              </p14:xfrm>
            </p:contentPart>
          </mc:Choice>
          <mc:Fallback xmlns="">
            <p:pic>
              <p:nvPicPr>
                <p:cNvPr id="266" name="Ink 265">
                  <a:extLst>
                    <a:ext uri="{FF2B5EF4-FFF2-40B4-BE49-F238E27FC236}">
                      <a16:creationId xmlns:a16="http://schemas.microsoft.com/office/drawing/2014/main" id="{F74413B0-783F-98D7-1936-957AA085BAB9}"/>
                    </a:ext>
                  </a:extLst>
                </p:cNvPr>
                <p:cNvPicPr/>
                <p:nvPr/>
              </p:nvPicPr>
              <p:blipFill>
                <a:blip r:embed="rId223"/>
                <a:stretch>
                  <a:fillRect/>
                </a:stretch>
              </p:blipFill>
              <p:spPr>
                <a:xfrm>
                  <a:off x="7848977" y="3633600"/>
                  <a:ext cx="379800" cy="8463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267" name="Ink 266">
                  <a:extLst>
                    <a:ext uri="{FF2B5EF4-FFF2-40B4-BE49-F238E27FC236}">
                      <a16:creationId xmlns:a16="http://schemas.microsoft.com/office/drawing/2014/main" id="{BF954628-31BE-C01E-B8A1-966C94BC401E}"/>
                    </a:ext>
                  </a:extLst>
                </p14:cNvPr>
                <p14:cNvContentPartPr/>
                <p14:nvPr/>
              </p14:nvContentPartPr>
              <p14:xfrm>
                <a:off x="7823417" y="3101160"/>
                <a:ext cx="1326240" cy="1325160"/>
              </p14:xfrm>
            </p:contentPart>
          </mc:Choice>
          <mc:Fallback xmlns="">
            <p:pic>
              <p:nvPicPr>
                <p:cNvPr id="267" name="Ink 266">
                  <a:extLst>
                    <a:ext uri="{FF2B5EF4-FFF2-40B4-BE49-F238E27FC236}">
                      <a16:creationId xmlns:a16="http://schemas.microsoft.com/office/drawing/2014/main" id="{BF954628-31BE-C01E-B8A1-966C94BC401E}"/>
                    </a:ext>
                  </a:extLst>
                </p:cNvPr>
                <p:cNvPicPr/>
                <p:nvPr/>
              </p:nvPicPr>
              <p:blipFill>
                <a:blip r:embed="rId225"/>
                <a:stretch>
                  <a:fillRect/>
                </a:stretch>
              </p:blipFill>
              <p:spPr>
                <a:xfrm>
                  <a:off x="7814417" y="3092160"/>
                  <a:ext cx="1343880" cy="1342800"/>
                </a:xfrm>
                <a:prstGeom prst="rect">
                  <a:avLst/>
                </a:prstGeom>
              </p:spPr>
            </p:pic>
          </mc:Fallback>
        </mc:AlternateContent>
      </p:grpSp>
    </p:spTree>
    <p:extLst>
      <p:ext uri="{BB962C8B-B14F-4D97-AF65-F5344CB8AC3E}">
        <p14:creationId xmlns:p14="http://schemas.microsoft.com/office/powerpoint/2010/main" val="1297756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lgn="just">
              <a:buNone/>
            </a:pPr>
            <a:r>
              <a:rPr lang="en-US" altLang="en-US" sz="2800" b="1" dirty="0">
                <a:latin typeface="Arial Narrow" panose="020B0606020202030204" pitchFamily="34" charset="0"/>
                <a:ea typeface="Arial Unicode MS" panose="020B0604020202020204" pitchFamily="34" charset="-128"/>
                <a:cs typeface="Arial Unicode MS" panose="020B0604020202020204" pitchFamily="34" charset="-128"/>
              </a:rPr>
              <a:t>E line rates:</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335494" y="1628507"/>
            <a:ext cx="8229600" cy="923330"/>
          </a:xfrm>
          <a:prstGeom prst="rect">
            <a:avLst/>
          </a:prstGeom>
        </p:spPr>
        <p:txBody>
          <a:bodyPr wrap="square">
            <a:spAutoFit/>
          </a:bodyPr>
          <a:lstStyle/>
          <a:p>
            <a:pPr algn="just"/>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E line rates:</a:t>
            </a: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Europeans use a version of T lines called E lines. The two systems are conceptually identical, but their capacities differ.</a:t>
            </a:r>
          </a:p>
        </p:txBody>
      </p:sp>
      <p:pic>
        <p:nvPicPr>
          <p:cNvPr id="5" name="Picture 4"/>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85455" y="3026713"/>
            <a:ext cx="5857875"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882030" y="5736218"/>
            <a:ext cx="864724" cy="369332"/>
          </a:xfrm>
          <a:prstGeom prst="rect">
            <a:avLst/>
          </a:prstGeom>
        </p:spPr>
        <p:txBody>
          <a:bodyPr wrap="none">
            <a:spAutoFit/>
          </a:bodyPr>
          <a:lstStyle/>
          <a:p>
            <a:pPr algn="ctr">
              <a:buClr>
                <a:srgbClr val="629DD1"/>
              </a:buClr>
            </a:pPr>
            <a:r>
              <a:rPr lang="en-US" altLang="en-US" b="1" i="1" dirty="0">
                <a:solidFill>
                  <a:srgbClr val="000000"/>
                </a:solidFill>
                <a:latin typeface="Calibri" panose="020F0502020204030204" pitchFamily="34" charset="0"/>
                <a:ea typeface="Arial Unicode MS" panose="020B0604020202020204" pitchFamily="34" charset="-128"/>
                <a:cs typeface="Arial Unicode MS" panose="020B0604020202020204" pitchFamily="34" charset="-128"/>
              </a:rPr>
              <a:t>Table 2</a:t>
            </a:r>
          </a:p>
        </p:txBody>
      </p:sp>
    </p:spTree>
    <p:extLst>
      <p:ext uri="{BB962C8B-B14F-4D97-AF65-F5344CB8AC3E}">
        <p14:creationId xmlns:p14="http://schemas.microsoft.com/office/powerpoint/2010/main" val="19992994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Statistical Time-Division Multiplexing </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568035" y="1845854"/>
            <a:ext cx="8298874" cy="3416320"/>
          </a:xfrm>
          <a:prstGeom prst="rect">
            <a:avLst/>
          </a:prstGeom>
        </p:spPr>
        <p:txBody>
          <a:bodyPr wrap="square">
            <a:spAutoFit/>
          </a:bodyPr>
          <a:lstStyle/>
          <a:p>
            <a:pPr algn="just"/>
            <a:r>
              <a:rPr lang="en-US" altLang="en-US" dirty="0">
                <a:solidFill>
                  <a:schemeClr val="bg2"/>
                </a:solidFill>
                <a:ea typeface="Arial Unicode MS" panose="020B0604020202020204" pitchFamily="34" charset="-128"/>
                <a:cs typeface="Arial Unicode MS" panose="020B0604020202020204" pitchFamily="34" charset="-128"/>
              </a:rPr>
              <a:t>In </a:t>
            </a:r>
            <a:r>
              <a:rPr lang="en-US" altLang="en-US" b="1" dirty="0">
                <a:solidFill>
                  <a:schemeClr val="bg2"/>
                </a:solidFill>
                <a:ea typeface="Arial Unicode MS" panose="020B0604020202020204" pitchFamily="34" charset="-128"/>
                <a:cs typeface="Arial Unicode MS" panose="020B0604020202020204" pitchFamily="34" charset="-128"/>
              </a:rPr>
              <a:t>synchronous TDM, </a:t>
            </a:r>
            <a:r>
              <a:rPr lang="en-US" altLang="en-US" dirty="0">
                <a:solidFill>
                  <a:schemeClr val="bg2"/>
                </a:solidFill>
                <a:ea typeface="Arial Unicode MS" panose="020B0604020202020204" pitchFamily="34" charset="-128"/>
                <a:cs typeface="Arial Unicode MS" panose="020B0604020202020204" pitchFamily="34" charset="-128"/>
              </a:rPr>
              <a:t>each input has a </a:t>
            </a:r>
            <a:r>
              <a:rPr lang="en-US" altLang="en-US" b="1" dirty="0">
                <a:solidFill>
                  <a:schemeClr val="bg2"/>
                </a:solidFill>
                <a:ea typeface="Arial Unicode MS" panose="020B0604020202020204" pitchFamily="34" charset="-128"/>
                <a:cs typeface="Arial Unicode MS" panose="020B0604020202020204" pitchFamily="34" charset="-128"/>
              </a:rPr>
              <a:t>reserved</a:t>
            </a:r>
            <a:r>
              <a:rPr lang="en-US" altLang="en-US" dirty="0">
                <a:solidFill>
                  <a:schemeClr val="bg2"/>
                </a:solidFill>
                <a:ea typeface="Arial Unicode MS" panose="020B0604020202020204" pitchFamily="34" charset="-128"/>
                <a:cs typeface="Arial Unicode MS" panose="020B0604020202020204" pitchFamily="34" charset="-128"/>
              </a:rPr>
              <a:t> slot in the </a:t>
            </a:r>
            <a:r>
              <a:rPr lang="en-US" altLang="en-US" b="1" dirty="0">
                <a:solidFill>
                  <a:schemeClr val="bg2"/>
                </a:solidFill>
                <a:ea typeface="Arial Unicode MS" panose="020B0604020202020204" pitchFamily="34" charset="-128"/>
                <a:cs typeface="Arial Unicode MS" panose="020B0604020202020204" pitchFamily="34" charset="-128"/>
              </a:rPr>
              <a:t>output frame. </a:t>
            </a:r>
            <a:r>
              <a:rPr lang="en-US" altLang="en-US" dirty="0">
                <a:solidFill>
                  <a:schemeClr val="bg2"/>
                </a:solidFill>
                <a:ea typeface="Arial Unicode MS" panose="020B0604020202020204" pitchFamily="34" charset="-128"/>
                <a:cs typeface="Arial Unicode MS" panose="020B0604020202020204" pitchFamily="34" charset="-128"/>
              </a:rPr>
              <a:t>This can be </a:t>
            </a:r>
            <a:r>
              <a:rPr lang="en-US" altLang="en-US" b="1" dirty="0">
                <a:solidFill>
                  <a:schemeClr val="bg2"/>
                </a:solidFill>
                <a:ea typeface="Arial Unicode MS" panose="020B0604020202020204" pitchFamily="34" charset="-128"/>
                <a:cs typeface="Arial Unicode MS" panose="020B0604020202020204" pitchFamily="34" charset="-128"/>
              </a:rPr>
              <a:t>inefficient</a:t>
            </a:r>
            <a:r>
              <a:rPr lang="en-US" altLang="en-US" dirty="0">
                <a:solidFill>
                  <a:schemeClr val="bg2"/>
                </a:solidFill>
                <a:ea typeface="Arial Unicode MS" panose="020B0604020202020204" pitchFamily="34" charset="-128"/>
                <a:cs typeface="Arial Unicode MS" panose="020B0604020202020204" pitchFamily="34" charset="-128"/>
              </a:rPr>
              <a:t> if </a:t>
            </a:r>
            <a:r>
              <a:rPr lang="en-US" altLang="en-US" b="1" dirty="0">
                <a:solidFill>
                  <a:schemeClr val="bg2"/>
                </a:solidFill>
                <a:ea typeface="Arial Unicode MS" panose="020B0604020202020204" pitchFamily="34" charset="-128"/>
                <a:cs typeface="Arial Unicode MS" panose="020B0604020202020204" pitchFamily="34" charset="-128"/>
              </a:rPr>
              <a:t>some input lines </a:t>
            </a:r>
            <a:r>
              <a:rPr lang="en-US" altLang="en-US" dirty="0">
                <a:solidFill>
                  <a:schemeClr val="bg2"/>
                </a:solidFill>
                <a:ea typeface="Arial Unicode MS" panose="020B0604020202020204" pitchFamily="34" charset="-128"/>
                <a:cs typeface="Arial Unicode MS" panose="020B0604020202020204" pitchFamily="34" charset="-128"/>
              </a:rPr>
              <a:t>have </a:t>
            </a:r>
            <a:r>
              <a:rPr lang="en-US" altLang="en-US" b="1" dirty="0">
                <a:solidFill>
                  <a:schemeClr val="bg2"/>
                </a:solidFill>
                <a:ea typeface="Arial Unicode MS" panose="020B0604020202020204" pitchFamily="34" charset="-128"/>
                <a:cs typeface="Arial Unicode MS" panose="020B0604020202020204" pitchFamily="34" charset="-128"/>
              </a:rPr>
              <a:t>no data </a:t>
            </a:r>
            <a:r>
              <a:rPr lang="en-US" altLang="en-US" dirty="0">
                <a:solidFill>
                  <a:schemeClr val="bg2"/>
                </a:solidFill>
                <a:ea typeface="Arial Unicode MS" panose="020B0604020202020204" pitchFamily="34" charset="-128"/>
                <a:cs typeface="Arial Unicode MS" panose="020B0604020202020204" pitchFamily="34" charset="-128"/>
              </a:rPr>
              <a:t>to send.</a:t>
            </a:r>
          </a:p>
          <a:p>
            <a:pPr algn="just"/>
            <a:r>
              <a:rPr lang="en-US" altLang="en-US" dirty="0">
                <a:solidFill>
                  <a:schemeClr val="bg2"/>
                </a:solidFill>
                <a:ea typeface="Arial Unicode MS" panose="020B0604020202020204" pitchFamily="34" charset="-128"/>
                <a:cs typeface="Arial Unicode MS" panose="020B0604020202020204" pitchFamily="34" charset="-128"/>
              </a:rPr>
              <a:t>	In </a:t>
            </a:r>
            <a:r>
              <a:rPr lang="en-US" altLang="en-US" b="1" dirty="0">
                <a:solidFill>
                  <a:schemeClr val="bg2"/>
                </a:solidFill>
                <a:ea typeface="Arial Unicode MS" panose="020B0604020202020204" pitchFamily="34" charset="-128"/>
                <a:cs typeface="Arial Unicode MS" panose="020B0604020202020204" pitchFamily="34" charset="-128"/>
              </a:rPr>
              <a:t>statistical time-division multiplexing, </a:t>
            </a:r>
          </a:p>
          <a:p>
            <a:pPr algn="just"/>
            <a:r>
              <a:rPr lang="en-US" altLang="en-US" dirty="0">
                <a:solidFill>
                  <a:schemeClr val="bg2"/>
                </a:solidFill>
                <a:ea typeface="Arial Unicode MS" panose="020B0604020202020204" pitchFamily="34" charset="-128"/>
                <a:cs typeface="Arial Unicode MS" panose="020B0604020202020204" pitchFamily="34" charset="-128"/>
              </a:rPr>
              <a:t>	</a:t>
            </a:r>
            <a:r>
              <a:rPr lang="en-US" altLang="en-US" b="1" dirty="0">
                <a:solidFill>
                  <a:schemeClr val="bg2"/>
                </a:solidFill>
                <a:ea typeface="Arial Unicode MS" panose="020B0604020202020204" pitchFamily="34" charset="-128"/>
                <a:cs typeface="Arial Unicode MS" panose="020B0604020202020204" pitchFamily="34" charset="-128"/>
              </a:rPr>
              <a:t>Slots</a:t>
            </a:r>
            <a:r>
              <a:rPr lang="en-US" altLang="en-US" dirty="0">
                <a:solidFill>
                  <a:schemeClr val="bg2"/>
                </a:solidFill>
                <a:ea typeface="Arial Unicode MS" panose="020B0604020202020204" pitchFamily="34" charset="-128"/>
                <a:cs typeface="Arial Unicode MS" panose="020B0604020202020204" pitchFamily="34" charset="-128"/>
              </a:rPr>
              <a:t> are </a:t>
            </a:r>
            <a:r>
              <a:rPr lang="en-US" altLang="en-US" b="1" dirty="0">
                <a:solidFill>
                  <a:schemeClr val="bg2"/>
                </a:solidFill>
                <a:ea typeface="Arial Unicode MS" panose="020B0604020202020204" pitchFamily="34" charset="-128"/>
                <a:cs typeface="Arial Unicode MS" panose="020B0604020202020204" pitchFamily="34" charset="-128"/>
              </a:rPr>
              <a:t>dynamically</a:t>
            </a:r>
            <a:r>
              <a:rPr lang="en-US" altLang="en-US" dirty="0">
                <a:solidFill>
                  <a:schemeClr val="bg2"/>
                </a:solidFill>
                <a:ea typeface="Arial Unicode MS" panose="020B0604020202020204" pitchFamily="34" charset="-128"/>
                <a:cs typeface="Arial Unicode MS" panose="020B0604020202020204" pitchFamily="34" charset="-128"/>
              </a:rPr>
              <a:t> allocated to improve </a:t>
            </a:r>
            <a:r>
              <a:rPr lang="en-US" altLang="en-US" b="1" dirty="0">
                <a:solidFill>
                  <a:schemeClr val="bg2"/>
                </a:solidFill>
                <a:ea typeface="Arial Unicode MS" panose="020B0604020202020204" pitchFamily="34" charset="-128"/>
                <a:cs typeface="Arial Unicode MS" panose="020B0604020202020204" pitchFamily="34" charset="-128"/>
              </a:rPr>
              <a:t>bandwidth efficiency. </a:t>
            </a:r>
            <a:r>
              <a:rPr lang="en-US" altLang="en-US" dirty="0">
                <a:solidFill>
                  <a:schemeClr val="bg2"/>
                </a:solidFill>
                <a:ea typeface="Arial Unicode MS" panose="020B0604020202020204" pitchFamily="34" charset="-128"/>
                <a:cs typeface="Arial Unicode MS" panose="020B0604020202020204" pitchFamily="34" charset="-128"/>
              </a:rPr>
              <a:t>Only when an input line has a slot's worth of data to send, then it is given a slot in the output frame. </a:t>
            </a:r>
          </a:p>
          <a:p>
            <a:pPr algn="just"/>
            <a:r>
              <a:rPr lang="en-US" altLang="en-US" dirty="0">
                <a:solidFill>
                  <a:schemeClr val="bg2"/>
                </a:solidFill>
                <a:ea typeface="Arial Unicode MS" panose="020B0604020202020204" pitchFamily="34" charset="-128"/>
                <a:cs typeface="Arial Unicode MS" panose="020B0604020202020204" pitchFamily="34" charset="-128"/>
              </a:rPr>
              <a:t>	In </a:t>
            </a:r>
            <a:r>
              <a:rPr lang="en-US" altLang="en-US" b="1" dirty="0">
                <a:solidFill>
                  <a:schemeClr val="bg2"/>
                </a:solidFill>
                <a:ea typeface="Arial Unicode MS" panose="020B0604020202020204" pitchFamily="34" charset="-128"/>
                <a:cs typeface="Arial Unicode MS" panose="020B0604020202020204" pitchFamily="34" charset="-128"/>
              </a:rPr>
              <a:t>statistical multiplexing, </a:t>
            </a:r>
          </a:p>
          <a:p>
            <a:pPr algn="just"/>
            <a:r>
              <a:rPr lang="en-US" altLang="en-US" dirty="0">
                <a:solidFill>
                  <a:schemeClr val="bg2"/>
                </a:solidFill>
                <a:ea typeface="Arial Unicode MS" panose="020B0604020202020204" pitchFamily="34" charset="-128"/>
                <a:cs typeface="Arial Unicode MS" panose="020B0604020202020204" pitchFamily="34" charset="-128"/>
              </a:rPr>
              <a:t>	The </a:t>
            </a:r>
            <a:r>
              <a:rPr lang="en-US" altLang="en-US" b="1" dirty="0">
                <a:solidFill>
                  <a:schemeClr val="bg2"/>
                </a:solidFill>
                <a:ea typeface="Arial Unicode MS" panose="020B0604020202020204" pitchFamily="34" charset="-128"/>
                <a:cs typeface="Arial Unicode MS" panose="020B0604020202020204" pitchFamily="34" charset="-128"/>
              </a:rPr>
              <a:t>number of slots </a:t>
            </a:r>
            <a:r>
              <a:rPr lang="en-US" altLang="en-US" dirty="0">
                <a:solidFill>
                  <a:schemeClr val="bg2"/>
                </a:solidFill>
                <a:ea typeface="Arial Unicode MS" panose="020B0604020202020204" pitchFamily="34" charset="-128"/>
                <a:cs typeface="Arial Unicode MS" panose="020B0604020202020204" pitchFamily="34" charset="-128"/>
              </a:rPr>
              <a:t>in each frame is </a:t>
            </a:r>
            <a:r>
              <a:rPr lang="en-US" altLang="en-US" b="1" dirty="0">
                <a:solidFill>
                  <a:schemeClr val="bg2"/>
                </a:solidFill>
                <a:ea typeface="Arial Unicode MS" panose="020B0604020202020204" pitchFamily="34" charset="-128"/>
                <a:cs typeface="Arial Unicode MS" panose="020B0604020202020204" pitchFamily="34" charset="-128"/>
              </a:rPr>
              <a:t>less</a:t>
            </a:r>
            <a:r>
              <a:rPr lang="en-US" altLang="en-US" dirty="0">
                <a:solidFill>
                  <a:schemeClr val="bg2"/>
                </a:solidFill>
                <a:ea typeface="Arial Unicode MS" panose="020B0604020202020204" pitchFamily="34" charset="-128"/>
                <a:cs typeface="Arial Unicode MS" panose="020B0604020202020204" pitchFamily="34" charset="-128"/>
              </a:rPr>
              <a:t> than the </a:t>
            </a:r>
            <a:r>
              <a:rPr lang="en-US" altLang="en-US" b="1" dirty="0">
                <a:solidFill>
                  <a:schemeClr val="bg2"/>
                </a:solidFill>
                <a:ea typeface="Arial Unicode MS" panose="020B0604020202020204" pitchFamily="34" charset="-128"/>
                <a:cs typeface="Arial Unicode MS" panose="020B0604020202020204" pitchFamily="34" charset="-128"/>
              </a:rPr>
              <a:t>number of input lines. </a:t>
            </a:r>
          </a:p>
          <a:p>
            <a:pPr algn="just"/>
            <a:endParaRPr lang="en-US" altLang="en-US" dirty="0">
              <a:solidFill>
                <a:schemeClr val="bg2"/>
              </a:solidFill>
              <a:ea typeface="Arial Unicode MS" panose="020B0604020202020204" pitchFamily="34" charset="-128"/>
              <a:cs typeface="Arial Unicode MS" panose="020B0604020202020204" pitchFamily="34" charset="-128"/>
            </a:endParaRPr>
          </a:p>
          <a:p>
            <a:pPr algn="just"/>
            <a:r>
              <a:rPr lang="en-US" altLang="en-US" dirty="0">
                <a:solidFill>
                  <a:schemeClr val="bg2"/>
                </a:solidFill>
                <a:ea typeface="Arial Unicode MS" panose="020B0604020202020204" pitchFamily="34" charset="-128"/>
                <a:cs typeface="Arial Unicode MS" panose="020B0604020202020204" pitchFamily="34" charset="-128"/>
              </a:rPr>
              <a:t>	1. The </a:t>
            </a:r>
            <a:r>
              <a:rPr lang="en-US" altLang="en-US" b="1" dirty="0">
                <a:solidFill>
                  <a:schemeClr val="bg2"/>
                </a:solidFill>
                <a:ea typeface="Arial Unicode MS" panose="020B0604020202020204" pitchFamily="34" charset="-128"/>
                <a:cs typeface="Arial Unicode MS" panose="020B0604020202020204" pitchFamily="34" charset="-128"/>
              </a:rPr>
              <a:t>multiplexer</a:t>
            </a:r>
            <a:r>
              <a:rPr lang="en-US" altLang="en-US" dirty="0">
                <a:solidFill>
                  <a:schemeClr val="bg2"/>
                </a:solidFill>
                <a:ea typeface="Arial Unicode MS" panose="020B0604020202020204" pitchFamily="34" charset="-128"/>
                <a:cs typeface="Arial Unicode MS" panose="020B0604020202020204" pitchFamily="34" charset="-128"/>
              </a:rPr>
              <a:t> </a:t>
            </a:r>
            <a:r>
              <a:rPr lang="en-US" altLang="en-US" b="1" dirty="0">
                <a:solidFill>
                  <a:schemeClr val="bg2"/>
                </a:solidFill>
                <a:ea typeface="Arial Unicode MS" panose="020B0604020202020204" pitchFamily="34" charset="-128"/>
                <a:cs typeface="Arial Unicode MS" panose="020B0604020202020204" pitchFamily="34" charset="-128"/>
              </a:rPr>
              <a:t>checks</a:t>
            </a:r>
            <a:r>
              <a:rPr lang="en-US" altLang="en-US" dirty="0">
                <a:solidFill>
                  <a:schemeClr val="bg2"/>
                </a:solidFill>
                <a:ea typeface="Arial Unicode MS" panose="020B0604020202020204" pitchFamily="34" charset="-128"/>
                <a:cs typeface="Arial Unicode MS" panose="020B0604020202020204" pitchFamily="34" charset="-128"/>
              </a:rPr>
              <a:t> each input line in </a:t>
            </a:r>
            <a:r>
              <a:rPr lang="en-US" altLang="en-US" b="1" dirty="0">
                <a:solidFill>
                  <a:schemeClr val="bg2"/>
                </a:solidFill>
                <a:ea typeface="Arial Unicode MS" panose="020B0604020202020204" pitchFamily="34" charset="-128"/>
                <a:cs typeface="Arial Unicode MS" panose="020B0604020202020204" pitchFamily="34" charset="-128"/>
              </a:rPr>
              <a:t>round robin fashion; </a:t>
            </a:r>
          </a:p>
          <a:p>
            <a:pPr algn="just"/>
            <a:r>
              <a:rPr lang="en-US" altLang="en-US" dirty="0">
                <a:solidFill>
                  <a:schemeClr val="bg2"/>
                </a:solidFill>
                <a:ea typeface="Arial Unicode MS" panose="020B0604020202020204" pitchFamily="34" charset="-128"/>
                <a:cs typeface="Arial Unicode MS" panose="020B0604020202020204" pitchFamily="34" charset="-128"/>
              </a:rPr>
              <a:t>	2. it </a:t>
            </a:r>
            <a:r>
              <a:rPr lang="en-US" altLang="en-US" b="1" dirty="0">
                <a:solidFill>
                  <a:schemeClr val="bg2"/>
                </a:solidFill>
                <a:ea typeface="Arial Unicode MS" panose="020B0604020202020204" pitchFamily="34" charset="-128"/>
                <a:cs typeface="Arial Unicode MS" panose="020B0604020202020204" pitchFamily="34" charset="-128"/>
              </a:rPr>
              <a:t>allocates </a:t>
            </a:r>
            <a:r>
              <a:rPr lang="en-US" altLang="en-US" dirty="0">
                <a:solidFill>
                  <a:schemeClr val="bg2"/>
                </a:solidFill>
                <a:ea typeface="Arial Unicode MS" panose="020B0604020202020204" pitchFamily="34" charset="-128"/>
                <a:cs typeface="Arial Unicode MS" panose="020B0604020202020204" pitchFamily="34" charset="-128"/>
              </a:rPr>
              <a:t>a slot for an input line if the </a:t>
            </a:r>
            <a:r>
              <a:rPr lang="en-US" altLang="en-US" b="1" dirty="0">
                <a:solidFill>
                  <a:schemeClr val="bg2"/>
                </a:solidFill>
                <a:ea typeface="Arial Unicode MS" panose="020B0604020202020204" pitchFamily="34" charset="-128"/>
                <a:cs typeface="Arial Unicode MS" panose="020B0604020202020204" pitchFamily="34" charset="-128"/>
              </a:rPr>
              <a:t>line has data to send; </a:t>
            </a:r>
            <a:r>
              <a:rPr lang="en-US" altLang="en-US" dirty="0">
                <a:solidFill>
                  <a:schemeClr val="bg2"/>
                </a:solidFill>
                <a:ea typeface="Arial Unicode MS" panose="020B0604020202020204" pitchFamily="34" charset="-128"/>
                <a:cs typeface="Arial Unicode MS" panose="020B0604020202020204" pitchFamily="34" charset="-128"/>
              </a:rPr>
              <a:t>otherwise, </a:t>
            </a:r>
          </a:p>
          <a:p>
            <a:pPr algn="just"/>
            <a:r>
              <a:rPr lang="en-US" altLang="en-US" dirty="0">
                <a:solidFill>
                  <a:schemeClr val="bg2"/>
                </a:solidFill>
                <a:ea typeface="Arial Unicode MS" panose="020B0604020202020204" pitchFamily="34" charset="-128"/>
                <a:cs typeface="Arial Unicode MS" panose="020B0604020202020204" pitchFamily="34" charset="-128"/>
              </a:rPr>
              <a:t>	3. it </a:t>
            </a:r>
            <a:r>
              <a:rPr lang="en-US" altLang="en-US" b="1" dirty="0">
                <a:solidFill>
                  <a:schemeClr val="bg2"/>
                </a:solidFill>
                <a:ea typeface="Arial Unicode MS" panose="020B0604020202020204" pitchFamily="34" charset="-128"/>
                <a:cs typeface="Arial Unicode MS" panose="020B0604020202020204" pitchFamily="34" charset="-128"/>
              </a:rPr>
              <a:t>skips</a:t>
            </a:r>
            <a:r>
              <a:rPr lang="en-US" altLang="en-US" dirty="0">
                <a:solidFill>
                  <a:schemeClr val="bg2"/>
                </a:solidFill>
                <a:ea typeface="Arial Unicode MS" panose="020B0604020202020204" pitchFamily="34" charset="-128"/>
                <a:cs typeface="Arial Unicode MS" panose="020B0604020202020204" pitchFamily="34" charset="-128"/>
              </a:rPr>
              <a:t> the </a:t>
            </a:r>
            <a:r>
              <a:rPr lang="en-US" altLang="en-US" b="1" dirty="0">
                <a:solidFill>
                  <a:schemeClr val="bg2"/>
                </a:solidFill>
                <a:ea typeface="Arial Unicode MS" panose="020B0604020202020204" pitchFamily="34" charset="-128"/>
                <a:cs typeface="Arial Unicode MS" panose="020B0604020202020204" pitchFamily="34" charset="-128"/>
              </a:rPr>
              <a:t>line</a:t>
            </a:r>
            <a:r>
              <a:rPr lang="en-US" altLang="en-US" dirty="0">
                <a:solidFill>
                  <a:schemeClr val="bg2"/>
                </a:solidFill>
                <a:ea typeface="Arial Unicode MS" panose="020B0604020202020204" pitchFamily="34" charset="-128"/>
                <a:cs typeface="Arial Unicode MS" panose="020B0604020202020204" pitchFamily="34" charset="-128"/>
              </a:rPr>
              <a:t> and </a:t>
            </a:r>
            <a:r>
              <a:rPr lang="en-US" altLang="en-US" b="1" dirty="0">
                <a:solidFill>
                  <a:schemeClr val="bg2"/>
                </a:solidFill>
                <a:ea typeface="Arial Unicode MS" panose="020B0604020202020204" pitchFamily="34" charset="-128"/>
                <a:cs typeface="Arial Unicode MS" panose="020B0604020202020204" pitchFamily="34" charset="-128"/>
              </a:rPr>
              <a:t>checks</a:t>
            </a:r>
            <a:r>
              <a:rPr lang="en-US" altLang="en-US" dirty="0">
                <a:solidFill>
                  <a:schemeClr val="bg2"/>
                </a:solidFill>
                <a:ea typeface="Arial Unicode MS" panose="020B0604020202020204" pitchFamily="34" charset="-128"/>
                <a:cs typeface="Arial Unicode MS" panose="020B0604020202020204" pitchFamily="34" charset="-128"/>
              </a:rPr>
              <a:t> the </a:t>
            </a:r>
            <a:r>
              <a:rPr lang="en-US" altLang="en-US" b="1" dirty="0">
                <a:solidFill>
                  <a:schemeClr val="bg2"/>
                </a:solidFill>
                <a:ea typeface="Arial Unicode MS" panose="020B0604020202020204" pitchFamily="34" charset="-128"/>
                <a:cs typeface="Arial Unicode MS" panose="020B0604020202020204" pitchFamily="34" charset="-128"/>
              </a:rPr>
              <a:t>next line. </a:t>
            </a:r>
          </a:p>
        </p:txBody>
      </p:sp>
    </p:spTree>
    <p:extLst>
      <p:ext uri="{BB962C8B-B14F-4D97-AF65-F5344CB8AC3E}">
        <p14:creationId xmlns:p14="http://schemas.microsoft.com/office/powerpoint/2010/main" val="3625017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Statistical Time-Division Multiplexing </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sp>
        <p:nvSpPr>
          <p:cNvPr id="3" name="Rectangle 2"/>
          <p:cNvSpPr/>
          <p:nvPr/>
        </p:nvSpPr>
        <p:spPr>
          <a:xfrm>
            <a:off x="471055" y="1423473"/>
            <a:ext cx="7855528" cy="4524315"/>
          </a:xfrm>
          <a:prstGeom prst="rect">
            <a:avLst/>
          </a:prstGeom>
        </p:spPr>
        <p:txBody>
          <a:bodyPr wrap="square">
            <a:spAutoFit/>
          </a:bodyPr>
          <a:lstStyle/>
          <a:p>
            <a:pPr algn="just"/>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Addressing:</a:t>
            </a: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a:t>
            </a:r>
            <a:r>
              <a:rPr lang="en-US" altLang="en-US" b="1" i="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Figure 28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also shows a major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difference</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between slots in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synchronous TDM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and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statistical TDM.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output slot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in synchronous TDM is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totally occupied by data; </a:t>
            </a:r>
          </a:p>
          <a:p>
            <a:pPr algn="just"/>
            <a:endPar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endParaRP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In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statistical TDM,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 slot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needs</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to carry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data</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as well as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the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address</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of the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destination. </a:t>
            </a:r>
          </a:p>
          <a:p>
            <a:pPr algn="just"/>
            <a:endPar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endParaRP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In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synchronous TDM,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there is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no need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for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addressing;</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synchronization and pre assigned relationships between the inputs and outputs serve as an address. If the multiplexer and the </a:t>
            </a:r>
            <a:r>
              <a:rPr lang="en-US" altLang="en-US" dirty="0" err="1">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demultiplexer</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are synchronized, this is guaranteed. </a:t>
            </a:r>
          </a:p>
          <a:p>
            <a:pPr algn="just"/>
            <a:endPar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endParaRP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In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statistical multiplexing,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there is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no fixed relationship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between the inputs and outputs because there are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no pre-assigned or reserved slots. </a:t>
            </a:r>
          </a:p>
          <a:p>
            <a:pPr algn="just"/>
            <a:endPar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endParaRPr>
          </a:p>
          <a:p>
            <a:pPr algn="just"/>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We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need</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to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include</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the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address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of the receiver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inside</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 each slot to show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where </a:t>
            </a:r>
            <a:r>
              <a:rPr lang="en-US" altLang="en-US"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it is to be </a:t>
            </a:r>
            <a:r>
              <a:rPr lang="en-US" altLang="en-US" b="1" dirty="0">
                <a:solidFill>
                  <a:schemeClr val="bg2"/>
                </a:solidFill>
                <a:latin typeface="Arial Narrow" panose="020B0606020202030204" pitchFamily="34" charset="0"/>
                <a:ea typeface="Arial Unicode MS" panose="020B0604020202020204" pitchFamily="34" charset="-128"/>
                <a:cs typeface="Arial Unicode MS" panose="020B0604020202020204" pitchFamily="34" charset="-128"/>
              </a:rPr>
              <a:t>delivered. </a:t>
            </a:r>
          </a:p>
        </p:txBody>
      </p:sp>
    </p:spTree>
    <p:extLst>
      <p:ext uri="{BB962C8B-B14F-4D97-AF65-F5344CB8AC3E}">
        <p14:creationId xmlns:p14="http://schemas.microsoft.com/office/powerpoint/2010/main" val="2582766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TDM slot comparison</a:t>
            </a:r>
          </a:p>
        </p:txBody>
      </p:sp>
      <p:sp>
        <p:nvSpPr>
          <p:cNvPr id="4" name="Content Placeholder 2"/>
          <p:cNvSpPr txBox="1">
            <a:spLocks/>
          </p:cNvSpPr>
          <p:nvPr/>
        </p:nvSpPr>
        <p:spPr>
          <a:xfrm>
            <a:off x="335494" y="1392382"/>
            <a:ext cx="8229600" cy="5715000"/>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69850" indent="0" algn="just">
              <a:buFont typeface="Wingdings 2" panose="05020102010507070707" pitchFamily="18" charset="2"/>
              <a:buNone/>
              <a:defRPr/>
            </a:pPr>
            <a:endParaRPr lang="en-US" sz="1800" b="1" dirty="0">
              <a:solidFill>
                <a:schemeClr val="tx1"/>
              </a:solidFill>
              <a:ea typeface="Arial Unicode MS" pitchFamily="34" charset="-128"/>
              <a:cs typeface="Arial Unicode MS" pitchFamily="34" charset="-128"/>
            </a:endParaRPr>
          </a:p>
        </p:txBody>
      </p:sp>
      <p:pic>
        <p:nvPicPr>
          <p:cNvPr id="5"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71600" y="1600200"/>
            <a:ext cx="6389688"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2064328" y="6063889"/>
            <a:ext cx="4572000" cy="646331"/>
          </a:xfrm>
          <a:prstGeom prst="rect">
            <a:avLst/>
          </a:prstGeom>
        </p:spPr>
        <p:txBody>
          <a:bodyPr>
            <a:spAutoFit/>
          </a:bodyPr>
          <a:lstStyle/>
          <a:p>
            <a:pPr algn="ctr">
              <a:buClr>
                <a:srgbClr val="629DD1"/>
              </a:buClr>
            </a:pPr>
            <a:r>
              <a:rPr lang="en-US" altLang="en-US" b="1" i="1" dirty="0">
                <a:solidFill>
                  <a:srgbClr val="000000"/>
                </a:solidFill>
                <a:latin typeface="Calibri" panose="020F0502020204030204" pitchFamily="34" charset="0"/>
              </a:rPr>
              <a:t>Fig. 28: TDM slot comparison.</a:t>
            </a:r>
          </a:p>
          <a:p>
            <a:pPr algn="ctr">
              <a:buClr>
                <a:srgbClr val="629DD1"/>
              </a:buClr>
            </a:pPr>
            <a:endParaRPr lang="en-US" altLang="en-US" b="1" dirty="0">
              <a:solidFill>
                <a:srgbClr val="000000"/>
              </a:solidFill>
              <a:latin typeface="Calibri" panose="020F0502020204030204" pitchFamily="34"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5322946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56CD2EA8-B54C-CE4F-A943-BFB367453E0E}"/>
              </a:ext>
            </a:extLst>
          </p:cNvPr>
          <p:cNvSpPr txBox="1"/>
          <p:nvPr/>
        </p:nvSpPr>
        <p:spPr>
          <a:xfrm>
            <a:off x="783772" y="2435897"/>
            <a:ext cx="7915950" cy="1200329"/>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1b0ca7fcc65f8213906d5dacc1748a9d">
  <xsd:schema xmlns:xsd="http://www.w3.org/2001/XMLSchema" xmlns:xs="http://www.w3.org/2001/XMLSchema" xmlns:p="http://schemas.microsoft.com/office/2006/metadata/properties" targetNamespace="http://schemas.microsoft.com/office/2006/metadata/properties" ma:root="true" ma:fieldsID="8b6f26e0866668d9836acec43b37ef0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F0321B6-EEDA-4231-A6FD-49BE3AC98445}"/>
</file>

<file path=customXml/itemProps2.xml><?xml version="1.0" encoding="utf-8"?>
<ds:datastoreItem xmlns:ds="http://schemas.openxmlformats.org/officeDocument/2006/customXml" ds:itemID="{6947DB39-7E39-46A4-93E8-427453C0E989}"/>
</file>

<file path=customXml/itemProps3.xml><?xml version="1.0" encoding="utf-8"?>
<ds:datastoreItem xmlns:ds="http://schemas.openxmlformats.org/officeDocument/2006/customXml" ds:itemID="{BFBDCDE7-8338-4390-BD6B-61DF677EB3DA}"/>
</file>

<file path=docProps/app.xml><?xml version="1.0" encoding="utf-8"?>
<Properties xmlns="http://schemas.openxmlformats.org/officeDocument/2006/extended-properties" xmlns:vt="http://schemas.openxmlformats.org/officeDocument/2006/docPropsVTypes">
  <Template>ThemeEEE</Template>
  <TotalTime>411</TotalTime>
  <Words>1639</Words>
  <Application>Microsoft Office PowerPoint</Application>
  <PresentationFormat>On-screen Show (4:3)</PresentationFormat>
  <Paragraphs>148</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Narrow</vt:lpstr>
      <vt:lpstr>Calibri</vt:lpstr>
      <vt:lpstr>Corbel</vt:lpstr>
      <vt:lpstr>Wingdings</vt:lpstr>
      <vt:lpstr>Wingdings 2</vt:lpstr>
      <vt:lpstr>ThemeEEE</vt:lpstr>
      <vt:lpstr>Bandwidth Utilization (Part 2)</vt:lpstr>
      <vt:lpstr>Lecture Outline</vt:lpstr>
      <vt:lpstr>Interleaving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Muhammad Morshed Alam</cp:lastModifiedBy>
  <cp:revision>41</cp:revision>
  <dcterms:created xsi:type="dcterms:W3CDTF">2018-12-10T17:20:29Z</dcterms:created>
  <dcterms:modified xsi:type="dcterms:W3CDTF">2023-11-20T05:57:19Z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