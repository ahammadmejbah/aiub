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4260" r:id="rId4"/>
  </p:sldMasterIdLst>
  <p:handoutMasterIdLst>
    <p:handoutMasterId r:id="rId6"/>
  </p:handoutMasterIdLst>
  <p:sldIdLst>
    <p:sldId id="256" r:id="rId5"/>
  </p:sldIdLst>
  <p:sldSz cx="27432000" cy="43891200"/>
  <p:notesSz cx="7010400" cy="9271000"/>
  <p:embeddedFontLst>
    <p:embeddedFont>
      <p:font typeface="ＭＳ Ｐゴシック" panose="020B0600070205080204" pitchFamily="34" charset="-128"/>
      <p:regular r:id="rId7"/>
    </p:embeddedFont>
    <p:embeddedFont>
      <p:font typeface="18 Khebrat Musamim" pitchFamily="50" charset="0"/>
      <p:regular r:id="rId8"/>
    </p:embeddedFont>
    <p:embeddedFont>
      <p:font typeface="Abadi" panose="020B0604020202020204" charset="0"/>
      <p:regular r:id="rId9"/>
    </p:embeddedFont>
    <p:embeddedFont>
      <p:font typeface="Cambria Math" panose="02040503050406030204" pitchFamily="18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Georgia Pro Semibold" panose="02040702050405020303" pitchFamily="18" charset="0"/>
      <p:bold r:id="rId15"/>
      <p:boldItalic r:id="rId16"/>
    </p:embeddedFont>
    <p:embeddedFont>
      <p:font typeface="Aharoni" panose="02010803020104030203" pitchFamily="2" charset="-79"/>
      <p:bold r:id="rId17"/>
    </p:embeddedFont>
  </p:embeddedFontLst>
  <p:custDataLst>
    <p:tags r:id="rId18"/>
  </p:custDataLst>
  <p:defaultTextStyle>
    <a:defPPr>
      <a:defRPr lang="en-US"/>
    </a:defPPr>
    <a:lvl1pPr marL="0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1pPr>
    <a:lvl2pPr marL="1878198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2pPr>
    <a:lvl3pPr marL="3756396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3pPr>
    <a:lvl4pPr marL="5634594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4pPr>
    <a:lvl5pPr marL="7512797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5pPr>
    <a:lvl6pPr marL="9390995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6pPr>
    <a:lvl7pPr marL="11269197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7pPr>
    <a:lvl8pPr marL="13147394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8pPr>
    <a:lvl9pPr marL="15025593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 userDrawn="1">
          <p15:clr>
            <a:srgbClr val="A4A3A4"/>
          </p15:clr>
        </p15:guide>
        <p15:guide id="2" pos="86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7C6B61-28E6-4F1F-A822-97211B4BA964}" v="5" dt="2023-12-16T16:11:05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785" autoAdjust="0"/>
    <p:restoredTop sz="94710" autoAdjust="0"/>
  </p:normalViewPr>
  <p:slideViewPr>
    <p:cSldViewPr>
      <p:cViewPr>
        <p:scale>
          <a:sx n="17" d="100"/>
          <a:sy n="17" d="100"/>
        </p:scale>
        <p:origin x="2334" y="144"/>
      </p:cViewPr>
      <p:guideLst>
        <p:guide orient="horz" pos="13824"/>
        <p:guide pos="86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font" Target="fonts/font9.fntdata"/><Relationship Id="rId23" Type="http://schemas.microsoft.com/office/2015/10/relationships/revisionInfo" Target="revisionInfo.xml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/>
            </a:defPPr>
            <a:lvl1pPr algn="r">
              <a:defRPr sz="1200"/>
            </a:lvl1pPr>
          </a:lstStyle>
          <a:p>
            <a:fld id="{302F586B-0015-43FB-918D-31E1A09780E3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05841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05841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/>
            </a:defPPr>
            <a:lvl1pPr algn="r">
              <a:defRPr sz="1200"/>
            </a:lvl1pPr>
          </a:lstStyle>
          <a:p>
            <a:fld id="{5F29C2D4-4424-41A2-A90C-29D31B733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3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5573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1252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6939" y="28204170"/>
            <a:ext cx="23317202" cy="8717280"/>
          </a:xfrm>
        </p:spPr>
        <p:txBody>
          <a:bodyPr anchor="t"/>
          <a:lstStyle>
            <a:defPPr>
              <a:defRPr kern="1200"/>
            </a:defPPr>
            <a:lvl1pPr algn="l">
              <a:defRPr sz="1031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6939" y="18602967"/>
            <a:ext cx="23317202" cy="960119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5125">
                <a:solidFill>
                  <a:schemeClr val="tx1">
                    <a:tint val="75000"/>
                  </a:schemeClr>
                </a:solidFill>
              </a:defRPr>
            </a:lvl1pPr>
            <a:lvl2pPr marL="1175290" indent="0">
              <a:buNone/>
              <a:defRPr sz="4625">
                <a:solidFill>
                  <a:schemeClr val="tx1">
                    <a:tint val="75000"/>
                  </a:schemeClr>
                </a:solidFill>
              </a:defRPr>
            </a:lvl2pPr>
            <a:lvl3pPr marL="2350579" indent="0">
              <a:buNone/>
              <a:defRPr sz="4125">
                <a:solidFill>
                  <a:schemeClr val="tx1">
                    <a:tint val="75000"/>
                  </a:schemeClr>
                </a:solidFill>
              </a:defRPr>
            </a:lvl3pPr>
            <a:lvl4pPr marL="3525869" indent="0">
              <a:buNone/>
              <a:defRPr sz="3625">
                <a:solidFill>
                  <a:schemeClr val="tx1">
                    <a:tint val="75000"/>
                  </a:schemeClr>
                </a:solidFill>
              </a:defRPr>
            </a:lvl4pPr>
            <a:lvl5pPr marL="4701159" indent="0">
              <a:buNone/>
              <a:defRPr sz="3625">
                <a:solidFill>
                  <a:schemeClr val="tx1">
                    <a:tint val="75000"/>
                  </a:schemeClr>
                </a:solidFill>
              </a:defRPr>
            </a:lvl5pPr>
            <a:lvl6pPr marL="5876447" indent="0">
              <a:buNone/>
              <a:defRPr sz="3625">
                <a:solidFill>
                  <a:schemeClr val="tx1">
                    <a:tint val="75000"/>
                  </a:schemeClr>
                </a:solidFill>
              </a:defRPr>
            </a:lvl6pPr>
            <a:lvl7pPr marL="7051738" indent="0">
              <a:buNone/>
              <a:defRPr sz="3625">
                <a:solidFill>
                  <a:schemeClr val="tx1">
                    <a:tint val="75000"/>
                  </a:schemeClr>
                </a:solidFill>
              </a:defRPr>
            </a:lvl7pPr>
            <a:lvl8pPr marL="8227028" indent="0">
              <a:buNone/>
              <a:defRPr sz="3625">
                <a:solidFill>
                  <a:schemeClr val="tx1">
                    <a:tint val="75000"/>
                  </a:schemeClr>
                </a:solidFill>
              </a:defRPr>
            </a:lvl8pPr>
            <a:lvl9pPr marL="9402317" indent="0">
              <a:buNone/>
              <a:defRPr sz="36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4067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1" y="10241282"/>
            <a:ext cx="12115801" cy="28966165"/>
          </a:xfrm>
        </p:spPr>
        <p:txBody>
          <a:bodyPr/>
          <a:lstStyle>
            <a:defPPr>
              <a:defRPr kern="1200"/>
            </a:defPPr>
            <a:lvl1pPr>
              <a:defRPr sz="7188"/>
            </a:lvl1pPr>
            <a:lvl2pPr>
              <a:defRPr sz="6188"/>
            </a:lvl2pPr>
            <a:lvl3pPr>
              <a:defRPr sz="5125"/>
            </a:lvl3pPr>
            <a:lvl4pPr>
              <a:defRPr sz="4625"/>
            </a:lvl4pPr>
            <a:lvl5pPr>
              <a:defRPr sz="4625"/>
            </a:lvl5pPr>
            <a:lvl6pPr>
              <a:defRPr sz="4625"/>
            </a:lvl6pPr>
            <a:lvl7pPr>
              <a:defRPr sz="4625"/>
            </a:lvl7pPr>
            <a:lvl8pPr>
              <a:defRPr sz="4625"/>
            </a:lvl8pPr>
            <a:lvl9pPr>
              <a:defRPr sz="4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944604" y="10241282"/>
            <a:ext cx="12115801" cy="28966165"/>
          </a:xfrm>
        </p:spPr>
        <p:txBody>
          <a:bodyPr/>
          <a:lstStyle>
            <a:defPPr>
              <a:defRPr kern="1200"/>
            </a:defPPr>
            <a:lvl1pPr>
              <a:defRPr sz="7188"/>
            </a:lvl1pPr>
            <a:lvl2pPr>
              <a:defRPr sz="6188"/>
            </a:lvl2pPr>
            <a:lvl3pPr>
              <a:defRPr sz="5125"/>
            </a:lvl3pPr>
            <a:lvl4pPr>
              <a:defRPr sz="4625"/>
            </a:lvl4pPr>
            <a:lvl5pPr>
              <a:defRPr sz="4625"/>
            </a:lvl5pPr>
            <a:lvl6pPr>
              <a:defRPr sz="4625"/>
            </a:lvl6pPr>
            <a:lvl7pPr>
              <a:defRPr sz="4625"/>
            </a:lvl7pPr>
            <a:lvl8pPr>
              <a:defRPr sz="4625"/>
            </a:lvl8pPr>
            <a:lvl9pPr>
              <a:defRPr sz="4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2779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9824727"/>
            <a:ext cx="12120564" cy="409447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6188" b="1"/>
            </a:lvl1pPr>
            <a:lvl2pPr marL="1175290" indent="0">
              <a:buNone/>
              <a:defRPr sz="5125" b="1"/>
            </a:lvl2pPr>
            <a:lvl3pPr marL="2350579" indent="0">
              <a:buNone/>
              <a:defRPr sz="4625" b="1"/>
            </a:lvl3pPr>
            <a:lvl4pPr marL="3525869" indent="0">
              <a:buNone/>
              <a:defRPr sz="4125" b="1"/>
            </a:lvl4pPr>
            <a:lvl5pPr marL="4701159" indent="0">
              <a:buNone/>
              <a:defRPr sz="4125" b="1"/>
            </a:lvl5pPr>
            <a:lvl6pPr marL="5876447" indent="0">
              <a:buNone/>
              <a:defRPr sz="4125" b="1"/>
            </a:lvl6pPr>
            <a:lvl7pPr marL="7051738" indent="0">
              <a:buNone/>
              <a:defRPr sz="4125" b="1"/>
            </a:lvl7pPr>
            <a:lvl8pPr marL="8227028" indent="0">
              <a:buNone/>
              <a:defRPr sz="4125" b="1"/>
            </a:lvl8pPr>
            <a:lvl9pPr marL="9402317" indent="0">
              <a:buNone/>
              <a:defRPr sz="412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1" y="13919204"/>
            <a:ext cx="12120564" cy="25288245"/>
          </a:xfrm>
        </p:spPr>
        <p:txBody>
          <a:bodyPr/>
          <a:lstStyle>
            <a:defPPr>
              <a:defRPr kern="1200"/>
            </a:defPPr>
            <a:lvl1pPr>
              <a:defRPr sz="6188"/>
            </a:lvl1pPr>
            <a:lvl2pPr>
              <a:defRPr sz="5125"/>
            </a:lvl2pPr>
            <a:lvl3pPr>
              <a:defRPr sz="4625"/>
            </a:lvl3pPr>
            <a:lvl4pPr>
              <a:defRPr sz="4125"/>
            </a:lvl4pPr>
            <a:lvl5pPr>
              <a:defRPr sz="4125"/>
            </a:lvl5pPr>
            <a:lvl6pPr>
              <a:defRPr sz="4125"/>
            </a:lvl6pPr>
            <a:lvl7pPr>
              <a:defRPr sz="4125"/>
            </a:lvl7pPr>
            <a:lvl8pPr>
              <a:defRPr sz="4125"/>
            </a:lvl8pPr>
            <a:lvl9pPr>
              <a:defRPr sz="4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935076" y="9824727"/>
            <a:ext cx="12125324" cy="409447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6188" b="1"/>
            </a:lvl1pPr>
            <a:lvl2pPr marL="1175290" indent="0">
              <a:buNone/>
              <a:defRPr sz="5125" b="1"/>
            </a:lvl2pPr>
            <a:lvl3pPr marL="2350579" indent="0">
              <a:buNone/>
              <a:defRPr sz="4625" b="1"/>
            </a:lvl3pPr>
            <a:lvl4pPr marL="3525869" indent="0">
              <a:buNone/>
              <a:defRPr sz="4125" b="1"/>
            </a:lvl4pPr>
            <a:lvl5pPr marL="4701159" indent="0">
              <a:buNone/>
              <a:defRPr sz="4125" b="1"/>
            </a:lvl5pPr>
            <a:lvl6pPr marL="5876447" indent="0">
              <a:buNone/>
              <a:defRPr sz="4125" b="1"/>
            </a:lvl6pPr>
            <a:lvl7pPr marL="7051738" indent="0">
              <a:buNone/>
              <a:defRPr sz="4125" b="1"/>
            </a:lvl7pPr>
            <a:lvl8pPr marL="8227028" indent="0">
              <a:buNone/>
              <a:defRPr sz="4125" b="1"/>
            </a:lvl8pPr>
            <a:lvl9pPr marL="9402317" indent="0">
              <a:buNone/>
              <a:defRPr sz="412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935076" y="13919204"/>
            <a:ext cx="12125324" cy="25288245"/>
          </a:xfrm>
        </p:spPr>
        <p:txBody>
          <a:bodyPr/>
          <a:lstStyle>
            <a:defPPr>
              <a:defRPr kern="1200"/>
            </a:defPPr>
            <a:lvl1pPr>
              <a:defRPr sz="6188"/>
            </a:lvl1pPr>
            <a:lvl2pPr>
              <a:defRPr sz="5125"/>
            </a:lvl2pPr>
            <a:lvl3pPr>
              <a:defRPr sz="4625"/>
            </a:lvl3pPr>
            <a:lvl4pPr>
              <a:defRPr sz="4125"/>
            </a:lvl4pPr>
            <a:lvl5pPr>
              <a:defRPr sz="4125"/>
            </a:lvl5pPr>
            <a:lvl6pPr>
              <a:defRPr sz="4125"/>
            </a:lvl6pPr>
            <a:lvl7pPr>
              <a:defRPr sz="4125"/>
            </a:lvl7pPr>
            <a:lvl8pPr>
              <a:defRPr sz="4125"/>
            </a:lvl8pPr>
            <a:lvl9pPr>
              <a:defRPr sz="4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330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1450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1478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8" y="1747520"/>
            <a:ext cx="9024939" cy="7437120"/>
          </a:xfrm>
        </p:spPr>
        <p:txBody>
          <a:bodyPr anchor="b"/>
          <a:lstStyle>
            <a:defPPr>
              <a:defRPr kern="1200"/>
            </a:defPPr>
            <a:lvl1pPr algn="l">
              <a:defRPr sz="5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25149" y="1747523"/>
            <a:ext cx="15335250" cy="37459925"/>
          </a:xfrm>
        </p:spPr>
        <p:txBody>
          <a:bodyPr/>
          <a:lstStyle>
            <a:defPPr>
              <a:defRPr kern="1200"/>
            </a:defPPr>
            <a:lvl1pPr>
              <a:defRPr sz="8251"/>
            </a:lvl1pPr>
            <a:lvl2pPr>
              <a:defRPr sz="7188"/>
            </a:lvl2pPr>
            <a:lvl3pPr>
              <a:defRPr sz="6188"/>
            </a:lvl3pPr>
            <a:lvl4pPr>
              <a:defRPr sz="5125"/>
            </a:lvl4pPr>
            <a:lvl5pPr>
              <a:defRPr sz="5125"/>
            </a:lvl5pPr>
            <a:lvl6pPr>
              <a:defRPr sz="5125"/>
            </a:lvl6pPr>
            <a:lvl7pPr>
              <a:defRPr sz="5125"/>
            </a:lvl7pPr>
            <a:lvl8pPr>
              <a:defRPr sz="5125"/>
            </a:lvl8pPr>
            <a:lvl9pPr>
              <a:defRPr sz="5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8" y="9184646"/>
            <a:ext cx="9024939" cy="30022803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625"/>
            </a:lvl1pPr>
            <a:lvl2pPr marL="1175290" indent="0">
              <a:buNone/>
              <a:defRPr sz="3062"/>
            </a:lvl2pPr>
            <a:lvl3pPr marL="2350579" indent="0">
              <a:buNone/>
              <a:defRPr sz="2562"/>
            </a:lvl3pPr>
            <a:lvl4pPr marL="3525869" indent="0">
              <a:buNone/>
              <a:defRPr sz="2312"/>
            </a:lvl4pPr>
            <a:lvl5pPr marL="4701159" indent="0">
              <a:buNone/>
              <a:defRPr sz="2312"/>
            </a:lvl5pPr>
            <a:lvl6pPr marL="5876447" indent="0">
              <a:buNone/>
              <a:defRPr sz="2312"/>
            </a:lvl6pPr>
            <a:lvl7pPr marL="7051738" indent="0">
              <a:buNone/>
              <a:defRPr sz="2312"/>
            </a:lvl7pPr>
            <a:lvl8pPr marL="8227028" indent="0">
              <a:buNone/>
              <a:defRPr sz="2312"/>
            </a:lvl8pPr>
            <a:lvl9pPr marL="9402317" indent="0">
              <a:buNone/>
              <a:defRPr sz="23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4970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6868" y="30723842"/>
            <a:ext cx="16459201" cy="3627125"/>
          </a:xfrm>
        </p:spPr>
        <p:txBody>
          <a:bodyPr anchor="b"/>
          <a:lstStyle>
            <a:defPPr>
              <a:defRPr kern="1200"/>
            </a:defPPr>
            <a:lvl1pPr algn="l">
              <a:defRPr sz="5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76868" y="3921761"/>
            <a:ext cx="16459201" cy="2633471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8251"/>
            </a:lvl1pPr>
            <a:lvl2pPr marL="1175290" indent="0">
              <a:buNone/>
              <a:defRPr sz="7188"/>
            </a:lvl2pPr>
            <a:lvl3pPr marL="2350579" indent="0">
              <a:buNone/>
              <a:defRPr sz="6188"/>
            </a:lvl3pPr>
            <a:lvl4pPr marL="3525869" indent="0">
              <a:buNone/>
              <a:defRPr sz="5125"/>
            </a:lvl4pPr>
            <a:lvl5pPr marL="4701159" indent="0">
              <a:buNone/>
              <a:defRPr sz="5125"/>
            </a:lvl5pPr>
            <a:lvl6pPr marL="5876447" indent="0">
              <a:buNone/>
              <a:defRPr sz="5125"/>
            </a:lvl6pPr>
            <a:lvl7pPr marL="7051738" indent="0">
              <a:buNone/>
              <a:defRPr sz="5125"/>
            </a:lvl7pPr>
            <a:lvl8pPr marL="8227028" indent="0">
              <a:buNone/>
              <a:defRPr sz="5125"/>
            </a:lvl8pPr>
            <a:lvl9pPr marL="9402317" indent="0">
              <a:buNone/>
              <a:defRPr sz="512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76868" y="34350966"/>
            <a:ext cx="16459201" cy="5151117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625"/>
            </a:lvl1pPr>
            <a:lvl2pPr marL="1175290" indent="0">
              <a:buNone/>
              <a:defRPr sz="3062"/>
            </a:lvl2pPr>
            <a:lvl3pPr marL="2350579" indent="0">
              <a:buNone/>
              <a:defRPr sz="2562"/>
            </a:lvl3pPr>
            <a:lvl4pPr marL="3525869" indent="0">
              <a:buNone/>
              <a:defRPr sz="2312"/>
            </a:lvl4pPr>
            <a:lvl5pPr marL="4701159" indent="0">
              <a:buNone/>
              <a:defRPr sz="2312"/>
            </a:lvl5pPr>
            <a:lvl6pPr marL="5876447" indent="0">
              <a:buNone/>
              <a:defRPr sz="2312"/>
            </a:lvl6pPr>
            <a:lvl7pPr marL="7051738" indent="0">
              <a:buNone/>
              <a:defRPr sz="2312"/>
            </a:lvl7pPr>
            <a:lvl8pPr marL="8227028" indent="0">
              <a:buNone/>
              <a:defRPr sz="2312"/>
            </a:lvl8pPr>
            <a:lvl9pPr marL="9402317" indent="0">
              <a:buNone/>
              <a:defRPr sz="23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2618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248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888201" y="1757691"/>
            <a:ext cx="6172200" cy="37449761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4" y="1757691"/>
            <a:ext cx="18059399" cy="37449761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7228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1" y="1757685"/>
            <a:ext cx="24688798" cy="7315200"/>
          </a:xfrm>
          <a:prstGeom prst="rect">
            <a:avLst/>
          </a:prstGeom>
        </p:spPr>
        <p:txBody>
          <a:bodyPr vert="horz" lIns="376108" tIns="188056" rIns="376108" bIns="188056" rtlCol="0" anchor="ctr">
            <a:normAutofit/>
          </a:bodyPr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10241282"/>
            <a:ext cx="24688798" cy="28966165"/>
          </a:xfrm>
          <a:prstGeom prst="rect">
            <a:avLst/>
          </a:prstGeom>
        </p:spPr>
        <p:txBody>
          <a:bodyPr vert="horz" lIns="376108" tIns="188056" rIns="376108" bIns="188056" rtlCol="0">
            <a:normAutofit/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40680653"/>
            <a:ext cx="6400800" cy="2336800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l">
              <a:defRPr sz="30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EE5B7-680E-44FF-962F-3113FAB5030E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72601" y="40680653"/>
            <a:ext cx="8686800" cy="2336800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ctr">
              <a:defRPr sz="30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659601" y="40680653"/>
            <a:ext cx="6400800" cy="2336800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r">
              <a:defRPr sz="30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0418233" y="22273685"/>
            <a:ext cx="14274800" cy="3280833"/>
          </a:xfrm>
          <a:prstGeom prst="rect">
            <a:avLst/>
          </a:prstGeom>
        </p:spPr>
      </p:pic>
      <p:pic>
        <p:nvPicPr>
          <p:cNvPr id="8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3575433" y="22273685"/>
            <a:ext cx="14274800" cy="3280833"/>
          </a:xfrm>
          <a:prstGeom prst="rect">
            <a:avLst/>
          </a:prstGeom>
        </p:spPr>
      </p:pic>
      <p:pic>
        <p:nvPicPr>
          <p:cNvPr id="9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222375" y="44399202"/>
            <a:ext cx="24987250" cy="1460501"/>
          </a:xfrm>
          <a:prstGeom prst="rect">
            <a:avLst/>
          </a:prstGeom>
        </p:spPr>
      </p:pic>
      <p:sp>
        <p:nvSpPr>
          <p:cNvPr id="10" name="New shape"/>
          <p:cNvSpPr/>
          <p:nvPr/>
        </p:nvSpPr>
        <p:spPr>
          <a:xfrm>
            <a:off x="1222375" y="44970701"/>
            <a:ext cx="137160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833">
                <a:solidFill>
                  <a:srgbClr val="808080"/>
                </a:solidFill>
              </a:rPr>
              <a:t>Template ID: imaginativearctic  Size: 36x48</a:t>
            </a:r>
          </a:p>
        </p:txBody>
      </p:sp>
    </p:spTree>
    <p:extLst>
      <p:ext uri="{BB962C8B-B14F-4D97-AF65-F5344CB8AC3E}">
        <p14:creationId xmlns:p14="http://schemas.microsoft.com/office/powerpoint/2010/main" val="265923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  <p:sldLayoutId id="2147484268" r:id="rId8"/>
    <p:sldLayoutId id="2147484269" r:id="rId9"/>
    <p:sldLayoutId id="2147484270" r:id="rId10"/>
    <p:sldLayoutId id="2147484271" r:id="rId11"/>
  </p:sldLayoutIdLst>
  <p:transition/>
  <p:txStyles>
    <p:titleStyle>
      <a:defPPr>
        <a:defRPr kern="1200"/>
      </a:defPPr>
      <a:lvl1pPr algn="ctr" defTabSz="2350579" rtl="0" eaLnBrk="1" latinLnBrk="0" hangingPunct="1">
        <a:spcBef>
          <a:spcPct val="0"/>
        </a:spcBef>
        <a:buNone/>
        <a:defRPr sz="113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>
        <a:defRPr kern="1200"/>
      </a:defPPr>
      <a:lvl1pPr marL="881466" indent="-881466" algn="l" defTabSz="2350579" rtl="0" eaLnBrk="1" latinLnBrk="0" hangingPunct="1">
        <a:spcBef>
          <a:spcPct val="20000"/>
        </a:spcBef>
        <a:buFont typeface="Arial" pitchFamily="34" charset="0"/>
        <a:buChar char="•"/>
        <a:defRPr sz="8251" kern="1200">
          <a:solidFill>
            <a:schemeClr val="tx1"/>
          </a:solidFill>
          <a:latin typeface="+mn-lt"/>
          <a:ea typeface="+mn-ea"/>
          <a:cs typeface="+mn-cs"/>
        </a:defRPr>
      </a:lvl1pPr>
      <a:lvl2pPr marL="1909847" indent="-734556" algn="l" defTabSz="2350579" rtl="0" eaLnBrk="1" latinLnBrk="0" hangingPunct="1">
        <a:spcBef>
          <a:spcPct val="20000"/>
        </a:spcBef>
        <a:buFont typeface="Arial" pitchFamily="34" charset="0"/>
        <a:buChar char="–"/>
        <a:defRPr sz="7188" kern="1200">
          <a:solidFill>
            <a:schemeClr val="tx1"/>
          </a:solidFill>
          <a:latin typeface="+mn-lt"/>
          <a:ea typeface="+mn-ea"/>
          <a:cs typeface="+mn-cs"/>
        </a:defRPr>
      </a:lvl2pPr>
      <a:lvl3pPr marL="2938224" indent="-587645" algn="l" defTabSz="2350579" rtl="0" eaLnBrk="1" latinLnBrk="0" hangingPunct="1">
        <a:spcBef>
          <a:spcPct val="20000"/>
        </a:spcBef>
        <a:buFont typeface="Arial" pitchFamily="34" charset="0"/>
        <a:buChar char="•"/>
        <a:defRPr sz="6188" kern="1200">
          <a:solidFill>
            <a:schemeClr val="tx1"/>
          </a:solidFill>
          <a:latin typeface="+mn-lt"/>
          <a:ea typeface="+mn-ea"/>
          <a:cs typeface="+mn-cs"/>
        </a:defRPr>
      </a:lvl3pPr>
      <a:lvl4pPr marL="4113515" indent="-587645" algn="l" defTabSz="2350579" rtl="0" eaLnBrk="1" latinLnBrk="0" hangingPunct="1">
        <a:spcBef>
          <a:spcPct val="20000"/>
        </a:spcBef>
        <a:buFont typeface="Arial" pitchFamily="34" charset="0"/>
        <a:buChar char="–"/>
        <a:defRPr sz="5125" kern="1200">
          <a:solidFill>
            <a:schemeClr val="tx1"/>
          </a:solidFill>
          <a:latin typeface="+mn-lt"/>
          <a:ea typeface="+mn-ea"/>
          <a:cs typeface="+mn-cs"/>
        </a:defRPr>
      </a:lvl4pPr>
      <a:lvl5pPr marL="5288803" indent="-587645" algn="l" defTabSz="2350579" rtl="0" eaLnBrk="1" latinLnBrk="0" hangingPunct="1">
        <a:spcBef>
          <a:spcPct val="20000"/>
        </a:spcBef>
        <a:buFont typeface="Arial" pitchFamily="34" charset="0"/>
        <a:buChar char="»"/>
        <a:defRPr sz="5125" kern="1200">
          <a:solidFill>
            <a:schemeClr val="tx1"/>
          </a:solidFill>
          <a:latin typeface="+mn-lt"/>
          <a:ea typeface="+mn-ea"/>
          <a:cs typeface="+mn-cs"/>
        </a:defRPr>
      </a:lvl5pPr>
      <a:lvl6pPr marL="6464092" indent="-587645" algn="l" defTabSz="2350579" rtl="0" eaLnBrk="1" latinLnBrk="0" hangingPunct="1">
        <a:spcBef>
          <a:spcPct val="20000"/>
        </a:spcBef>
        <a:buFont typeface="Arial" pitchFamily="34" charset="0"/>
        <a:buChar char="•"/>
        <a:defRPr sz="5125" kern="1200">
          <a:solidFill>
            <a:schemeClr val="tx1"/>
          </a:solidFill>
          <a:latin typeface="+mn-lt"/>
          <a:ea typeface="+mn-ea"/>
          <a:cs typeface="+mn-cs"/>
        </a:defRPr>
      </a:lvl6pPr>
      <a:lvl7pPr marL="7639383" indent="-587645" algn="l" defTabSz="2350579" rtl="0" eaLnBrk="1" latinLnBrk="0" hangingPunct="1">
        <a:spcBef>
          <a:spcPct val="20000"/>
        </a:spcBef>
        <a:buFont typeface="Arial" pitchFamily="34" charset="0"/>
        <a:buChar char="•"/>
        <a:defRPr sz="5125" kern="1200">
          <a:solidFill>
            <a:schemeClr val="tx1"/>
          </a:solidFill>
          <a:latin typeface="+mn-lt"/>
          <a:ea typeface="+mn-ea"/>
          <a:cs typeface="+mn-cs"/>
        </a:defRPr>
      </a:lvl7pPr>
      <a:lvl8pPr marL="8814672" indent="-587645" algn="l" defTabSz="2350579" rtl="0" eaLnBrk="1" latinLnBrk="0" hangingPunct="1">
        <a:spcBef>
          <a:spcPct val="20000"/>
        </a:spcBef>
        <a:buFont typeface="Arial" pitchFamily="34" charset="0"/>
        <a:buChar char="•"/>
        <a:defRPr sz="5125" kern="1200">
          <a:solidFill>
            <a:schemeClr val="tx1"/>
          </a:solidFill>
          <a:latin typeface="+mn-lt"/>
          <a:ea typeface="+mn-ea"/>
          <a:cs typeface="+mn-cs"/>
        </a:defRPr>
      </a:lvl8pPr>
      <a:lvl9pPr marL="9989961" indent="-587645" algn="l" defTabSz="2350579" rtl="0" eaLnBrk="1" latinLnBrk="0" hangingPunct="1">
        <a:spcBef>
          <a:spcPct val="20000"/>
        </a:spcBef>
        <a:buFont typeface="Arial" pitchFamily="34" charset="0"/>
        <a:buChar char="•"/>
        <a:defRPr sz="5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50579" rtl="0" eaLnBrk="1" latinLnBrk="0" hangingPunct="1">
        <a:defRPr sz="4625" kern="1200">
          <a:solidFill>
            <a:schemeClr val="tx1"/>
          </a:solidFill>
          <a:latin typeface="+mn-lt"/>
          <a:ea typeface="+mn-ea"/>
          <a:cs typeface="+mn-cs"/>
        </a:defRPr>
      </a:lvl1pPr>
      <a:lvl2pPr marL="1175290" algn="l" defTabSz="2350579" rtl="0" eaLnBrk="1" latinLnBrk="0" hangingPunct="1">
        <a:defRPr sz="4625" kern="1200">
          <a:solidFill>
            <a:schemeClr val="tx1"/>
          </a:solidFill>
          <a:latin typeface="+mn-lt"/>
          <a:ea typeface="+mn-ea"/>
          <a:cs typeface="+mn-cs"/>
        </a:defRPr>
      </a:lvl2pPr>
      <a:lvl3pPr marL="2350579" algn="l" defTabSz="2350579" rtl="0" eaLnBrk="1" latinLnBrk="0" hangingPunct="1">
        <a:defRPr sz="4625" kern="1200">
          <a:solidFill>
            <a:schemeClr val="tx1"/>
          </a:solidFill>
          <a:latin typeface="+mn-lt"/>
          <a:ea typeface="+mn-ea"/>
          <a:cs typeface="+mn-cs"/>
        </a:defRPr>
      </a:lvl3pPr>
      <a:lvl4pPr marL="3525869" algn="l" defTabSz="2350579" rtl="0" eaLnBrk="1" latinLnBrk="0" hangingPunct="1">
        <a:defRPr sz="4625" kern="1200">
          <a:solidFill>
            <a:schemeClr val="tx1"/>
          </a:solidFill>
          <a:latin typeface="+mn-lt"/>
          <a:ea typeface="+mn-ea"/>
          <a:cs typeface="+mn-cs"/>
        </a:defRPr>
      </a:lvl4pPr>
      <a:lvl5pPr marL="4701159" algn="l" defTabSz="2350579" rtl="0" eaLnBrk="1" latinLnBrk="0" hangingPunct="1">
        <a:defRPr sz="4625" kern="1200">
          <a:solidFill>
            <a:schemeClr val="tx1"/>
          </a:solidFill>
          <a:latin typeface="+mn-lt"/>
          <a:ea typeface="+mn-ea"/>
          <a:cs typeface="+mn-cs"/>
        </a:defRPr>
      </a:lvl5pPr>
      <a:lvl6pPr marL="5876447" algn="l" defTabSz="2350579" rtl="0" eaLnBrk="1" latinLnBrk="0" hangingPunct="1">
        <a:defRPr sz="4625" kern="1200">
          <a:solidFill>
            <a:schemeClr val="tx1"/>
          </a:solidFill>
          <a:latin typeface="+mn-lt"/>
          <a:ea typeface="+mn-ea"/>
          <a:cs typeface="+mn-cs"/>
        </a:defRPr>
      </a:lvl6pPr>
      <a:lvl7pPr marL="7051738" algn="l" defTabSz="2350579" rtl="0" eaLnBrk="1" latinLnBrk="0" hangingPunct="1">
        <a:defRPr sz="4625" kern="1200">
          <a:solidFill>
            <a:schemeClr val="tx1"/>
          </a:solidFill>
          <a:latin typeface="+mn-lt"/>
          <a:ea typeface="+mn-ea"/>
          <a:cs typeface="+mn-cs"/>
        </a:defRPr>
      </a:lvl7pPr>
      <a:lvl8pPr marL="8227028" algn="l" defTabSz="2350579" rtl="0" eaLnBrk="1" latinLnBrk="0" hangingPunct="1">
        <a:defRPr sz="4625" kern="1200">
          <a:solidFill>
            <a:schemeClr val="tx1"/>
          </a:solidFill>
          <a:latin typeface="+mn-lt"/>
          <a:ea typeface="+mn-ea"/>
          <a:cs typeface="+mn-cs"/>
        </a:defRPr>
      </a:lvl8pPr>
      <a:lvl9pPr marL="9402317" algn="l" defTabSz="2350579" rtl="0" eaLnBrk="1" latinLnBrk="0" hangingPunct="1">
        <a:defRPr sz="46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-895351" y="-1174908"/>
            <a:ext cx="29222702" cy="4506610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4625" dirty="0">
              <a:latin typeface="Abadi" panose="020B0604020104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xmlns="" id="{6D7E552C-1772-4823-85F9-F890B5C38EB1}"/>
              </a:ext>
            </a:extLst>
          </p:cNvPr>
          <p:cNvSpPr/>
          <p:nvPr/>
        </p:nvSpPr>
        <p:spPr>
          <a:xfrm flipH="1">
            <a:off x="-2735267" y="-1080941"/>
            <a:ext cx="3192467" cy="4506610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625">
              <a:latin typeface="Abadi" panose="020B0604020104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xmlns="" id="{4AAF109D-AB76-405F-9BEE-186938958B9E}"/>
              </a:ext>
            </a:extLst>
          </p:cNvPr>
          <p:cNvSpPr/>
          <p:nvPr/>
        </p:nvSpPr>
        <p:spPr>
          <a:xfrm>
            <a:off x="26898600" y="-1268875"/>
            <a:ext cx="1412745" cy="4516007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625">
              <a:latin typeface="Abadi" panose="020B0604020104020204" pitchFamily="34" charset="0"/>
            </a:endParaRPr>
          </a:p>
        </p:txBody>
      </p:sp>
      <p:sp>
        <p:nvSpPr>
          <p:cNvPr id="53" name="TextBox 19">
            <a:extLst>
              <a:ext uri="{FF2B5EF4-FFF2-40B4-BE49-F238E27FC236}">
                <a16:creationId xmlns:a16="http://schemas.microsoft.com/office/drawing/2014/main" xmlns="" id="{5FC06FC9-CAC2-4587-A6C7-2139AE704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129" y="8605973"/>
            <a:ext cx="11556480" cy="4120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7137" tIns="28568" rIns="57137" bIns="28568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4800" dirty="0"/>
              <a:t>In a laser printer, electrostatic force is fundamental to the printing process, primarily involving the interaction between charged components: the photosensitive drum, toner particles, and paper. </a:t>
            </a:r>
            <a:endParaRPr lang="en-US" sz="4800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4" name="Rectangle 10">
            <a:extLst>
              <a:ext uri="{FF2B5EF4-FFF2-40B4-BE49-F238E27FC236}">
                <a16:creationId xmlns:a16="http://schemas.microsoft.com/office/drawing/2014/main" xmlns="" id="{4804540C-AABA-457C-88EF-3512E7CCE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2490" y="7737670"/>
            <a:ext cx="11618119" cy="762000"/>
          </a:xfrm>
          <a:prstGeom prst="rect">
            <a:avLst/>
          </a:prstGeom>
          <a:solidFill>
            <a:schemeClr val="accent5"/>
          </a:solidFill>
          <a:ln w="12700">
            <a:noFill/>
            <a:miter lim="800000"/>
          </a:ln>
        </p:spPr>
        <p:txBody>
          <a:bodyPr wrap="none" lIns="171450" tIns="45720" rIns="171450" bIns="42853" anchor="ctr" anchorCtr="0"/>
          <a:lstStyle>
            <a:defPPr>
              <a:defRPr kern="1200"/>
            </a:defPPr>
          </a:lstStyle>
          <a:p>
            <a:pPr algn="ctr" defTabSz="2938992">
              <a:defRPr/>
            </a:pPr>
            <a:r>
              <a:rPr lang="en-US" sz="6666" b="1" dirty="0">
                <a:solidFill>
                  <a:schemeClr val="bg1"/>
                </a:solidFill>
                <a:latin typeface="Abadi" panose="020B0604020104020204" pitchFamily="34" charset="0"/>
              </a:rPr>
              <a:t>Introduction</a:t>
            </a:r>
          </a:p>
        </p:txBody>
      </p:sp>
      <p:sp>
        <p:nvSpPr>
          <p:cNvPr id="88" name="Rectangle 10">
            <a:extLst>
              <a:ext uri="{FF2B5EF4-FFF2-40B4-BE49-F238E27FC236}">
                <a16:creationId xmlns:a16="http://schemas.microsoft.com/office/drawing/2014/main" xmlns="" id="{971C1DFB-15E8-4014-9132-6DF5B858E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5113" y="16913285"/>
            <a:ext cx="11618119" cy="762000"/>
          </a:xfrm>
          <a:prstGeom prst="rect">
            <a:avLst/>
          </a:prstGeom>
          <a:solidFill>
            <a:schemeClr val="accent5"/>
          </a:solidFill>
          <a:ln w="12700">
            <a:noFill/>
            <a:miter lim="800000"/>
          </a:ln>
        </p:spPr>
        <p:txBody>
          <a:bodyPr wrap="none" lIns="171450" tIns="45720" rIns="171450" bIns="42853" anchor="ctr" anchorCtr="0"/>
          <a:lstStyle>
            <a:defPPr>
              <a:defRPr kern="1200"/>
            </a:defPPr>
          </a:lstStyle>
          <a:p>
            <a:pPr algn="ctr" defTabSz="2938992">
              <a:defRPr/>
            </a:pPr>
            <a:r>
              <a:rPr lang="en-US" sz="6666" b="1" dirty="0">
                <a:solidFill>
                  <a:schemeClr val="bg1"/>
                </a:solidFill>
                <a:latin typeface="Abadi" panose="020B0604020104020204" pitchFamily="34" charset="0"/>
              </a:rPr>
              <a:t>Laser Printer Features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xmlns="" id="{88C3F21E-D6DA-4BED-ACDF-C8F39E7CE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5277" y="7588624"/>
            <a:ext cx="11618119" cy="762000"/>
          </a:xfrm>
          <a:prstGeom prst="rect">
            <a:avLst/>
          </a:prstGeom>
          <a:solidFill>
            <a:schemeClr val="accent5"/>
          </a:solidFill>
          <a:ln w="12700">
            <a:noFill/>
            <a:miter lim="800000"/>
          </a:ln>
        </p:spPr>
        <p:txBody>
          <a:bodyPr wrap="none" lIns="171450" tIns="45720" rIns="171450" bIns="42853" anchor="ctr" anchorCtr="0"/>
          <a:lstStyle>
            <a:defPPr>
              <a:defRPr kern="1200"/>
            </a:defPPr>
          </a:lstStyle>
          <a:p>
            <a:pPr algn="ctr" defTabSz="2938992">
              <a:defRPr/>
            </a:pPr>
            <a:r>
              <a:rPr lang="en-US" sz="6666" b="1" dirty="0">
                <a:solidFill>
                  <a:schemeClr val="bg1"/>
                </a:solidFill>
                <a:latin typeface="Abadi" panose="020B0604020104020204" pitchFamily="34" charset="0"/>
              </a:rPr>
              <a:t>Advantages of Laser Printing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xmlns="" id="{B6D7012D-0566-7C6D-5BB9-69C54F3B9E08}"/>
              </a:ext>
            </a:extLst>
          </p:cNvPr>
          <p:cNvSpPr txBox="1"/>
          <p:nvPr/>
        </p:nvSpPr>
        <p:spPr>
          <a:xfrm>
            <a:off x="5618979" y="874717"/>
            <a:ext cx="7990487" cy="37692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350579">
              <a:spcBef>
                <a:spcPct val="20000"/>
              </a:spcBef>
              <a:defRPr/>
            </a:pPr>
            <a:r>
              <a:rPr lang="en-US" sz="360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Physics-1 [Fall 2023-24]</a:t>
            </a:r>
          </a:p>
          <a:p>
            <a:pPr defTabSz="2350579">
              <a:spcBef>
                <a:spcPct val="20000"/>
              </a:spcBef>
              <a:defRPr/>
            </a:pPr>
            <a:r>
              <a:rPr lang="en-US" sz="3600" b="1" dirty="0">
                <a:solidFill>
                  <a:schemeClr val="tx1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Department of Physics (FST)</a:t>
            </a:r>
          </a:p>
          <a:p>
            <a:pPr defTabSz="2350579">
              <a:spcBef>
                <a:spcPct val="20000"/>
              </a:spcBef>
              <a:defRPr/>
            </a:pPr>
            <a:r>
              <a:rPr lang="en-US" sz="3600" b="1" dirty="0">
                <a:solidFill>
                  <a:schemeClr val="tx1"/>
                </a:solidFill>
                <a:latin typeface="Georgia Pro Semibold" panose="02040702050405020303" pitchFamily="18" charset="0"/>
              </a:rPr>
              <a:t>AMERICAN INTERNATIONAL UNIVERSITY–BANGLADESH (AIUB)</a:t>
            </a:r>
            <a:endParaRPr lang="en-US" sz="3600" b="1" dirty="0">
              <a:solidFill>
                <a:schemeClr val="tx1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defTabSz="2350579">
              <a:spcBef>
                <a:spcPct val="20000"/>
              </a:spcBef>
              <a:defRPr/>
            </a:pPr>
            <a:endParaRPr lang="en-US" sz="3600" b="1" dirty="0">
              <a:solidFill>
                <a:schemeClr val="tx1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defTabSz="2350579">
              <a:spcBef>
                <a:spcPct val="20000"/>
              </a:spcBef>
              <a:defRPr/>
            </a:pPr>
            <a:r>
              <a:rPr lang="en-US" sz="40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Faculty – </a:t>
            </a:r>
            <a:r>
              <a:rPr lang="en-US" sz="40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Mst</a:t>
            </a:r>
            <a:r>
              <a:rPr lang="en-US" sz="40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 </a:t>
            </a:r>
            <a:r>
              <a:rPr lang="en-US" sz="40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Ummay</a:t>
            </a:r>
            <a:r>
              <a:rPr lang="en-US" sz="40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Sumaya</a:t>
            </a:r>
            <a:endParaRPr lang="en-US" sz="138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xmlns="" id="{3B7CAF88-603B-734B-E6B5-07793541E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02466" y="736541"/>
            <a:ext cx="4290827" cy="42908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E772882-42AD-1DDB-1E77-3C5BE60D35CA}"/>
              </a:ext>
            </a:extLst>
          </p:cNvPr>
          <p:cNvSpPr txBox="1"/>
          <p:nvPr/>
        </p:nvSpPr>
        <p:spPr>
          <a:xfrm>
            <a:off x="4661977" y="5251451"/>
            <a:ext cx="17393544" cy="206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66" b="1" u="sng" dirty="0">
                <a:latin typeface="Abadi" panose="020B0604020104020204" pitchFamily="34" charset="0"/>
              </a:rPr>
              <a:t>Laser Printer</a:t>
            </a:r>
          </a:p>
          <a:p>
            <a:r>
              <a:rPr lang="en-US" sz="6166" dirty="0">
                <a:latin typeface="Abadi" panose="020B0604020104020204" pitchFamily="34" charset="0"/>
              </a:rPr>
              <a:t>The application of forces between charged bodies.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xmlns="" id="{C9A11B1E-4372-CF5A-326B-1791C79C4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848" y="12863087"/>
            <a:ext cx="11618119" cy="762000"/>
          </a:xfrm>
          <a:prstGeom prst="rect">
            <a:avLst/>
          </a:prstGeom>
          <a:solidFill>
            <a:schemeClr val="accent5"/>
          </a:solidFill>
          <a:ln w="12700">
            <a:noFill/>
            <a:miter lim="800000"/>
          </a:ln>
        </p:spPr>
        <p:txBody>
          <a:bodyPr wrap="none" lIns="171450" tIns="45720" rIns="171450" bIns="42853" anchor="ctr" anchorCtr="0"/>
          <a:lstStyle>
            <a:defPPr>
              <a:defRPr kern="1200"/>
            </a:defPPr>
          </a:lstStyle>
          <a:p>
            <a:pPr algn="ctr" defTabSz="2938992">
              <a:defRPr/>
            </a:pPr>
            <a:r>
              <a:rPr lang="en-US" sz="6666" dirty="0">
                <a:solidFill>
                  <a:schemeClr val="bg1"/>
                </a:solidFill>
                <a:latin typeface="18 Khebrat Musamim" pitchFamily="50" charset="0"/>
                <a:cs typeface="18 Khebrat Musamim" pitchFamily="50" charset="0"/>
              </a:rPr>
              <a:t>How Electrostatic Force Work</a:t>
            </a: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xmlns="" id="{207DB1DC-283A-EE04-82A5-287BD60C2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15546" y="8571030"/>
            <a:ext cx="11839017" cy="3381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7137" tIns="28568" rIns="57137" bIns="28568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US" sz="5400" dirty="0">
                <a:latin typeface="Abadi" panose="020B0604020104020204" pitchFamily="34" charset="0"/>
              </a:rPr>
              <a:t> High-speed printing capabilities.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400" dirty="0">
                <a:latin typeface="Abadi" panose="020B0604020104020204" pitchFamily="34" charset="0"/>
              </a:rPr>
              <a:t> Exceptional print quality and resolution.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400" dirty="0">
                <a:latin typeface="Abadi" panose="020B0604020104020204" pitchFamily="34" charset="0"/>
              </a:rPr>
              <a:t> Cost-effective in the long run.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xmlns="" id="{B9A60399-3F2A-CD5B-2E96-0C783D8F8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7015" y="12183529"/>
            <a:ext cx="11618119" cy="762000"/>
          </a:xfrm>
          <a:prstGeom prst="rect">
            <a:avLst/>
          </a:prstGeom>
          <a:solidFill>
            <a:schemeClr val="accent5"/>
          </a:solidFill>
          <a:ln w="12700">
            <a:noFill/>
            <a:miter lim="800000"/>
          </a:ln>
        </p:spPr>
        <p:txBody>
          <a:bodyPr wrap="none" lIns="171450" tIns="45720" rIns="171450" bIns="42853" anchor="ctr" anchorCtr="0"/>
          <a:lstStyle>
            <a:defPPr>
              <a:defRPr kern="1200"/>
            </a:defPPr>
          </a:lstStyle>
          <a:p>
            <a:pPr algn="ctr" defTabSz="2938992">
              <a:defRPr/>
            </a:pPr>
            <a:r>
              <a:rPr lang="en-US" sz="6666" b="1" dirty="0">
                <a:solidFill>
                  <a:schemeClr val="bg1"/>
                </a:solidFill>
                <a:latin typeface="Abadi" panose="020B0604020104020204" pitchFamily="34" charset="0"/>
              </a:rPr>
              <a:t>Applications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xmlns="" id="{CAD73BD5-0E36-0C85-6973-61860A9FB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62128" y="13214149"/>
            <a:ext cx="11570326" cy="3381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7137" tIns="28568" rIns="57137" bIns="28568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sz="5400" dirty="0">
                <a:latin typeface="Abadi" panose="020B0604020104020204" pitchFamily="34" charset="0"/>
              </a:rPr>
              <a:t>  Versatility in printing documents, graphics, and  photos.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5400" dirty="0">
                <a:latin typeface="Abadi" panose="020B0604020104020204" pitchFamily="34" charset="0"/>
              </a:rPr>
              <a:t>  Ideal for business, academic, and personal use.</a:t>
            </a:r>
          </a:p>
        </p:txBody>
      </p:sp>
      <p:pic>
        <p:nvPicPr>
          <p:cNvPr id="23" name="Picture 22" descr="A diagram of a laser beam">
            <a:extLst>
              <a:ext uri="{FF2B5EF4-FFF2-40B4-BE49-F238E27FC236}">
                <a16:creationId xmlns:a16="http://schemas.microsoft.com/office/drawing/2014/main" xmlns="" id="{D3FFFD6C-CC23-86E0-18CC-28DEE92F3F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260" y="34649892"/>
            <a:ext cx="8697651" cy="4123997"/>
          </a:xfrm>
          <a:prstGeom prst="rect">
            <a:avLst/>
          </a:prstGeom>
        </p:spPr>
      </p:pic>
      <p:sp>
        <p:nvSpPr>
          <p:cNvPr id="27" name="TextBox 19">
            <a:extLst>
              <a:ext uri="{FF2B5EF4-FFF2-40B4-BE49-F238E27FC236}">
                <a16:creationId xmlns:a16="http://schemas.microsoft.com/office/drawing/2014/main" xmlns="" id="{D5BCB6B6-B62B-018C-2203-A7661FEC5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65113" y="17797056"/>
            <a:ext cx="11979102" cy="3381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7137" tIns="28568" rIns="57137" bIns="28568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US" sz="5400" dirty="0" smtClean="0">
                <a:latin typeface="Abadi" panose="020B0604020104020204" pitchFamily="34" charset="0"/>
              </a:rPr>
              <a:t> Automatic </a:t>
            </a:r>
            <a:r>
              <a:rPr lang="en-US" sz="5400" dirty="0">
                <a:latin typeface="Abadi" panose="020B0604020104020204" pitchFamily="34" charset="0"/>
              </a:rPr>
              <a:t>duplex printing.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400" dirty="0" smtClean="0">
                <a:latin typeface="Abadi" panose="020B0604020104020204" pitchFamily="34" charset="0"/>
              </a:rPr>
              <a:t> Wireless </a:t>
            </a:r>
            <a:r>
              <a:rPr lang="en-US" sz="5400" dirty="0">
                <a:latin typeface="Abadi" panose="020B0604020104020204" pitchFamily="34" charset="0"/>
              </a:rPr>
              <a:t>connectivity options.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400" dirty="0" smtClean="0">
                <a:latin typeface="Abadi" panose="020B0604020104020204" pitchFamily="34" charset="0"/>
              </a:rPr>
              <a:t> Energy-efficient </a:t>
            </a:r>
            <a:r>
              <a:rPr lang="en-US" sz="5400" dirty="0">
                <a:latin typeface="Abadi" panose="020B0604020104020204" pitchFamily="34" charset="0"/>
              </a:rPr>
              <a:t>and environmentally friendly.</a:t>
            </a:r>
          </a:p>
        </p:txBody>
      </p:sp>
      <p:pic>
        <p:nvPicPr>
          <p:cNvPr id="29" name="Picture 28" descr="A diagram of a printing machine">
            <a:extLst>
              <a:ext uri="{FF2B5EF4-FFF2-40B4-BE49-F238E27FC236}">
                <a16:creationId xmlns:a16="http://schemas.microsoft.com/office/drawing/2014/main" xmlns="" id="{ADF7E809-E638-9624-65C8-6A9D84D658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417" y="21539076"/>
            <a:ext cx="11568126" cy="7721724"/>
          </a:xfrm>
          <a:prstGeom prst="rect">
            <a:avLst/>
          </a:prstGeom>
        </p:spPr>
      </p:pic>
      <p:pic>
        <p:nvPicPr>
          <p:cNvPr id="31" name="Picture 30" descr="A hand in blue glove holding a black printer cartridge">
            <a:extLst>
              <a:ext uri="{FF2B5EF4-FFF2-40B4-BE49-F238E27FC236}">
                <a16:creationId xmlns:a16="http://schemas.microsoft.com/office/drawing/2014/main" xmlns="" id="{BD7094EC-A29E-1BFB-8EA8-80F0948AAE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2377" y="29491618"/>
            <a:ext cx="11285357" cy="4932412"/>
          </a:xfrm>
          <a:prstGeom prst="rect">
            <a:avLst/>
          </a:prstGeom>
        </p:spPr>
      </p:pic>
      <p:sp>
        <p:nvSpPr>
          <p:cNvPr id="32" name="Rectangle 10">
            <a:extLst>
              <a:ext uri="{FF2B5EF4-FFF2-40B4-BE49-F238E27FC236}">
                <a16:creationId xmlns:a16="http://schemas.microsoft.com/office/drawing/2014/main" xmlns="" id="{E7E84A0E-A7F2-89A7-ADCD-D104BEF89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5113" y="34517997"/>
            <a:ext cx="11618119" cy="762000"/>
          </a:xfrm>
          <a:prstGeom prst="rect">
            <a:avLst/>
          </a:prstGeom>
          <a:solidFill>
            <a:schemeClr val="accent5"/>
          </a:solidFill>
          <a:ln w="12700">
            <a:noFill/>
            <a:miter lim="800000"/>
          </a:ln>
        </p:spPr>
        <p:txBody>
          <a:bodyPr wrap="none" lIns="171450" tIns="45720" rIns="171450" bIns="42853" anchor="ctr" anchorCtr="0"/>
          <a:lstStyle>
            <a:defPPr>
              <a:defRPr kern="1200"/>
            </a:defPPr>
          </a:lstStyle>
          <a:p>
            <a:pPr algn="ctr" defTabSz="2938992">
              <a:defRPr/>
            </a:pPr>
            <a:r>
              <a:rPr lang="en-US" sz="6666" b="1" dirty="0">
                <a:solidFill>
                  <a:schemeClr val="bg1"/>
                </a:solidFill>
                <a:latin typeface="Abadi" panose="020B0604020104020204" pitchFamily="34" charset="0"/>
              </a:rPr>
              <a:t>Conclusion</a:t>
            </a:r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xmlns="" id="{9C0D5916-11C3-067F-48FE-60111838F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04951" y="35401768"/>
            <a:ext cx="11958773" cy="8367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7137" tIns="28568" rIns="57137" bIns="28568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/>
            <a:r>
              <a:rPr lang="en-US" sz="5400" dirty="0"/>
              <a:t>These equations outline the fundamental principles underlying the electrostatic forces at play in a laser printer. However, the intricate dynamics within the printer, including material properties, charge interactions, and system complexities, necessitate more elaborate models for precise calculations and optimization in real-world printing scenarios.</a:t>
            </a:r>
            <a:endParaRPr lang="en-US" sz="5400" dirty="0">
              <a:latin typeface="Abadi" panose="020B0604020104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4193" y="13756982"/>
            <a:ext cx="7246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i="1" dirty="0">
                <a:solidFill>
                  <a:srgbClr val="FF0000"/>
                </a:solidFill>
              </a:rPr>
              <a:t>Charging the Drum:</a:t>
            </a:r>
            <a:endParaRPr lang="en-US" sz="6000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005606" y="15356505"/>
                <a:ext cx="5334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52459" indent="-952459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66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6600" dirty="0"/>
                  <a:t>=−</a:t>
                </a:r>
                <a:r>
                  <a:rPr lang="en-US" sz="6600" i="1" dirty="0"/>
                  <a:t>ne</a:t>
                </a:r>
                <a:endParaRPr lang="en-US" sz="66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606" y="15356505"/>
                <a:ext cx="5334000" cy="1107996"/>
              </a:xfrm>
              <a:prstGeom prst="rect">
                <a:avLst/>
              </a:prstGeom>
              <a:blipFill rotWithShape="0">
                <a:blip r:embed="rId7"/>
                <a:stretch>
                  <a:fillRect t="-18681" b="-41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391265" y="14686356"/>
            <a:ext cx="75503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Where,</a:t>
            </a:r>
          </a:p>
          <a:p>
            <a:r>
              <a:rPr lang="en-US" sz="4800" i="1" dirty="0"/>
              <a:t>n</a:t>
            </a:r>
            <a:r>
              <a:rPr lang="en-US" sz="4800" dirty="0"/>
              <a:t> is the number of charge carriers (electrons)</a:t>
            </a:r>
          </a:p>
          <a:p>
            <a:r>
              <a:rPr lang="en-US" sz="4800" i="1" dirty="0"/>
              <a:t>e</a:t>
            </a:r>
            <a:r>
              <a:rPr lang="en-US" sz="4800" dirty="0"/>
              <a:t> is the charge of an electron.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0366" y="23206311"/>
            <a:ext cx="7246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i="1" dirty="0">
                <a:solidFill>
                  <a:srgbClr val="FF0000"/>
                </a:solidFill>
              </a:rPr>
              <a:t>Laser Imaging:</a:t>
            </a:r>
            <a:endParaRPr lang="en-US" sz="6000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177992" y="25065059"/>
                <a:ext cx="47097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52459" indent="-952459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6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6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6600" dirty="0"/>
                  <a:t>​ </a:t>
                </a:r>
                <a:r>
                  <a:rPr lang="en-US" sz="6600" dirty="0" smtClean="0"/>
                  <a:t>= </a:t>
                </a:r>
                <a:r>
                  <a:rPr lang="en-US" sz="6600" dirty="0"/>
                  <a:t>−</a:t>
                </a:r>
                <a:r>
                  <a:rPr lang="en-US" sz="6600" i="1" dirty="0" err="1"/>
                  <a:t>ne</a:t>
                </a:r>
                <a:r>
                  <a:rPr lang="en-US" sz="3600" i="1" dirty="0" err="1"/>
                  <a:t>i</a:t>
                </a:r>
                <a:r>
                  <a:rPr lang="en-US" sz="6600" dirty="0"/>
                  <a:t>​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992" y="25065059"/>
                <a:ext cx="4709752" cy="1107996"/>
              </a:xfrm>
              <a:prstGeom prst="rect">
                <a:avLst/>
              </a:prstGeom>
              <a:blipFill rotWithShape="0">
                <a:blip r:embed="rId8"/>
                <a:stretch>
                  <a:fillRect t="-19337" b="-41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5716012" y="24437090"/>
            <a:ext cx="74942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Where,</a:t>
            </a:r>
          </a:p>
          <a:p>
            <a:r>
              <a:rPr lang="en-US" sz="4800" i="1" dirty="0" err="1"/>
              <a:t>ei</a:t>
            </a:r>
            <a:r>
              <a:rPr lang="en-US" sz="4800" dirty="0"/>
              <a:t>​ is the reduced charge due to imaging.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4197" y="26843563"/>
            <a:ext cx="60859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i="1" dirty="0">
                <a:solidFill>
                  <a:srgbClr val="FF0000"/>
                </a:solidFill>
              </a:rPr>
              <a:t>Toner Application:</a:t>
            </a:r>
            <a:endParaRPr lang="en-US" sz="6000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177992" y="27923671"/>
                <a:ext cx="10705141" cy="3712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5000" dirty="0"/>
                  <a:t>Coulomb's Law describes the force between charges:</a:t>
                </a:r>
              </a:p>
              <a:p>
                <a:pPr algn="just"/>
                <a:endParaRPr lang="en-US" sz="5000" dirty="0"/>
              </a:p>
              <a:p>
                <a:pPr marL="714345" indent="-714345" algn="just">
                  <a:buFont typeface="Wingdings" panose="05000000000000000000" pitchFamily="2" charset="2"/>
                  <a:buChar char="ü"/>
                </a:pPr>
                <a:r>
                  <a:rPr lang="en-US" sz="6000" dirty="0"/>
                  <a:t>F =</a:t>
                </a:r>
                <a14:m>
                  <m:oMath xmlns:m="http://schemas.openxmlformats.org/officeDocument/2006/math">
                    <m:r>
                      <a:rPr lang="en-US" sz="6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6000">
                        <a:latin typeface="Cambria Math" panose="02040503050406030204" pitchFamily="18" charset="0"/>
                      </a:rPr>
                      <m:t>k</m:t>
                    </m:r>
                    <m:f>
                      <m:fPr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3668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992" y="27923671"/>
                <a:ext cx="10705141" cy="3712106"/>
              </a:xfrm>
              <a:prstGeom prst="rect">
                <a:avLst/>
              </a:prstGeom>
              <a:blipFill rotWithShape="0">
                <a:blip r:embed="rId9"/>
                <a:stretch>
                  <a:fillRect l="-3075" t="-3941" r="-2733" b="-5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6086330" y="29255018"/>
            <a:ext cx="712388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Where:</a:t>
            </a:r>
          </a:p>
          <a:p>
            <a:r>
              <a:rPr lang="en-US" sz="4800" i="1" dirty="0"/>
              <a:t>F</a:t>
            </a:r>
            <a:r>
              <a:rPr lang="en-US" sz="4800" dirty="0"/>
              <a:t> is the electrostatic force.</a:t>
            </a:r>
          </a:p>
          <a:p>
            <a:r>
              <a:rPr lang="en-US" sz="4800" i="1" dirty="0"/>
              <a:t>k</a:t>
            </a:r>
            <a:r>
              <a:rPr lang="en-US" sz="4800" dirty="0"/>
              <a:t> is Coulomb's constant.</a:t>
            </a:r>
          </a:p>
          <a:p>
            <a:r>
              <a:rPr lang="en-US" sz="4800" i="1" dirty="0"/>
              <a:t>Q</a:t>
            </a:r>
            <a:r>
              <a:rPr lang="en-US" sz="4800" dirty="0"/>
              <a:t>1​ and </a:t>
            </a:r>
            <a:r>
              <a:rPr lang="en-US" sz="4800" i="1" dirty="0"/>
              <a:t>Q</a:t>
            </a:r>
            <a:r>
              <a:rPr lang="en-US" sz="4800" dirty="0"/>
              <a:t>2​ are the magnitudes of the charges.</a:t>
            </a:r>
          </a:p>
          <a:p>
            <a:r>
              <a:rPr lang="en-US" sz="4800" i="1" dirty="0"/>
              <a:t>r</a:t>
            </a:r>
            <a:r>
              <a:rPr lang="en-US" sz="4800" dirty="0"/>
              <a:t> is the distance between charges.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138396"/>
              </p:ext>
            </p:extLst>
          </p:nvPr>
        </p:nvGraphicFramePr>
        <p:xfrm>
          <a:off x="15801819" y="1588495"/>
          <a:ext cx="8904428" cy="334550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16250"/>
                <a:gridCol w="5888178"/>
              </a:tblGrid>
              <a:tr h="698499">
                <a:tc>
                  <a:txBody>
                    <a:bodyPr/>
                    <a:lstStyle/>
                    <a:p>
                      <a:pPr algn="ctr" fontAlgn="t"/>
                      <a:r>
                        <a:rPr lang="en-US" sz="3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23-52314-2</a:t>
                      </a:r>
                      <a:endParaRPr lang="en-US" sz="37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38" marR="7938" marT="7938" marB="38101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700" u="none" strike="noStrike">
                          <a:solidFill>
                            <a:schemeClr val="tx1"/>
                          </a:solidFill>
                          <a:effectLst/>
                        </a:rPr>
                        <a:t>CHOWDHURY, FARHAN</a:t>
                      </a:r>
                      <a:endParaRPr lang="en-US" sz="37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38" marR="7938" marT="7938" marB="38101"/>
                </a:tc>
              </a:tr>
              <a:tr h="698501">
                <a:tc>
                  <a:txBody>
                    <a:bodyPr/>
                    <a:lstStyle/>
                    <a:p>
                      <a:pPr algn="ctr" fontAlgn="t"/>
                      <a:r>
                        <a:rPr lang="en-US" sz="3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23-52315-2</a:t>
                      </a:r>
                      <a:endParaRPr lang="en-US" sz="37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38" marR="7938" marT="7938" marB="38101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BANIK, NANDITA</a:t>
                      </a:r>
                      <a:endParaRPr lang="en-US" sz="37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38" marR="7938" marT="7938" marB="38101"/>
                </a:tc>
              </a:tr>
              <a:tr h="609919">
                <a:tc>
                  <a:txBody>
                    <a:bodyPr/>
                    <a:lstStyle/>
                    <a:p>
                      <a:pPr algn="ctr" fontAlgn="t"/>
                      <a:r>
                        <a:rPr lang="en-US" sz="3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23-52316-2</a:t>
                      </a:r>
                      <a:endParaRPr lang="en-US" sz="37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38" marR="7938" marT="7938" marB="38101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SAIKAT, MD. SOBAHAN HASAN</a:t>
                      </a:r>
                      <a:endParaRPr lang="en-US" sz="37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38" marR="7938" marT="7938" marB="38101"/>
                </a:tc>
              </a:tr>
              <a:tr h="728663">
                <a:tc>
                  <a:txBody>
                    <a:bodyPr/>
                    <a:lstStyle/>
                    <a:p>
                      <a:pPr algn="ctr" fontAlgn="t"/>
                      <a:r>
                        <a:rPr lang="en-US" sz="3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23-52361-2</a:t>
                      </a:r>
                      <a:endParaRPr lang="en-US" sz="37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38" marR="7938" marT="7938" marB="38101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SIDDIKI, NAYEM</a:t>
                      </a:r>
                      <a:endParaRPr lang="en-US" sz="37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38" marR="7938" marT="7938" marB="38101"/>
                </a:tc>
              </a:tr>
              <a:tr h="609919">
                <a:tc>
                  <a:txBody>
                    <a:bodyPr/>
                    <a:lstStyle/>
                    <a:p>
                      <a:pPr algn="ctr" fontAlgn="t"/>
                      <a:r>
                        <a:rPr lang="en-US" sz="3700" u="none" strike="noStrike">
                          <a:solidFill>
                            <a:schemeClr val="tx1"/>
                          </a:solidFill>
                          <a:effectLst/>
                        </a:rPr>
                        <a:t>23-52383-2</a:t>
                      </a:r>
                      <a:endParaRPr lang="en-US" sz="37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38" marR="7938" marT="7938" marB="38101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HOSSAIN, SAHADAT</a:t>
                      </a:r>
                      <a:endParaRPr lang="en-US" sz="37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38" marR="7938" marT="7938" marB="38101"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8876086" y="488107"/>
            <a:ext cx="37339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Group - 05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606" y="38841938"/>
            <a:ext cx="8077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i="1" dirty="0">
                <a:solidFill>
                  <a:srgbClr val="FF0000"/>
                </a:solidFill>
              </a:rPr>
              <a:t>Toner Transfer to Paper:</a:t>
            </a:r>
            <a:endParaRPr lang="en-US" sz="6000" i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54197" y="41156057"/>
            <a:ext cx="29057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459" indent="-952459">
              <a:buFont typeface="Wingdings" panose="05000000000000000000" pitchFamily="2" charset="2"/>
              <a:buChar char="ü"/>
            </a:pPr>
            <a:r>
              <a:rPr lang="en-US" sz="6600" i="1" dirty="0"/>
              <a:t>F</a:t>
            </a:r>
            <a:r>
              <a:rPr lang="en-US" sz="6600" dirty="0"/>
              <a:t>=</a:t>
            </a:r>
            <a:r>
              <a:rPr lang="en-US" sz="6600" i="1" dirty="0" err="1"/>
              <a:t>qE</a:t>
            </a:r>
            <a:endParaRPr lang="en-US" sz="6600" dirty="0"/>
          </a:p>
        </p:txBody>
      </p:sp>
      <p:sp>
        <p:nvSpPr>
          <p:cNvPr id="30" name="TextBox 29"/>
          <p:cNvSpPr txBox="1"/>
          <p:nvPr/>
        </p:nvSpPr>
        <p:spPr>
          <a:xfrm>
            <a:off x="5618979" y="39857601"/>
            <a:ext cx="75912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Where:</a:t>
            </a:r>
          </a:p>
          <a:p>
            <a:r>
              <a:rPr lang="en-US" sz="4800" i="1" dirty="0"/>
              <a:t>F</a:t>
            </a:r>
            <a:r>
              <a:rPr lang="en-US" sz="4800" dirty="0"/>
              <a:t> is the force on the charged particle.</a:t>
            </a:r>
          </a:p>
          <a:p>
            <a:r>
              <a:rPr lang="en-US" sz="4800" i="1" dirty="0"/>
              <a:t>q</a:t>
            </a:r>
            <a:r>
              <a:rPr lang="en-US" sz="4800" dirty="0"/>
              <a:t> is the charge of the particle.</a:t>
            </a:r>
          </a:p>
          <a:p>
            <a:r>
              <a:rPr lang="en-US" sz="4800" i="1" dirty="0"/>
              <a:t>E</a:t>
            </a:r>
            <a:r>
              <a:rPr lang="en-US" sz="4800" dirty="0"/>
              <a:t> is the electric field strength.</a:t>
            </a:r>
          </a:p>
        </p:txBody>
      </p:sp>
      <p:pic>
        <p:nvPicPr>
          <p:cNvPr id="8" name="Picture 2" descr="https://4.bp.blogspot.com/-X2db9afzXf8/WJljdestiMI/AAAAAAAADAE/2R7TzeTiD4YMJ7_KXwRX_8YPMtBVJ28dgCLcB/s1600/Laser_toner_cartridge.svg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648" y="17839647"/>
            <a:ext cx="7773126" cy="541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8710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imaginativearctic|08-2022"/>
</p:tagLst>
</file>

<file path=ppt/theme/theme1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c7f16c3-ff74-4088-8389-a9782a8b1fc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F89ED8772A3043A8D71DE76472FA3F" ma:contentTypeVersion="7" ma:contentTypeDescription="Create a new document." ma:contentTypeScope="" ma:versionID="a26a240f047f085493f739a2a6c2a05c">
  <xsd:schema xmlns:xsd="http://www.w3.org/2001/XMLSchema" xmlns:xs="http://www.w3.org/2001/XMLSchema" xmlns:p="http://schemas.microsoft.com/office/2006/metadata/properties" xmlns:ns3="3c7f16c3-ff74-4088-8389-a9782a8b1fc0" xmlns:ns4="22bf6774-1b72-4875-971d-58d76d6473fe" targetNamespace="http://schemas.microsoft.com/office/2006/metadata/properties" ma:root="true" ma:fieldsID="2e31ed7abbd5f72415f7fab6f1278d60" ns3:_="" ns4:_="">
    <xsd:import namespace="3c7f16c3-ff74-4088-8389-a9782a8b1fc0"/>
    <xsd:import namespace="22bf6774-1b72-4875-971d-58d76d6473f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f16c3-ff74-4088-8389-a9782a8b1f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bf6774-1b72-4875-971d-58d76d6473f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7E13E9-2F49-4189-9A08-D5C866632F0C}">
  <ds:schemaRefs>
    <ds:schemaRef ds:uri="22bf6774-1b72-4875-971d-58d76d6473fe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3c7f16c3-ff74-4088-8389-a9782a8b1fc0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4A3D799-3D5D-4AA9-809E-32838F113C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C25756-31E3-4E0B-9E48-D0686D24A7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7f16c3-ff74-4088-8389-a9782a8b1fc0"/>
    <ds:schemaRef ds:uri="22bf6774-1b72-4875-971d-58d76d6473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2798</TotalTime>
  <Words>330</Words>
  <Application>Microsoft Office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ＭＳ Ｐゴシック</vt:lpstr>
      <vt:lpstr>Times New Roman</vt:lpstr>
      <vt:lpstr>18 Khebrat Musamim</vt:lpstr>
      <vt:lpstr>Arial</vt:lpstr>
      <vt:lpstr>Wingdings</vt:lpstr>
      <vt:lpstr>Abadi</vt:lpstr>
      <vt:lpstr>Cambria Math</vt:lpstr>
      <vt:lpstr>Calibri</vt:lpstr>
      <vt:lpstr>Georgia Pro Semibold</vt:lpstr>
      <vt:lpstr>Aharoni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research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ASUS</cp:lastModifiedBy>
  <cp:revision>31</cp:revision>
  <cp:lastPrinted>2011-01-21T18:13:44Z</cp:lastPrinted>
  <dcterms:modified xsi:type="dcterms:W3CDTF">2023-12-24T14:02:23Z</dcterms:modified>
  <cp:category>scientific poster powerpoint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0x010100CEF89ED8772A3043A8D71DE76472FA3F</vt:lpwstr>
  </property>
</Properties>
</file>