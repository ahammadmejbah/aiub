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686" r:id="rId1"/>
  </p:sldMasterIdLst>
  <p:notesMasterIdLst>
    <p:notesMasterId r:id="rId12"/>
  </p:notesMasterIdLst>
  <p:sldIdLst>
    <p:sldId id="331" r:id="rId2"/>
    <p:sldId id="332" r:id="rId3"/>
    <p:sldId id="267" r:id="rId4"/>
    <p:sldId id="333" r:id="rId5"/>
    <p:sldId id="334" r:id="rId6"/>
    <p:sldId id="335" r:id="rId7"/>
    <p:sldId id="336" r:id="rId8"/>
    <p:sldId id="337" r:id="rId9"/>
    <p:sldId id="338" r:id="rId10"/>
    <p:sldId id="339" r:id="rId1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9316" autoAdjust="0"/>
  </p:normalViewPr>
  <p:slideViewPr>
    <p:cSldViewPr snapToGrid="0">
      <p:cViewPr varScale="1">
        <p:scale>
          <a:sx n="117" d="100"/>
          <a:sy n="117" d="100"/>
        </p:scale>
        <p:origin x="-342"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F9233BB3-B29D-87BA-0EA5-F931E5D91FC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xmlns="" id="{CE85B321-4FEB-E8B3-32F5-FA19155D5A5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80547D96-15D1-4976-969F-23031C16FA17}" type="datetimeFigureOut">
              <a:rPr lang="en-US"/>
              <a:pPr>
                <a:defRPr/>
              </a:pPr>
              <a:t>09-Jun-26</a:t>
            </a:fld>
            <a:endParaRPr lang="en-US"/>
          </a:p>
        </p:txBody>
      </p:sp>
      <p:sp>
        <p:nvSpPr>
          <p:cNvPr id="4" name="Slide Image Placeholder 3">
            <a:extLst>
              <a:ext uri="{FF2B5EF4-FFF2-40B4-BE49-F238E27FC236}">
                <a16:creationId xmlns:a16="http://schemas.microsoft.com/office/drawing/2014/main" xmlns="" id="{2B8E93AC-D34E-E13F-108F-7E55A30B772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xmlns="" id="{37A87822-E18B-BDA0-62E2-6D2D172B83B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xmlns="" id="{52DF1FD1-F85B-830A-A07C-3C040433EAC6}"/>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xmlns="" id="{873A7C02-FE4A-C847-3FB9-163464C7E042}"/>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667516EB-C8F1-4F86-A8B3-125E0878F0CA}" type="slidenum">
              <a:rPr lang="en-US" altLang="en-US"/>
              <a:pPr>
                <a:defRPr/>
              </a:pPr>
              <a:t>‹#›</a:t>
            </a:fld>
            <a:endParaRPr lang="en-US" altLang="en-US"/>
          </a:p>
        </p:txBody>
      </p:sp>
    </p:spTree>
    <p:extLst>
      <p:ext uri="{BB962C8B-B14F-4D97-AF65-F5344CB8AC3E}">
        <p14:creationId xmlns:p14="http://schemas.microsoft.com/office/powerpoint/2010/main" val="39737752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4214B656-C499-D11A-9BB1-A7F6BCD91A0A}"/>
              </a:ext>
            </a:extLst>
          </p:cNvPr>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a:extLst>
              <a:ext uri="{FF2B5EF4-FFF2-40B4-BE49-F238E27FC236}">
                <a16:creationId xmlns:a16="http://schemas.microsoft.com/office/drawing/2014/main" xmlns="" id="{54BE9858-DA7B-A057-487C-992BB4B90833}"/>
              </a:ext>
            </a:extLst>
          </p:cNvPr>
          <p:cNvCxnSpPr/>
          <p:nvPr/>
        </p:nvCxnSpPr>
        <p:spPr>
          <a:xfrm>
            <a:off x="1978025" y="37338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6" name="Date Placeholder 3">
            <a:extLst>
              <a:ext uri="{FF2B5EF4-FFF2-40B4-BE49-F238E27FC236}">
                <a16:creationId xmlns:a16="http://schemas.microsoft.com/office/drawing/2014/main" xmlns="" id="{69613932-1194-A0FF-1551-946469514D26}"/>
              </a:ext>
            </a:extLst>
          </p:cNvPr>
          <p:cNvSpPr>
            <a:spLocks noGrp="1"/>
          </p:cNvSpPr>
          <p:nvPr>
            <p:ph type="dt" sz="half" idx="10"/>
          </p:nvPr>
        </p:nvSpPr>
        <p:spPr/>
        <p:txBody>
          <a:bodyPr/>
          <a:lstStyle>
            <a:lvl1pPr>
              <a:defRPr smtClean="0">
                <a:solidFill>
                  <a:schemeClr val="tx1"/>
                </a:solidFill>
              </a:defRPr>
            </a:lvl1pPr>
          </a:lstStyle>
          <a:p>
            <a:pPr>
              <a:defRPr/>
            </a:pPr>
            <a:fld id="{96F37BF3-EC6F-448C-B5C4-B86881138462}" type="datetime1">
              <a:rPr lang="en-US"/>
              <a:pPr>
                <a:defRPr/>
              </a:pPr>
              <a:t>09-Jun-26</a:t>
            </a:fld>
            <a:endParaRPr lang="en-US"/>
          </a:p>
        </p:txBody>
      </p:sp>
      <p:sp>
        <p:nvSpPr>
          <p:cNvPr id="7" name="Footer Placeholder 4">
            <a:extLst>
              <a:ext uri="{FF2B5EF4-FFF2-40B4-BE49-F238E27FC236}">
                <a16:creationId xmlns:a16="http://schemas.microsoft.com/office/drawing/2014/main" xmlns="" id="{CDD7E794-5340-233C-B4C6-8D136543A0B1}"/>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Slide Number Placeholder 5">
            <a:extLst>
              <a:ext uri="{FF2B5EF4-FFF2-40B4-BE49-F238E27FC236}">
                <a16:creationId xmlns:a16="http://schemas.microsoft.com/office/drawing/2014/main" xmlns="" id="{0937B53F-0C1F-771A-E32B-0E3A0AD1387A}"/>
              </a:ext>
            </a:extLst>
          </p:cNvPr>
          <p:cNvSpPr>
            <a:spLocks noGrp="1"/>
          </p:cNvSpPr>
          <p:nvPr>
            <p:ph type="sldNum" sz="quarter" idx="12"/>
          </p:nvPr>
        </p:nvSpPr>
        <p:spPr/>
        <p:txBody>
          <a:bodyPr/>
          <a:lstStyle>
            <a:lvl1pPr>
              <a:defRPr/>
            </a:lvl1pPr>
          </a:lstStyle>
          <a:p>
            <a:pPr>
              <a:defRPr/>
            </a:pPr>
            <a:fld id="{A06EA5D8-DEA0-4B1E-869D-C16E752C1194}" type="slidenum">
              <a:rPr lang="en-US" altLang="en-US"/>
              <a:pPr>
                <a:defRPr/>
              </a:pPr>
              <a:t>‹#›</a:t>
            </a:fld>
            <a:endParaRPr lang="en-US" altLang="en-US"/>
          </a:p>
        </p:txBody>
      </p:sp>
    </p:spTree>
    <p:extLst>
      <p:ext uri="{BB962C8B-B14F-4D97-AF65-F5344CB8AC3E}">
        <p14:creationId xmlns:p14="http://schemas.microsoft.com/office/powerpoint/2010/main" val="387206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C7E6E0A9-FC85-AB06-0E2C-C3DC59748A0A}"/>
              </a:ext>
            </a:extLst>
          </p:cNvPr>
          <p:cNvSpPr>
            <a:spLocks noGrp="1"/>
          </p:cNvSpPr>
          <p:nvPr>
            <p:ph type="dt" sz="half" idx="10"/>
          </p:nvPr>
        </p:nvSpPr>
        <p:spPr/>
        <p:txBody>
          <a:bodyPr/>
          <a:lstStyle>
            <a:lvl1pPr>
              <a:defRPr/>
            </a:lvl1pPr>
          </a:lstStyle>
          <a:p>
            <a:pPr>
              <a:defRPr/>
            </a:pPr>
            <a:fld id="{4D64A94D-3690-4C3B-8A58-FFEDB765C3FD}" type="datetime1">
              <a:rPr lang="en-US"/>
              <a:pPr>
                <a:defRPr/>
              </a:pPr>
              <a:t>09-Jun-26</a:t>
            </a:fld>
            <a:endParaRPr lang="en-US"/>
          </a:p>
        </p:txBody>
      </p:sp>
      <p:sp>
        <p:nvSpPr>
          <p:cNvPr id="5" name="Footer Placeholder 4">
            <a:extLst>
              <a:ext uri="{FF2B5EF4-FFF2-40B4-BE49-F238E27FC236}">
                <a16:creationId xmlns:a16="http://schemas.microsoft.com/office/drawing/2014/main" xmlns="" id="{DAB55AA2-50EE-C0C9-D5F3-35BAA419DB9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EA747BE4-3800-DBB7-5194-2351D7F3A952}"/>
              </a:ext>
            </a:extLst>
          </p:cNvPr>
          <p:cNvSpPr>
            <a:spLocks noGrp="1"/>
          </p:cNvSpPr>
          <p:nvPr>
            <p:ph type="sldNum" sz="quarter" idx="12"/>
          </p:nvPr>
        </p:nvSpPr>
        <p:spPr/>
        <p:txBody>
          <a:bodyPr/>
          <a:lstStyle>
            <a:lvl1pPr>
              <a:defRPr/>
            </a:lvl1pPr>
          </a:lstStyle>
          <a:p>
            <a:pPr>
              <a:defRPr/>
            </a:pPr>
            <a:fld id="{5D507500-95BB-4908-94A3-2AE2D6511772}" type="slidenum">
              <a:rPr lang="en-US" altLang="en-US"/>
              <a:pPr>
                <a:defRPr/>
              </a:pPr>
              <a:t>‹#›</a:t>
            </a:fld>
            <a:endParaRPr lang="en-US" altLang="en-US"/>
          </a:p>
        </p:txBody>
      </p:sp>
    </p:spTree>
    <p:extLst>
      <p:ext uri="{BB962C8B-B14F-4D97-AF65-F5344CB8AC3E}">
        <p14:creationId xmlns:p14="http://schemas.microsoft.com/office/powerpoint/2010/main" val="1605417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0C8A9BE2-F769-90EC-E977-FB2B95D1AE2E}"/>
              </a:ext>
            </a:extLst>
          </p:cNvPr>
          <p:cNvCxnSpPr/>
          <p:nvPr/>
        </p:nvCxnSpPr>
        <p:spPr>
          <a:xfrm>
            <a:off x="1981200" y="402113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xmlns="" id="{A057E067-258C-1B8B-E059-65753D569167}"/>
              </a:ext>
            </a:extLst>
          </p:cNvPr>
          <p:cNvSpPr>
            <a:spLocks noGrp="1"/>
          </p:cNvSpPr>
          <p:nvPr>
            <p:ph type="dt" sz="half" idx="10"/>
          </p:nvPr>
        </p:nvSpPr>
        <p:spPr/>
        <p:txBody>
          <a:bodyPr/>
          <a:lstStyle>
            <a:lvl1pPr>
              <a:defRPr smtClean="0"/>
            </a:lvl1pPr>
          </a:lstStyle>
          <a:p>
            <a:pPr>
              <a:defRPr/>
            </a:pPr>
            <a:fld id="{E8CFDC61-0389-4CCE-BD42-29E84C47536B}" type="datetime1">
              <a:rPr lang="en-US"/>
              <a:pPr>
                <a:defRPr/>
              </a:pPr>
              <a:t>09-Jun-26</a:t>
            </a:fld>
            <a:endParaRPr lang="en-US"/>
          </a:p>
        </p:txBody>
      </p:sp>
      <p:sp>
        <p:nvSpPr>
          <p:cNvPr id="6" name="Footer Placeholder 4">
            <a:extLst>
              <a:ext uri="{FF2B5EF4-FFF2-40B4-BE49-F238E27FC236}">
                <a16:creationId xmlns:a16="http://schemas.microsoft.com/office/drawing/2014/main" xmlns="" id="{2AE964DA-9BEC-7D1A-FD6E-DC5F1DBF045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33D82DBA-FEBC-37E9-2D79-9B13015C485C}"/>
              </a:ext>
            </a:extLst>
          </p:cNvPr>
          <p:cNvSpPr>
            <a:spLocks noGrp="1"/>
          </p:cNvSpPr>
          <p:nvPr>
            <p:ph type="sldNum" sz="quarter" idx="12"/>
          </p:nvPr>
        </p:nvSpPr>
        <p:spPr/>
        <p:txBody>
          <a:bodyPr/>
          <a:lstStyle>
            <a:lvl1pPr>
              <a:defRPr/>
            </a:lvl1pPr>
          </a:lstStyle>
          <a:p>
            <a:pPr>
              <a:defRPr/>
            </a:pPr>
            <a:fld id="{060E5B53-3B9D-40E9-98FF-EAF2C373B361}" type="slidenum">
              <a:rPr lang="en-US" altLang="en-US"/>
              <a:pPr>
                <a:defRPr/>
              </a:pPr>
              <a:t>‹#›</a:t>
            </a:fld>
            <a:endParaRPr lang="en-US" altLang="en-US"/>
          </a:p>
        </p:txBody>
      </p:sp>
    </p:spTree>
    <p:extLst>
      <p:ext uri="{BB962C8B-B14F-4D97-AF65-F5344CB8AC3E}">
        <p14:creationId xmlns:p14="http://schemas.microsoft.com/office/powerpoint/2010/main" val="1938418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xmlns="" id="{144B1BBE-CA7F-4D42-AAB8-F8069AD5559C}"/>
              </a:ext>
            </a:extLst>
          </p:cNvPr>
          <p:cNvSpPr>
            <a:spLocks noGrp="1"/>
          </p:cNvSpPr>
          <p:nvPr>
            <p:ph type="dt" sz="half" idx="10"/>
          </p:nvPr>
        </p:nvSpPr>
        <p:spPr/>
        <p:txBody>
          <a:bodyPr/>
          <a:lstStyle>
            <a:lvl1pPr>
              <a:defRPr/>
            </a:lvl1pPr>
          </a:lstStyle>
          <a:p>
            <a:pPr>
              <a:defRPr/>
            </a:pPr>
            <a:fld id="{D544100B-9204-4EC6-9B21-8FF270AB755D}" type="datetime1">
              <a:rPr lang="en-US"/>
              <a:pPr>
                <a:defRPr/>
              </a:pPr>
              <a:t>09-Jun-26</a:t>
            </a:fld>
            <a:endParaRPr lang="en-US"/>
          </a:p>
        </p:txBody>
      </p:sp>
      <p:sp>
        <p:nvSpPr>
          <p:cNvPr id="5" name="Footer Placeholder 4">
            <a:extLst>
              <a:ext uri="{FF2B5EF4-FFF2-40B4-BE49-F238E27FC236}">
                <a16:creationId xmlns:a16="http://schemas.microsoft.com/office/drawing/2014/main" xmlns="" id="{21DFC414-62B8-0EB8-B6EA-BBCA7A676D9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3B30807E-7AE2-127A-FB95-1CD75AFFE252}"/>
              </a:ext>
            </a:extLst>
          </p:cNvPr>
          <p:cNvSpPr>
            <a:spLocks noGrp="1"/>
          </p:cNvSpPr>
          <p:nvPr>
            <p:ph type="sldNum" sz="quarter" idx="12"/>
          </p:nvPr>
        </p:nvSpPr>
        <p:spPr/>
        <p:txBody>
          <a:bodyPr/>
          <a:lstStyle>
            <a:lvl1pPr>
              <a:defRPr/>
            </a:lvl1pPr>
          </a:lstStyle>
          <a:p>
            <a:pPr>
              <a:defRPr/>
            </a:pPr>
            <a:fld id="{761A6277-ECBC-43D9-A081-EC5AB17E0031}" type="slidenum">
              <a:rPr lang="en-US" altLang="en-US"/>
              <a:pPr>
                <a:defRPr/>
              </a:pPr>
              <a:t>‹#›</a:t>
            </a:fld>
            <a:endParaRPr lang="en-US" altLang="en-US"/>
          </a:p>
        </p:txBody>
      </p:sp>
    </p:spTree>
    <p:extLst>
      <p:ext uri="{BB962C8B-B14F-4D97-AF65-F5344CB8AC3E}">
        <p14:creationId xmlns:p14="http://schemas.microsoft.com/office/powerpoint/2010/main" val="1896466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xmlns="" id="{F87E6564-CA39-8ECE-ABAF-983DDDEE0BB5}"/>
              </a:ext>
            </a:extLst>
          </p:cNvPr>
          <p:cNvSpPr>
            <a:spLocks noGrp="1"/>
          </p:cNvSpPr>
          <p:nvPr>
            <p:ph type="dt" sz="half" idx="10"/>
          </p:nvPr>
        </p:nvSpPr>
        <p:spPr/>
        <p:txBody>
          <a:bodyPr/>
          <a:lstStyle>
            <a:lvl1pPr>
              <a:defRPr/>
            </a:lvl1pPr>
          </a:lstStyle>
          <a:p>
            <a:pPr>
              <a:defRPr/>
            </a:pPr>
            <a:fld id="{DD077C77-7062-48B5-BCD8-65A79B39F0AC}" type="datetime1">
              <a:rPr lang="en-US"/>
              <a:pPr>
                <a:defRPr/>
              </a:pPr>
              <a:t>09-Jun-26</a:t>
            </a:fld>
            <a:endParaRPr lang="en-US"/>
          </a:p>
        </p:txBody>
      </p:sp>
      <p:sp>
        <p:nvSpPr>
          <p:cNvPr id="7" name="Footer Placeholder 4">
            <a:extLst>
              <a:ext uri="{FF2B5EF4-FFF2-40B4-BE49-F238E27FC236}">
                <a16:creationId xmlns:a16="http://schemas.microsoft.com/office/drawing/2014/main" xmlns="" id="{E63D6CC0-EDBC-9B5B-D1A9-8A3098B113BB}"/>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xmlns="" id="{00034150-5B20-52E9-CCE5-A0A36BCBE0CC}"/>
              </a:ext>
            </a:extLst>
          </p:cNvPr>
          <p:cNvSpPr>
            <a:spLocks noGrp="1"/>
          </p:cNvSpPr>
          <p:nvPr>
            <p:ph type="sldNum" sz="quarter" idx="12"/>
          </p:nvPr>
        </p:nvSpPr>
        <p:spPr/>
        <p:txBody>
          <a:bodyPr/>
          <a:lstStyle>
            <a:lvl1pPr>
              <a:defRPr/>
            </a:lvl1pPr>
          </a:lstStyle>
          <a:p>
            <a:pPr>
              <a:defRPr/>
            </a:pPr>
            <a:fld id="{23979E87-4F13-4D2B-9B41-A3AE1C8E5333}" type="slidenum">
              <a:rPr lang="en-US" altLang="en-US"/>
              <a:pPr>
                <a:defRPr/>
              </a:pPr>
              <a:t>‹#›</a:t>
            </a:fld>
            <a:endParaRPr lang="en-US" altLang="en-US"/>
          </a:p>
        </p:txBody>
      </p:sp>
    </p:spTree>
    <p:extLst>
      <p:ext uri="{BB962C8B-B14F-4D97-AF65-F5344CB8AC3E}">
        <p14:creationId xmlns:p14="http://schemas.microsoft.com/office/powerpoint/2010/main" val="3143703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xmlns="" id="{20F1D078-A75E-4693-24CB-09D07F37FA3C}"/>
              </a:ext>
            </a:extLst>
          </p:cNvPr>
          <p:cNvSpPr>
            <a:spLocks noGrp="1"/>
          </p:cNvSpPr>
          <p:nvPr>
            <p:ph type="dt" sz="half" idx="10"/>
          </p:nvPr>
        </p:nvSpPr>
        <p:spPr/>
        <p:txBody>
          <a:bodyPr/>
          <a:lstStyle>
            <a:lvl1pPr>
              <a:defRPr/>
            </a:lvl1pPr>
          </a:lstStyle>
          <a:p>
            <a:pPr>
              <a:defRPr/>
            </a:pPr>
            <a:fld id="{B105E90E-A153-45C3-A956-A6846B42A276}" type="datetime1">
              <a:rPr lang="en-US"/>
              <a:pPr>
                <a:defRPr/>
              </a:pPr>
              <a:t>09-Jun-26</a:t>
            </a:fld>
            <a:endParaRPr lang="en-US"/>
          </a:p>
        </p:txBody>
      </p:sp>
      <p:sp>
        <p:nvSpPr>
          <p:cNvPr id="4" name="Footer Placeholder 4">
            <a:extLst>
              <a:ext uri="{FF2B5EF4-FFF2-40B4-BE49-F238E27FC236}">
                <a16:creationId xmlns:a16="http://schemas.microsoft.com/office/drawing/2014/main" xmlns="" id="{D8D85763-35D8-749B-5771-5E22E96DDF8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xmlns="" id="{5ADE5A58-8E66-E834-561C-785BC35B2234}"/>
              </a:ext>
            </a:extLst>
          </p:cNvPr>
          <p:cNvSpPr>
            <a:spLocks noGrp="1"/>
          </p:cNvSpPr>
          <p:nvPr>
            <p:ph type="sldNum" sz="quarter" idx="12"/>
          </p:nvPr>
        </p:nvSpPr>
        <p:spPr/>
        <p:txBody>
          <a:bodyPr/>
          <a:lstStyle>
            <a:lvl1pPr>
              <a:defRPr/>
            </a:lvl1pPr>
          </a:lstStyle>
          <a:p>
            <a:pPr>
              <a:defRPr/>
            </a:pPr>
            <a:fld id="{35FF0560-7DB0-4546-A01C-27DB7E54ACD9}" type="slidenum">
              <a:rPr lang="en-US" altLang="en-US"/>
              <a:pPr>
                <a:defRPr/>
              </a:pPr>
              <a:t>‹#›</a:t>
            </a:fld>
            <a:endParaRPr lang="en-US" altLang="en-US"/>
          </a:p>
        </p:txBody>
      </p:sp>
    </p:spTree>
    <p:extLst>
      <p:ext uri="{BB962C8B-B14F-4D97-AF65-F5344CB8AC3E}">
        <p14:creationId xmlns:p14="http://schemas.microsoft.com/office/powerpoint/2010/main" val="1803002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xmlns="" id="{7B062C9C-9FD4-849B-9625-AE9D7A4BDEA1}"/>
              </a:ext>
            </a:extLst>
          </p:cNvPr>
          <p:cNvSpPr>
            <a:spLocks noGrp="1"/>
          </p:cNvSpPr>
          <p:nvPr>
            <p:ph type="dt" sz="half" idx="10"/>
          </p:nvPr>
        </p:nvSpPr>
        <p:spPr/>
        <p:txBody>
          <a:bodyPr/>
          <a:lstStyle>
            <a:lvl1pPr>
              <a:defRPr/>
            </a:lvl1pPr>
          </a:lstStyle>
          <a:p>
            <a:pPr>
              <a:defRPr/>
            </a:pPr>
            <a:fld id="{D2ADCF9A-EAFB-4E5B-82E2-10FAC3C64475}" type="datetime1">
              <a:rPr lang="en-US"/>
              <a:pPr>
                <a:defRPr/>
              </a:pPr>
              <a:t>09-Jun-26</a:t>
            </a:fld>
            <a:endParaRPr lang="en-US"/>
          </a:p>
        </p:txBody>
      </p:sp>
      <p:sp>
        <p:nvSpPr>
          <p:cNvPr id="3" name="Footer Placeholder 4">
            <a:extLst>
              <a:ext uri="{FF2B5EF4-FFF2-40B4-BE49-F238E27FC236}">
                <a16:creationId xmlns:a16="http://schemas.microsoft.com/office/drawing/2014/main" xmlns="" id="{31F44FF6-2399-A6AE-C30E-2002FC7869C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xmlns="" id="{5D3E91AE-0783-28A1-17C2-DA9CED40120E}"/>
              </a:ext>
            </a:extLst>
          </p:cNvPr>
          <p:cNvSpPr>
            <a:spLocks noGrp="1"/>
          </p:cNvSpPr>
          <p:nvPr>
            <p:ph type="sldNum" sz="quarter" idx="12"/>
          </p:nvPr>
        </p:nvSpPr>
        <p:spPr/>
        <p:txBody>
          <a:bodyPr/>
          <a:lstStyle>
            <a:lvl1pPr>
              <a:defRPr/>
            </a:lvl1pPr>
          </a:lstStyle>
          <a:p>
            <a:pPr>
              <a:defRPr/>
            </a:pPr>
            <a:fld id="{81944C6A-56D2-4C95-BA16-149C151A9AE1}" type="slidenum">
              <a:rPr lang="en-US" altLang="en-US"/>
              <a:pPr>
                <a:defRPr/>
              </a:pPr>
              <a:t>‹#›</a:t>
            </a:fld>
            <a:endParaRPr lang="en-US" altLang="en-US"/>
          </a:p>
        </p:txBody>
      </p:sp>
    </p:spTree>
    <p:extLst>
      <p:ext uri="{BB962C8B-B14F-4D97-AF65-F5344CB8AC3E}">
        <p14:creationId xmlns:p14="http://schemas.microsoft.com/office/powerpoint/2010/main" val="426951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xmlns="" id="{E66A381E-956A-F0D9-CD14-F97F73E9C03A}"/>
              </a:ext>
            </a:extLst>
          </p:cNvPr>
          <p:cNvSpPr>
            <a:spLocks noGrp="1"/>
          </p:cNvSpPr>
          <p:nvPr>
            <p:ph type="dt" sz="half" idx="10"/>
          </p:nvPr>
        </p:nvSpPr>
        <p:spPr/>
        <p:txBody>
          <a:bodyPr/>
          <a:lstStyle>
            <a:lvl1pPr>
              <a:defRPr/>
            </a:lvl1pPr>
          </a:lstStyle>
          <a:p>
            <a:pPr>
              <a:defRPr/>
            </a:pPr>
            <a:fld id="{BC36B0F2-0300-4CE0-8081-7F6A5755D78F}" type="datetime1">
              <a:rPr lang="en-US"/>
              <a:pPr>
                <a:defRPr/>
              </a:pPr>
              <a:t>09-Jun-26</a:t>
            </a:fld>
            <a:endParaRPr lang="en-US"/>
          </a:p>
        </p:txBody>
      </p:sp>
      <p:sp>
        <p:nvSpPr>
          <p:cNvPr id="6" name="Footer Placeholder 4">
            <a:extLst>
              <a:ext uri="{FF2B5EF4-FFF2-40B4-BE49-F238E27FC236}">
                <a16:creationId xmlns:a16="http://schemas.microsoft.com/office/drawing/2014/main" xmlns="" id="{A50C8B9F-1605-6402-A7FC-485E47EC4AF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89FA10BE-B150-B5AB-F7E3-D21659C5DFED}"/>
              </a:ext>
            </a:extLst>
          </p:cNvPr>
          <p:cNvSpPr>
            <a:spLocks noGrp="1"/>
          </p:cNvSpPr>
          <p:nvPr>
            <p:ph type="sldNum" sz="quarter" idx="12"/>
          </p:nvPr>
        </p:nvSpPr>
        <p:spPr/>
        <p:txBody>
          <a:bodyPr/>
          <a:lstStyle>
            <a:lvl1pPr>
              <a:defRPr/>
            </a:lvl1pPr>
          </a:lstStyle>
          <a:p>
            <a:pPr>
              <a:defRPr/>
            </a:pPr>
            <a:fld id="{AAA53112-2AB7-4D01-B231-0F83C54FA232}" type="slidenum">
              <a:rPr lang="en-US" altLang="en-US"/>
              <a:pPr>
                <a:defRPr/>
              </a:pPr>
              <a:t>‹#›</a:t>
            </a:fld>
            <a:endParaRPr lang="en-US" altLang="en-US"/>
          </a:p>
        </p:txBody>
      </p:sp>
    </p:spTree>
    <p:extLst>
      <p:ext uri="{BB962C8B-B14F-4D97-AF65-F5344CB8AC3E}">
        <p14:creationId xmlns:p14="http://schemas.microsoft.com/office/powerpoint/2010/main" val="2982048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rtlCol="0">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xmlns="" id="{6A76A161-63BD-4DD2-F9FB-28F3D8F44EE9}"/>
              </a:ext>
            </a:extLst>
          </p:cNvPr>
          <p:cNvSpPr>
            <a:spLocks noGrp="1"/>
          </p:cNvSpPr>
          <p:nvPr>
            <p:ph type="dt" sz="half" idx="10"/>
          </p:nvPr>
        </p:nvSpPr>
        <p:spPr/>
        <p:txBody>
          <a:bodyPr/>
          <a:lstStyle>
            <a:lvl1pPr>
              <a:defRPr/>
            </a:lvl1pPr>
          </a:lstStyle>
          <a:p>
            <a:pPr>
              <a:defRPr/>
            </a:pPr>
            <a:fld id="{8A96C82A-198F-4203-BCBA-E9F084C51793}" type="datetime1">
              <a:rPr lang="en-US"/>
              <a:pPr>
                <a:defRPr/>
              </a:pPr>
              <a:t>09-Jun-26</a:t>
            </a:fld>
            <a:endParaRPr lang="en-US"/>
          </a:p>
        </p:txBody>
      </p:sp>
      <p:sp>
        <p:nvSpPr>
          <p:cNvPr id="6" name="Footer Placeholder 4">
            <a:extLst>
              <a:ext uri="{FF2B5EF4-FFF2-40B4-BE49-F238E27FC236}">
                <a16:creationId xmlns:a16="http://schemas.microsoft.com/office/drawing/2014/main" xmlns="" id="{DD237ED1-94FE-D924-1051-6C9C2AC1A4E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1374808A-8539-3EC6-EF64-0825DD83D237}"/>
              </a:ext>
            </a:extLst>
          </p:cNvPr>
          <p:cNvSpPr>
            <a:spLocks noGrp="1"/>
          </p:cNvSpPr>
          <p:nvPr>
            <p:ph type="sldNum" sz="quarter" idx="12"/>
          </p:nvPr>
        </p:nvSpPr>
        <p:spPr/>
        <p:txBody>
          <a:bodyPr/>
          <a:lstStyle>
            <a:lvl1pPr>
              <a:defRPr/>
            </a:lvl1pPr>
          </a:lstStyle>
          <a:p>
            <a:pPr>
              <a:defRPr/>
            </a:pPr>
            <a:fld id="{3B869DCD-10CD-4FA1-BFF6-AE0D4C6B3E38}" type="slidenum">
              <a:rPr lang="en-US" altLang="en-US"/>
              <a:pPr>
                <a:defRPr/>
              </a:pPr>
              <a:t>‹#›</a:t>
            </a:fld>
            <a:endParaRPr lang="en-US" altLang="en-US"/>
          </a:p>
        </p:txBody>
      </p:sp>
    </p:spTree>
    <p:extLst>
      <p:ext uri="{BB962C8B-B14F-4D97-AF65-F5344CB8AC3E}">
        <p14:creationId xmlns:p14="http://schemas.microsoft.com/office/powerpoint/2010/main" val="133111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8F94F0EC-D7D1-D879-3ECE-A2AB7B03AC92}"/>
              </a:ext>
            </a:extLst>
          </p:cNvPr>
          <p:cNvSpPr>
            <a:spLocks noGrp="1"/>
          </p:cNvSpPr>
          <p:nvPr>
            <p:ph type="dt" sz="half" idx="10"/>
          </p:nvPr>
        </p:nvSpPr>
        <p:spPr/>
        <p:txBody>
          <a:bodyPr/>
          <a:lstStyle>
            <a:lvl1pPr>
              <a:defRPr/>
            </a:lvl1pPr>
          </a:lstStyle>
          <a:p>
            <a:pPr>
              <a:defRPr/>
            </a:pPr>
            <a:fld id="{62018747-951C-425E-8229-EBBFA045203A}" type="datetime1">
              <a:rPr lang="en-US"/>
              <a:pPr>
                <a:defRPr/>
              </a:pPr>
              <a:t>09-Jun-26</a:t>
            </a:fld>
            <a:endParaRPr lang="en-US"/>
          </a:p>
        </p:txBody>
      </p:sp>
      <p:sp>
        <p:nvSpPr>
          <p:cNvPr id="5" name="Footer Placeholder 4">
            <a:extLst>
              <a:ext uri="{FF2B5EF4-FFF2-40B4-BE49-F238E27FC236}">
                <a16:creationId xmlns:a16="http://schemas.microsoft.com/office/drawing/2014/main" xmlns="" id="{AB893B87-5508-B3F8-861A-15A3C659598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171D9171-9959-0CCE-B646-2CB0D052A361}"/>
              </a:ext>
            </a:extLst>
          </p:cNvPr>
          <p:cNvSpPr>
            <a:spLocks noGrp="1"/>
          </p:cNvSpPr>
          <p:nvPr>
            <p:ph type="sldNum" sz="quarter" idx="12"/>
          </p:nvPr>
        </p:nvSpPr>
        <p:spPr/>
        <p:txBody>
          <a:bodyPr/>
          <a:lstStyle>
            <a:lvl1pPr>
              <a:defRPr/>
            </a:lvl1pPr>
          </a:lstStyle>
          <a:p>
            <a:pPr>
              <a:defRPr/>
            </a:pPr>
            <a:fld id="{3828C8BB-89D6-4A82-9E49-606A2696DFED}" type="slidenum">
              <a:rPr lang="en-US" altLang="en-US"/>
              <a:pPr>
                <a:defRPr/>
              </a:pPr>
              <a:t>‹#›</a:t>
            </a:fld>
            <a:endParaRPr lang="en-US" altLang="en-US"/>
          </a:p>
        </p:txBody>
      </p:sp>
    </p:spTree>
    <p:extLst>
      <p:ext uri="{BB962C8B-B14F-4D97-AF65-F5344CB8AC3E}">
        <p14:creationId xmlns:p14="http://schemas.microsoft.com/office/powerpoint/2010/main" val="687073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DC822E01-08AF-E773-DFB9-DD7C59C1BDB2}"/>
              </a:ext>
            </a:extLst>
          </p:cNvPr>
          <p:cNvSpPr>
            <a:spLocks noGrp="1"/>
          </p:cNvSpPr>
          <p:nvPr>
            <p:ph type="dt" sz="half" idx="10"/>
          </p:nvPr>
        </p:nvSpPr>
        <p:spPr/>
        <p:txBody>
          <a:bodyPr/>
          <a:lstStyle>
            <a:lvl1pPr>
              <a:defRPr/>
            </a:lvl1pPr>
          </a:lstStyle>
          <a:p>
            <a:pPr>
              <a:defRPr/>
            </a:pPr>
            <a:fld id="{E74475E8-DAAF-4D26-8057-A9E8136354CE}" type="datetime1">
              <a:rPr lang="en-US"/>
              <a:pPr>
                <a:defRPr/>
              </a:pPr>
              <a:t>09-Jun-26</a:t>
            </a:fld>
            <a:endParaRPr lang="en-US"/>
          </a:p>
        </p:txBody>
      </p:sp>
      <p:sp>
        <p:nvSpPr>
          <p:cNvPr id="5" name="Footer Placeholder 4">
            <a:extLst>
              <a:ext uri="{FF2B5EF4-FFF2-40B4-BE49-F238E27FC236}">
                <a16:creationId xmlns:a16="http://schemas.microsoft.com/office/drawing/2014/main" xmlns="" id="{136EFD12-91EC-D018-DF11-67E04C0EE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7F57F943-C71E-4A2B-CD2C-6792F818F829}"/>
              </a:ext>
            </a:extLst>
          </p:cNvPr>
          <p:cNvSpPr>
            <a:spLocks noGrp="1"/>
          </p:cNvSpPr>
          <p:nvPr>
            <p:ph type="sldNum" sz="quarter" idx="12"/>
          </p:nvPr>
        </p:nvSpPr>
        <p:spPr/>
        <p:txBody>
          <a:bodyPr/>
          <a:lstStyle>
            <a:lvl1pPr>
              <a:defRPr/>
            </a:lvl1pPr>
          </a:lstStyle>
          <a:p>
            <a:pPr>
              <a:defRPr/>
            </a:pPr>
            <a:fld id="{8281CAE6-572F-469A-BF24-C98ECE355E70}" type="slidenum">
              <a:rPr lang="en-US" altLang="en-US"/>
              <a:pPr>
                <a:defRPr/>
              </a:pPr>
              <a:t>‹#›</a:t>
            </a:fld>
            <a:endParaRPr lang="en-US" altLang="en-US"/>
          </a:p>
        </p:txBody>
      </p:sp>
    </p:spTree>
    <p:extLst>
      <p:ext uri="{BB962C8B-B14F-4D97-AF65-F5344CB8AC3E}">
        <p14:creationId xmlns:p14="http://schemas.microsoft.com/office/powerpoint/2010/main" val="49218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1410B15F-80AC-9283-544E-F40FAB4B28B3}"/>
              </a:ext>
            </a:extLst>
          </p:cNvPr>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027" name="Title Placeholder 1">
            <a:extLst>
              <a:ext uri="{FF2B5EF4-FFF2-40B4-BE49-F238E27FC236}">
                <a16:creationId xmlns:a16="http://schemas.microsoft.com/office/drawing/2014/main" xmlns="" id="{BF2F4C1B-3B2F-CDA4-07A7-7AC5ED524671}"/>
              </a:ext>
            </a:extLst>
          </p:cNvPr>
          <p:cNvSpPr>
            <a:spLocks noGrp="1"/>
          </p:cNvSpPr>
          <p:nvPr>
            <p:ph type="title"/>
          </p:nvPr>
        </p:nvSpPr>
        <p:spPr bwMode="auto">
          <a:xfrm>
            <a:off x="1143000" y="609600"/>
            <a:ext cx="9875838"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xmlns="" id="{C2A937C2-EF55-AF94-EADC-FA387F4FAE1B}"/>
              </a:ext>
            </a:extLst>
          </p:cNvPr>
          <p:cNvSpPr>
            <a:spLocks noGrp="1"/>
          </p:cNvSpPr>
          <p:nvPr>
            <p:ph type="body" idx="1"/>
          </p:nvPr>
        </p:nvSpPr>
        <p:spPr bwMode="auto">
          <a:xfrm>
            <a:off x="1143000" y="2057400"/>
            <a:ext cx="98726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xmlns="" id="{07B60B38-BA8D-C7BF-7F9E-BE7A1D662DDD}"/>
              </a:ext>
            </a:extLst>
          </p:cNvPr>
          <p:cNvSpPr>
            <a:spLocks noGrp="1"/>
          </p:cNvSpPr>
          <p:nvPr>
            <p:ph type="dt" sz="half" idx="2"/>
          </p:nvPr>
        </p:nvSpPr>
        <p:spPr>
          <a:xfrm>
            <a:off x="1143000" y="6224588"/>
            <a:ext cx="2328863" cy="365125"/>
          </a:xfrm>
          <a:prstGeom prst="rect">
            <a:avLst/>
          </a:prstGeom>
        </p:spPr>
        <p:txBody>
          <a:bodyPr vert="horz" lIns="91440" tIns="45720" rIns="91440" bIns="45720" rtlCol="0" anchor="ctr"/>
          <a:lstStyle>
            <a:lvl1pPr algn="l">
              <a:defRPr sz="1200" smtClean="0">
                <a:solidFill>
                  <a:schemeClr val="tx1"/>
                </a:solidFill>
              </a:defRPr>
            </a:lvl1pPr>
          </a:lstStyle>
          <a:p>
            <a:pPr>
              <a:defRPr/>
            </a:pPr>
            <a:fld id="{E23BC151-30A9-4D3B-9C80-755502075D4E}" type="datetime1">
              <a:rPr lang="en-US"/>
              <a:pPr>
                <a:defRPr/>
              </a:pPr>
              <a:t>09-Jun-26</a:t>
            </a:fld>
            <a:endParaRPr lang="en-US"/>
          </a:p>
        </p:txBody>
      </p:sp>
      <p:sp>
        <p:nvSpPr>
          <p:cNvPr id="5" name="Footer Placeholder 4">
            <a:extLst>
              <a:ext uri="{FF2B5EF4-FFF2-40B4-BE49-F238E27FC236}">
                <a16:creationId xmlns:a16="http://schemas.microsoft.com/office/drawing/2014/main" xmlns="" id="{B51F4D3F-7C98-24E0-EF2F-ADAC188E66F3}"/>
              </a:ext>
            </a:extLst>
          </p:cNvPr>
          <p:cNvSpPr>
            <a:spLocks noGrp="1"/>
          </p:cNvSpPr>
          <p:nvPr>
            <p:ph type="ftr" sz="quarter" idx="3"/>
          </p:nvPr>
        </p:nvSpPr>
        <p:spPr>
          <a:xfrm>
            <a:off x="3949700" y="6224588"/>
            <a:ext cx="4716463" cy="365125"/>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a:extLst>
              <a:ext uri="{FF2B5EF4-FFF2-40B4-BE49-F238E27FC236}">
                <a16:creationId xmlns:a16="http://schemas.microsoft.com/office/drawing/2014/main" xmlns="" id="{E40A3883-89C0-F4C9-10AA-4FEC9EC10859}"/>
              </a:ext>
            </a:extLst>
          </p:cNvPr>
          <p:cNvSpPr>
            <a:spLocks noGrp="1"/>
          </p:cNvSpPr>
          <p:nvPr>
            <p:ph type="sldNum" sz="quarter" idx="4"/>
          </p:nvPr>
        </p:nvSpPr>
        <p:spPr>
          <a:xfrm>
            <a:off x="9329738" y="6224588"/>
            <a:ext cx="1706562" cy="365125"/>
          </a:xfrm>
          <a:prstGeom prst="rect">
            <a:avLst/>
          </a:prstGeom>
        </p:spPr>
        <p:txBody>
          <a:bodyPr vert="horz" wrap="square" lIns="91440" tIns="45720" rIns="91440" bIns="45720" numCol="1" anchor="ctr" anchorCtr="0" compatLnSpc="1">
            <a:prstTxWarp prst="textNoShape">
              <a:avLst/>
            </a:prstTxWarp>
          </a:bodyPr>
          <a:lstStyle>
            <a:lvl1pPr algn="r">
              <a:defRPr sz="1200"/>
            </a:lvl1pPr>
          </a:lstStyle>
          <a:p>
            <a:pPr>
              <a:defRPr/>
            </a:pPr>
            <a:fld id="{45805309-4BC6-4916-9093-3FE9E0DB9AB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996" r:id="rId1"/>
    <p:sldLayoutId id="2147484987" r:id="rId2"/>
    <p:sldLayoutId id="2147484997" r:id="rId3"/>
    <p:sldLayoutId id="2147484988" r:id="rId4"/>
    <p:sldLayoutId id="2147484989" r:id="rId5"/>
    <p:sldLayoutId id="2147484990" r:id="rId6"/>
    <p:sldLayoutId id="2147484991" r:id="rId7"/>
    <p:sldLayoutId id="2147484992" r:id="rId8"/>
    <p:sldLayoutId id="2147484993" r:id="rId9"/>
    <p:sldLayoutId id="2147484994" r:id="rId10"/>
    <p:sldLayoutId id="2147484995"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orbel" panose="020B0503020204020204" pitchFamily="34" charset="0"/>
        </a:defRPr>
      </a:lvl2pPr>
      <a:lvl3pPr algn="l" rtl="0" eaLnBrk="0" fontAlgn="base" hangingPunct="0">
        <a:lnSpc>
          <a:spcPct val="90000"/>
        </a:lnSpc>
        <a:spcBef>
          <a:spcPct val="0"/>
        </a:spcBef>
        <a:spcAft>
          <a:spcPct val="0"/>
        </a:spcAft>
        <a:defRPr sz="4400">
          <a:solidFill>
            <a:schemeClr val="tx1"/>
          </a:solidFill>
          <a:latin typeface="Corbel" panose="020B0503020204020204" pitchFamily="34" charset="0"/>
        </a:defRPr>
      </a:lvl3pPr>
      <a:lvl4pPr algn="l" rtl="0" eaLnBrk="0" fontAlgn="base" hangingPunct="0">
        <a:lnSpc>
          <a:spcPct val="90000"/>
        </a:lnSpc>
        <a:spcBef>
          <a:spcPct val="0"/>
        </a:spcBef>
        <a:spcAft>
          <a:spcPct val="0"/>
        </a:spcAft>
        <a:defRPr sz="4400">
          <a:solidFill>
            <a:schemeClr val="tx1"/>
          </a:solidFill>
          <a:latin typeface="Corbel" panose="020B0503020204020204" pitchFamily="34" charset="0"/>
        </a:defRPr>
      </a:lvl4pPr>
      <a:lvl5pPr algn="l" rtl="0" eaLnBrk="0" fontAlgn="base" hangingPunct="0">
        <a:lnSpc>
          <a:spcPct val="90000"/>
        </a:lnSpc>
        <a:spcBef>
          <a:spcPct val="0"/>
        </a:spcBef>
        <a:spcAft>
          <a:spcPct val="0"/>
        </a:spcAft>
        <a:defRPr sz="4400">
          <a:solidFill>
            <a:schemeClr val="tx1"/>
          </a:solidFill>
          <a:latin typeface="Corbel" panose="020B0503020204020204"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p:titleStyle>
    <p:body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A6C4E4F3-6A37-593E-BEC4-B5D97CDBE4AD}"/>
              </a:ext>
            </a:extLst>
          </p:cNvPr>
          <p:cNvSpPr>
            <a:spLocks noGrp="1"/>
          </p:cNvSpPr>
          <p:nvPr>
            <p:ph type="title"/>
          </p:nvPr>
        </p:nvSpPr>
        <p:spPr>
          <a:xfrm>
            <a:off x="1143000" y="588963"/>
            <a:ext cx="9875838" cy="1355725"/>
          </a:xfrm>
        </p:spPr>
        <p:txBody>
          <a:bodyPr/>
          <a:lstStyle/>
          <a:p>
            <a:pPr algn="ctr"/>
            <a:r>
              <a:rPr lang="en-US" altLang="en-US" dirty="0"/>
              <a:t>Data Science Lifecycle</a:t>
            </a:r>
          </a:p>
        </p:txBody>
      </p:sp>
      <p:sp>
        <p:nvSpPr>
          <p:cNvPr id="5123" name="Content Placeholder 2">
            <a:extLst>
              <a:ext uri="{FF2B5EF4-FFF2-40B4-BE49-F238E27FC236}">
                <a16:creationId xmlns:a16="http://schemas.microsoft.com/office/drawing/2014/main" xmlns="" id="{79FFB2D2-FA90-1DB1-9DEF-1E6B546C958B}"/>
              </a:ext>
            </a:extLst>
          </p:cNvPr>
          <p:cNvSpPr>
            <a:spLocks noGrp="1"/>
          </p:cNvSpPr>
          <p:nvPr>
            <p:ph idx="1"/>
          </p:nvPr>
        </p:nvSpPr>
        <p:spPr/>
        <p:txBody>
          <a:bodyPr/>
          <a:lstStyle/>
          <a:p>
            <a:pPr marL="44450" indent="0" algn="just">
              <a:buNone/>
            </a:pPr>
            <a:r>
              <a:rPr lang="en-US" dirty="0">
                <a:latin typeface="Times New Roman" pitchFamily="18" charset="0"/>
                <a:cs typeface="Times New Roman" pitchFamily="18" charset="0"/>
              </a:rPr>
              <a:t>The </a:t>
            </a:r>
            <a:r>
              <a:rPr lang="en-US" b="1" dirty="0">
                <a:latin typeface="Times New Roman" pitchFamily="18" charset="0"/>
                <a:cs typeface="Times New Roman" pitchFamily="18" charset="0"/>
              </a:rPr>
              <a:t>Data Science Lifecycle</a:t>
            </a:r>
            <a:r>
              <a:rPr lang="en-US" dirty="0">
                <a:latin typeface="Times New Roman" pitchFamily="18" charset="0"/>
                <a:cs typeface="Times New Roman" pitchFamily="18" charset="0"/>
              </a:rPr>
              <a:t> represents a structured, iterative workflow designed to transform raw data into actionable intelligence. It ensures that data projects are not just mathematical exercises, but practical tools that solve real-world problems</a:t>
            </a:r>
            <a:r>
              <a:rPr lang="en-US" dirty="0" smtClean="0">
                <a:latin typeface="Times New Roman" pitchFamily="18" charset="0"/>
                <a:cs typeface="Times New Roman" pitchFamily="18" charset="0"/>
              </a:rPr>
              <a:t>.</a:t>
            </a:r>
          </a:p>
          <a:p>
            <a:pPr marL="44450" indent="0" algn="just">
              <a:buNone/>
            </a:pPr>
            <a:r>
              <a:rPr lang="en-US" altLang="en-US" dirty="0">
                <a:latin typeface="Times New Roman" pitchFamily="18" charset="0"/>
                <a:cs typeface="Times New Roman" pitchFamily="18" charset="0"/>
              </a:rPr>
              <a:t>Step 1 – Problem </a:t>
            </a:r>
            <a:r>
              <a:rPr lang="en-US" altLang="en-US" dirty="0" smtClean="0">
                <a:latin typeface="Times New Roman" pitchFamily="18" charset="0"/>
                <a:cs typeface="Times New Roman" pitchFamily="18" charset="0"/>
              </a:rPr>
              <a:t>Understanding</a:t>
            </a:r>
          </a:p>
          <a:p>
            <a:pPr marL="44450" indent="0" algn="just">
              <a:buNone/>
            </a:pPr>
            <a:r>
              <a:rPr lang="en-US" altLang="en-US" dirty="0">
                <a:latin typeface="Times New Roman" pitchFamily="18" charset="0"/>
                <a:cs typeface="Times New Roman" pitchFamily="18" charset="0"/>
              </a:rPr>
              <a:t>Step 2 – Data </a:t>
            </a:r>
            <a:r>
              <a:rPr lang="en-US" altLang="en-US" dirty="0" smtClean="0">
                <a:latin typeface="Times New Roman" pitchFamily="18" charset="0"/>
                <a:cs typeface="Times New Roman" pitchFamily="18" charset="0"/>
              </a:rPr>
              <a:t>Collection</a:t>
            </a:r>
          </a:p>
          <a:p>
            <a:pPr marL="44450" indent="0" algn="just">
              <a:buNone/>
            </a:pPr>
            <a:r>
              <a:rPr lang="en-US" altLang="en-US" dirty="0">
                <a:latin typeface="Times New Roman" pitchFamily="18" charset="0"/>
                <a:cs typeface="Times New Roman" pitchFamily="18" charset="0"/>
              </a:rPr>
              <a:t>Step 3 – Data </a:t>
            </a:r>
            <a:r>
              <a:rPr lang="en-US" altLang="en-US" dirty="0" smtClean="0">
                <a:latin typeface="Times New Roman" pitchFamily="18" charset="0"/>
                <a:cs typeface="Times New Roman" pitchFamily="18" charset="0"/>
              </a:rPr>
              <a:t>Cleaning</a:t>
            </a:r>
          </a:p>
          <a:p>
            <a:pPr marL="44450" indent="0" algn="just">
              <a:buNone/>
            </a:pPr>
            <a:r>
              <a:rPr lang="en-US" altLang="en-US" dirty="0">
                <a:latin typeface="Times New Roman" pitchFamily="18" charset="0"/>
                <a:cs typeface="Times New Roman" pitchFamily="18" charset="0"/>
              </a:rPr>
              <a:t>Step 4 – Exploratory Data Analysis (EDA</a:t>
            </a:r>
            <a:r>
              <a:rPr lang="en-US" altLang="en-US" dirty="0" smtClean="0">
                <a:latin typeface="Times New Roman" pitchFamily="18" charset="0"/>
                <a:cs typeface="Times New Roman" pitchFamily="18" charset="0"/>
              </a:rPr>
              <a:t>)</a:t>
            </a:r>
          </a:p>
          <a:p>
            <a:pPr marL="44450" indent="0" algn="just">
              <a:buNone/>
            </a:pPr>
            <a:r>
              <a:rPr lang="en-US" altLang="en-US" dirty="0">
                <a:latin typeface="Times New Roman" pitchFamily="18" charset="0"/>
                <a:cs typeface="Times New Roman" pitchFamily="18" charset="0"/>
              </a:rPr>
              <a:t>Step 5 – </a:t>
            </a:r>
            <a:r>
              <a:rPr lang="en-US" altLang="en-US" dirty="0" smtClean="0">
                <a:latin typeface="Times New Roman" pitchFamily="18" charset="0"/>
                <a:cs typeface="Times New Roman" pitchFamily="18" charset="0"/>
              </a:rPr>
              <a:t>Modeling</a:t>
            </a:r>
          </a:p>
          <a:p>
            <a:pPr marL="44450" indent="0" algn="just">
              <a:buNone/>
            </a:pPr>
            <a:r>
              <a:rPr lang="en-US" altLang="en-US" dirty="0">
                <a:latin typeface="Times New Roman" pitchFamily="18" charset="0"/>
                <a:cs typeface="Times New Roman" pitchFamily="18" charset="0"/>
              </a:rPr>
              <a:t>Step 6 – </a:t>
            </a:r>
            <a:r>
              <a:rPr lang="en-US" altLang="en-US" dirty="0" smtClean="0">
                <a:latin typeface="Times New Roman" pitchFamily="18" charset="0"/>
                <a:cs typeface="Times New Roman" pitchFamily="18" charset="0"/>
              </a:rPr>
              <a:t>Evaluation</a:t>
            </a:r>
          </a:p>
          <a:p>
            <a:pPr marL="44450" indent="0" algn="just">
              <a:buNone/>
            </a:pPr>
            <a:r>
              <a:rPr lang="en-US" altLang="en-US" dirty="0">
                <a:latin typeface="Times New Roman" pitchFamily="18" charset="0"/>
                <a:cs typeface="Times New Roman" pitchFamily="18" charset="0"/>
              </a:rPr>
              <a:t>Step 7 </a:t>
            </a:r>
            <a:r>
              <a:rPr lang="en-US" altLang="en-US" dirty="0" smtClean="0">
                <a:latin typeface="Times New Roman" pitchFamily="18" charset="0"/>
                <a:cs typeface="Times New Roman" pitchFamily="18" charset="0"/>
              </a:rPr>
              <a:t>– Deployment</a:t>
            </a:r>
            <a:endParaRPr lang="en-US" altLang="en-US" dirty="0">
              <a:latin typeface="Times New Roman" pitchFamily="18" charset="0"/>
              <a:cs typeface="Times New Roman" pitchFamily="18" charset="0"/>
            </a:endParaRPr>
          </a:p>
        </p:txBody>
      </p:sp>
      <p:sp>
        <p:nvSpPr>
          <p:cNvPr id="5124" name="Slide Number Placeholder 1">
            <a:extLst>
              <a:ext uri="{FF2B5EF4-FFF2-40B4-BE49-F238E27FC236}">
                <a16:creationId xmlns:a16="http://schemas.microsoft.com/office/drawing/2014/main" xmlns="" id="{D4364F6F-A19D-4608-36F3-C171F58181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7B033C-B565-4DDB-B117-E2D83B9252BF}" type="slidenum">
              <a:rPr lang="en-US" altLang="en-US" smtClean="0"/>
              <a:pPr/>
              <a:t>1</a:t>
            </a:fld>
            <a:endParaRPr lang="en-US" altLang="en-US"/>
          </a:p>
        </p:txBody>
      </p:sp>
    </p:spTree>
    <p:extLst>
      <p:ext uri="{BB962C8B-B14F-4D97-AF65-F5344CB8AC3E}">
        <p14:creationId xmlns:p14="http://schemas.microsoft.com/office/powerpoint/2010/main" val="9761092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Slide Number Placeholder 1">
            <a:extLst>
              <a:ext uri="{FF2B5EF4-FFF2-40B4-BE49-F238E27FC236}">
                <a16:creationId xmlns:a16="http://schemas.microsoft.com/office/drawing/2014/main" xmlns="" id="{D4364F6F-A19D-4608-36F3-C171F58181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7B033C-B565-4DDB-B117-E2D83B9252BF}" type="slidenum">
              <a:rPr lang="en-US" altLang="en-US" smtClean="0"/>
              <a:pPr/>
              <a:t>2</a:t>
            </a:fld>
            <a:endParaRPr lang="en-US" alt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613" y="905556"/>
            <a:ext cx="9753600" cy="532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20602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A6C4E4F3-6A37-593E-BEC4-B5D97CDBE4AD}"/>
              </a:ext>
            </a:extLst>
          </p:cNvPr>
          <p:cNvSpPr>
            <a:spLocks noGrp="1"/>
          </p:cNvSpPr>
          <p:nvPr>
            <p:ph type="title"/>
          </p:nvPr>
        </p:nvSpPr>
        <p:spPr>
          <a:xfrm>
            <a:off x="1143000" y="588963"/>
            <a:ext cx="9875838" cy="1355725"/>
          </a:xfrm>
        </p:spPr>
        <p:txBody>
          <a:bodyPr/>
          <a:lstStyle/>
          <a:p>
            <a:pPr algn="ctr"/>
            <a:r>
              <a:rPr lang="en-US" altLang="en-US" dirty="0"/>
              <a:t>Data Science Lifecycle</a:t>
            </a:r>
          </a:p>
        </p:txBody>
      </p:sp>
      <p:sp>
        <p:nvSpPr>
          <p:cNvPr id="5123" name="Content Placeholder 2">
            <a:extLst>
              <a:ext uri="{FF2B5EF4-FFF2-40B4-BE49-F238E27FC236}">
                <a16:creationId xmlns:a16="http://schemas.microsoft.com/office/drawing/2014/main" xmlns="" id="{79FFB2D2-FA90-1DB1-9DEF-1E6B546C958B}"/>
              </a:ext>
            </a:extLst>
          </p:cNvPr>
          <p:cNvSpPr>
            <a:spLocks noGrp="1"/>
          </p:cNvSpPr>
          <p:nvPr>
            <p:ph idx="1"/>
          </p:nvPr>
        </p:nvSpPr>
        <p:spPr/>
        <p:txBody>
          <a:bodyPr/>
          <a:lstStyle/>
          <a:p>
            <a:pPr marL="46037" indent="0" algn="just">
              <a:buNone/>
            </a:pPr>
            <a:r>
              <a:rPr lang="en-US" b="1" dirty="0">
                <a:latin typeface="Times New Roman" pitchFamily="18" charset="0"/>
                <a:cs typeface="Times New Roman" pitchFamily="18" charset="0"/>
              </a:rPr>
              <a:t>Step 1 – Problem Understanding</a:t>
            </a:r>
          </a:p>
          <a:p>
            <a:pPr algn="just"/>
            <a:r>
              <a:rPr lang="en-US" dirty="0">
                <a:latin typeface="Times New Roman" pitchFamily="18" charset="0"/>
                <a:cs typeface="Times New Roman" pitchFamily="18" charset="0"/>
              </a:rPr>
              <a:t>Before writing a single line of code or querying a database, you must clearly frame the problem you are trying to solve.</a:t>
            </a:r>
          </a:p>
          <a:p>
            <a:pPr algn="just"/>
            <a:r>
              <a:rPr lang="en-US" b="1" dirty="0">
                <a:latin typeface="Times New Roman" pitchFamily="18" charset="0"/>
                <a:cs typeface="Times New Roman" pitchFamily="18" charset="0"/>
              </a:rPr>
              <a:t>Define Objectives:</a:t>
            </a:r>
            <a:r>
              <a:rPr lang="en-US" dirty="0">
                <a:latin typeface="Times New Roman" pitchFamily="18" charset="0"/>
                <a:cs typeface="Times New Roman" pitchFamily="18" charset="0"/>
              </a:rPr>
              <a:t> Translate vague business goals into precise, measurable data science tasks. (e.g., instead of </a:t>
            </a:r>
            <a:r>
              <a:rPr lang="en-US" i="1" dirty="0">
                <a:latin typeface="Times New Roman" pitchFamily="18" charset="0"/>
                <a:cs typeface="Times New Roman" pitchFamily="18" charset="0"/>
              </a:rPr>
              <a:t>"We need to increase sales,"</a:t>
            </a:r>
            <a:r>
              <a:rPr lang="en-US" dirty="0">
                <a:latin typeface="Times New Roman" pitchFamily="18" charset="0"/>
                <a:cs typeface="Times New Roman" pitchFamily="18" charset="0"/>
              </a:rPr>
              <a:t> define the objective as </a:t>
            </a:r>
            <a:r>
              <a:rPr lang="en-US" i="1" dirty="0">
                <a:latin typeface="Times New Roman" pitchFamily="18" charset="0"/>
                <a:cs typeface="Times New Roman" pitchFamily="18" charset="0"/>
              </a:rPr>
              <a:t>"Predict which customer cohorts are likely to churn next quarter with an </a:t>
            </a:r>
            <a:r>
              <a:rPr lang="en-US" i="1" dirty="0" smtClean="0">
                <a:latin typeface="Times New Roman" pitchFamily="18" charset="0"/>
                <a:cs typeface="Times New Roman" pitchFamily="18" charset="0"/>
              </a:rPr>
              <a:t>F1 score </a:t>
            </a:r>
            <a:r>
              <a:rPr lang="en-US" i="1" dirty="0">
                <a:latin typeface="Times New Roman" pitchFamily="18" charset="0"/>
                <a:cs typeface="Times New Roman" pitchFamily="18" charset="0"/>
              </a:rPr>
              <a:t>of 0.85"</a:t>
            </a:r>
            <a:r>
              <a:rPr lang="en-US" dirty="0">
                <a:latin typeface="Times New Roman" pitchFamily="18" charset="0"/>
                <a:cs typeface="Times New Roman" pitchFamily="18" charset="0"/>
              </a:rPr>
              <a:t>).</a:t>
            </a:r>
          </a:p>
          <a:p>
            <a:pPr algn="just"/>
            <a:r>
              <a:rPr lang="en-US" b="1" dirty="0">
                <a:latin typeface="Times New Roman" pitchFamily="18" charset="0"/>
                <a:cs typeface="Times New Roman" pitchFamily="18" charset="0"/>
              </a:rPr>
              <a:t>Understand Stakeholders:</a:t>
            </a:r>
            <a:r>
              <a:rPr lang="en-US" dirty="0">
                <a:latin typeface="Times New Roman" pitchFamily="18" charset="0"/>
                <a:cs typeface="Times New Roman" pitchFamily="18" charset="0"/>
              </a:rPr>
              <a:t> Identify who will use the final model or insight. A model built for automated software infrastructure requires different parameters than an analytics dashboard designed for high-level executives.</a:t>
            </a:r>
          </a:p>
        </p:txBody>
      </p:sp>
      <p:sp>
        <p:nvSpPr>
          <p:cNvPr id="5124" name="Slide Number Placeholder 1">
            <a:extLst>
              <a:ext uri="{FF2B5EF4-FFF2-40B4-BE49-F238E27FC236}">
                <a16:creationId xmlns:a16="http://schemas.microsoft.com/office/drawing/2014/main" xmlns="" id="{D4364F6F-A19D-4608-36F3-C171F58181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7B033C-B565-4DDB-B117-E2D83B9252BF}" type="slidenum">
              <a:rPr lang="en-US" altLang="en-US" smtClean="0"/>
              <a:pPr/>
              <a:t>3</a:t>
            </a:fld>
            <a:endParaRPr lang="en-US"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A6C4E4F3-6A37-593E-BEC4-B5D97CDBE4AD}"/>
              </a:ext>
            </a:extLst>
          </p:cNvPr>
          <p:cNvSpPr>
            <a:spLocks noGrp="1"/>
          </p:cNvSpPr>
          <p:nvPr>
            <p:ph type="title"/>
          </p:nvPr>
        </p:nvSpPr>
        <p:spPr>
          <a:xfrm>
            <a:off x="1143000" y="588963"/>
            <a:ext cx="9875838" cy="1355725"/>
          </a:xfrm>
        </p:spPr>
        <p:txBody>
          <a:bodyPr/>
          <a:lstStyle/>
          <a:p>
            <a:pPr algn="ctr"/>
            <a:r>
              <a:rPr lang="en-US" altLang="en-US" dirty="0"/>
              <a:t>Data Science Lifecycle</a:t>
            </a:r>
          </a:p>
        </p:txBody>
      </p:sp>
      <p:sp>
        <p:nvSpPr>
          <p:cNvPr id="5123" name="Content Placeholder 2">
            <a:extLst>
              <a:ext uri="{FF2B5EF4-FFF2-40B4-BE49-F238E27FC236}">
                <a16:creationId xmlns:a16="http://schemas.microsoft.com/office/drawing/2014/main" xmlns="" id="{79FFB2D2-FA90-1DB1-9DEF-1E6B546C958B}"/>
              </a:ext>
            </a:extLst>
          </p:cNvPr>
          <p:cNvSpPr>
            <a:spLocks noGrp="1"/>
          </p:cNvSpPr>
          <p:nvPr>
            <p:ph idx="1"/>
          </p:nvPr>
        </p:nvSpPr>
        <p:spPr/>
        <p:txBody>
          <a:bodyPr/>
          <a:lstStyle/>
          <a:p>
            <a:pPr marL="46037" indent="0" algn="just">
              <a:buNone/>
            </a:pPr>
            <a:r>
              <a:rPr lang="en-US" sz="2000" b="1" dirty="0">
                <a:latin typeface="Times New Roman" pitchFamily="18" charset="0"/>
                <a:cs typeface="Times New Roman" pitchFamily="18" charset="0"/>
              </a:rPr>
              <a:t>Step 2 – Data Collection</a:t>
            </a:r>
          </a:p>
          <a:p>
            <a:pPr algn="just"/>
            <a:r>
              <a:rPr lang="en-US" sz="2000" dirty="0">
                <a:latin typeface="Times New Roman" pitchFamily="18" charset="0"/>
                <a:cs typeface="Times New Roman" pitchFamily="18" charset="0"/>
              </a:rPr>
              <a:t>Once you know the destination, you need to gather the raw materials. Data scientists pull from a vast array of digital sources.</a:t>
            </a:r>
          </a:p>
          <a:p>
            <a:pPr algn="just"/>
            <a:r>
              <a:rPr lang="en-US" sz="2000" b="1" dirty="0">
                <a:latin typeface="Times New Roman" pitchFamily="18" charset="0"/>
                <a:cs typeface="Times New Roman" pitchFamily="18" charset="0"/>
              </a:rPr>
              <a:t>Databases:</a:t>
            </a:r>
            <a:r>
              <a:rPr lang="en-US" sz="2000" dirty="0">
                <a:latin typeface="Times New Roman" pitchFamily="18" charset="0"/>
                <a:cs typeface="Times New Roman" pitchFamily="18" charset="0"/>
              </a:rPr>
              <a:t> Querying structured corporate data lakes and relational databases using SQL.</a:t>
            </a:r>
          </a:p>
          <a:p>
            <a:pPr algn="just"/>
            <a:r>
              <a:rPr lang="en-US" sz="2000" b="1" dirty="0">
                <a:latin typeface="Times New Roman" pitchFamily="18" charset="0"/>
                <a:cs typeface="Times New Roman" pitchFamily="18" charset="0"/>
              </a:rPr>
              <a:t>APIs:</a:t>
            </a:r>
            <a:r>
              <a:rPr lang="en-US" sz="2000" dirty="0">
                <a:latin typeface="Times New Roman" pitchFamily="18" charset="0"/>
                <a:cs typeface="Times New Roman" pitchFamily="18" charset="0"/>
              </a:rPr>
              <a:t> Connecting to third-party live application programming interfaces to ingest streaming data (e.g., financial market tickers, weather feeds, or social media text streams).</a:t>
            </a:r>
          </a:p>
          <a:p>
            <a:pPr algn="just"/>
            <a:r>
              <a:rPr lang="en-US" sz="2000" b="1" dirty="0">
                <a:latin typeface="Times New Roman" pitchFamily="18" charset="0"/>
                <a:cs typeface="Times New Roman" pitchFamily="18" charset="0"/>
              </a:rPr>
              <a:t>Surveys:</a:t>
            </a:r>
            <a:r>
              <a:rPr lang="en-US" sz="2000" dirty="0">
                <a:latin typeface="Times New Roman" pitchFamily="18" charset="0"/>
                <a:cs typeface="Times New Roman" pitchFamily="18" charset="0"/>
              </a:rPr>
              <a:t> Designing direct sampling mechanisms to capture targeted, human-centric qualitative and quantitative metrics.</a:t>
            </a:r>
          </a:p>
          <a:p>
            <a:pPr algn="just"/>
            <a:r>
              <a:rPr lang="en-US" sz="2000" b="1" dirty="0">
                <a:latin typeface="Times New Roman" pitchFamily="18" charset="0"/>
                <a:cs typeface="Times New Roman" pitchFamily="18" charset="0"/>
              </a:rPr>
              <a:t>Web Scraping:</a:t>
            </a:r>
            <a:r>
              <a:rPr lang="en-US" sz="2000" dirty="0">
                <a:latin typeface="Times New Roman" pitchFamily="18" charset="0"/>
                <a:cs typeface="Times New Roman" pitchFamily="18" charset="0"/>
              </a:rPr>
              <a:t> Utilizing automated parsers (like Beautiful Soup or </a:t>
            </a:r>
            <a:r>
              <a:rPr lang="en-US" sz="2000" dirty="0" err="1">
                <a:latin typeface="Times New Roman" pitchFamily="18" charset="0"/>
                <a:cs typeface="Times New Roman" pitchFamily="18" charset="0"/>
              </a:rPr>
              <a:t>Scrapy</a:t>
            </a:r>
            <a:r>
              <a:rPr lang="en-US" sz="2000" dirty="0">
                <a:latin typeface="Times New Roman" pitchFamily="18" charset="0"/>
                <a:cs typeface="Times New Roman" pitchFamily="18" charset="0"/>
              </a:rPr>
              <a:t>) to extract unstructured information from across the web when public APIs are unavailable.</a:t>
            </a:r>
          </a:p>
        </p:txBody>
      </p:sp>
      <p:sp>
        <p:nvSpPr>
          <p:cNvPr id="5124" name="Slide Number Placeholder 1">
            <a:extLst>
              <a:ext uri="{FF2B5EF4-FFF2-40B4-BE49-F238E27FC236}">
                <a16:creationId xmlns:a16="http://schemas.microsoft.com/office/drawing/2014/main" xmlns="" id="{D4364F6F-A19D-4608-36F3-C171F58181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7B033C-B565-4DDB-B117-E2D83B9252BF}" type="slidenum">
              <a:rPr lang="en-US" altLang="en-US" smtClean="0"/>
              <a:pPr/>
              <a:t>4</a:t>
            </a:fld>
            <a:endParaRPr lang="en-US" altLang="en-US"/>
          </a:p>
        </p:txBody>
      </p:sp>
    </p:spTree>
    <p:extLst>
      <p:ext uri="{BB962C8B-B14F-4D97-AF65-F5344CB8AC3E}">
        <p14:creationId xmlns:p14="http://schemas.microsoft.com/office/powerpoint/2010/main" val="28069803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A6C4E4F3-6A37-593E-BEC4-B5D97CDBE4AD}"/>
              </a:ext>
            </a:extLst>
          </p:cNvPr>
          <p:cNvSpPr>
            <a:spLocks noGrp="1"/>
          </p:cNvSpPr>
          <p:nvPr>
            <p:ph type="title"/>
          </p:nvPr>
        </p:nvSpPr>
        <p:spPr>
          <a:xfrm>
            <a:off x="1143000" y="588963"/>
            <a:ext cx="9875838" cy="1355725"/>
          </a:xfrm>
        </p:spPr>
        <p:txBody>
          <a:bodyPr/>
          <a:lstStyle/>
          <a:p>
            <a:pPr algn="ctr"/>
            <a:r>
              <a:rPr lang="en-US" altLang="en-US" dirty="0"/>
              <a:t>Data Science Lifecycle</a:t>
            </a:r>
          </a:p>
        </p:txBody>
      </p:sp>
      <p:sp>
        <p:nvSpPr>
          <p:cNvPr id="5123" name="Content Placeholder 2">
            <a:extLst>
              <a:ext uri="{FF2B5EF4-FFF2-40B4-BE49-F238E27FC236}">
                <a16:creationId xmlns:a16="http://schemas.microsoft.com/office/drawing/2014/main" xmlns="" id="{79FFB2D2-FA90-1DB1-9DEF-1E6B546C958B}"/>
              </a:ext>
            </a:extLst>
          </p:cNvPr>
          <p:cNvSpPr>
            <a:spLocks noGrp="1"/>
          </p:cNvSpPr>
          <p:nvPr>
            <p:ph idx="1"/>
          </p:nvPr>
        </p:nvSpPr>
        <p:spPr/>
        <p:txBody>
          <a:bodyPr/>
          <a:lstStyle/>
          <a:p>
            <a:pPr marL="46037" indent="0" algn="just">
              <a:buNone/>
            </a:pPr>
            <a:r>
              <a:rPr lang="en-US" b="1" dirty="0" smtClean="0">
                <a:latin typeface="Times New Roman" pitchFamily="18" charset="0"/>
                <a:cs typeface="Times New Roman" pitchFamily="18" charset="0"/>
              </a:rPr>
              <a:t>Step </a:t>
            </a:r>
            <a:r>
              <a:rPr lang="en-US" b="1" dirty="0">
                <a:latin typeface="Times New Roman" pitchFamily="18" charset="0"/>
                <a:cs typeface="Times New Roman" pitchFamily="18" charset="0"/>
              </a:rPr>
              <a:t>3 – Data Cleaning</a:t>
            </a:r>
          </a:p>
          <a:p>
            <a:pPr algn="just"/>
            <a:r>
              <a:rPr lang="en-US" dirty="0">
                <a:latin typeface="Times New Roman" pitchFamily="18" charset="0"/>
                <a:cs typeface="Times New Roman" pitchFamily="18" charset="0"/>
              </a:rPr>
              <a:t>Raw data is notoriously messy. In fact, data professionals frequently spend up to 70% of their project time in this phase, preparing the dataset for analysis.</a:t>
            </a:r>
          </a:p>
          <a:p>
            <a:pPr algn="just"/>
            <a:r>
              <a:rPr lang="en-US" b="1" dirty="0">
                <a:latin typeface="Times New Roman" pitchFamily="18" charset="0"/>
                <a:cs typeface="Times New Roman" pitchFamily="18" charset="0"/>
              </a:rPr>
              <a:t>Missing Values:</a:t>
            </a:r>
            <a:r>
              <a:rPr lang="en-US" dirty="0">
                <a:latin typeface="Times New Roman" pitchFamily="18" charset="0"/>
                <a:cs typeface="Times New Roman" pitchFamily="18" charset="0"/>
              </a:rPr>
              <a:t> Deciding whether to drop rows with missing records or systematically calculate replacements using statistical imputation (like mean, median, or K-Nearest Neighbors).</a:t>
            </a:r>
          </a:p>
          <a:p>
            <a:pPr algn="just"/>
            <a:r>
              <a:rPr lang="en-US" b="1" dirty="0">
                <a:latin typeface="Times New Roman" pitchFamily="18" charset="0"/>
                <a:cs typeface="Times New Roman" pitchFamily="18" charset="0"/>
              </a:rPr>
              <a:t>Duplicates:</a:t>
            </a:r>
            <a:r>
              <a:rPr lang="en-US" dirty="0">
                <a:latin typeface="Times New Roman" pitchFamily="18" charset="0"/>
                <a:cs typeface="Times New Roman" pitchFamily="18" charset="0"/>
              </a:rPr>
              <a:t> Locating and purging redundant or overlapping database entries to prevent artificially biasing the machine learning model.</a:t>
            </a:r>
          </a:p>
          <a:p>
            <a:pPr algn="just"/>
            <a:r>
              <a:rPr lang="en-US" b="1" dirty="0">
                <a:latin typeface="Times New Roman" pitchFamily="18" charset="0"/>
                <a:cs typeface="Times New Roman" pitchFamily="18" charset="0"/>
              </a:rPr>
              <a:t>Errors:</a:t>
            </a:r>
            <a:r>
              <a:rPr lang="en-US" dirty="0">
                <a:latin typeface="Times New Roman" pitchFamily="18" charset="0"/>
                <a:cs typeface="Times New Roman" pitchFamily="18" charset="0"/>
              </a:rPr>
              <a:t> Correcting glaring anomalies, corrupted text strings, invalid data types, or extreme structural out-of-bounds outliers caused by sensor malfunctions or human entry mistakes.</a:t>
            </a:r>
          </a:p>
        </p:txBody>
      </p:sp>
      <p:sp>
        <p:nvSpPr>
          <p:cNvPr id="5124" name="Slide Number Placeholder 1">
            <a:extLst>
              <a:ext uri="{FF2B5EF4-FFF2-40B4-BE49-F238E27FC236}">
                <a16:creationId xmlns:a16="http://schemas.microsoft.com/office/drawing/2014/main" xmlns="" id="{D4364F6F-A19D-4608-36F3-C171F58181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7B033C-B565-4DDB-B117-E2D83B9252BF}" type="slidenum">
              <a:rPr lang="en-US" altLang="en-US" smtClean="0"/>
              <a:pPr/>
              <a:t>5</a:t>
            </a:fld>
            <a:endParaRPr lang="en-US" altLang="en-US"/>
          </a:p>
        </p:txBody>
      </p:sp>
    </p:spTree>
    <p:extLst>
      <p:ext uri="{BB962C8B-B14F-4D97-AF65-F5344CB8AC3E}">
        <p14:creationId xmlns:p14="http://schemas.microsoft.com/office/powerpoint/2010/main" val="6740343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A6C4E4F3-6A37-593E-BEC4-B5D97CDBE4AD}"/>
              </a:ext>
            </a:extLst>
          </p:cNvPr>
          <p:cNvSpPr>
            <a:spLocks noGrp="1"/>
          </p:cNvSpPr>
          <p:nvPr>
            <p:ph type="title"/>
          </p:nvPr>
        </p:nvSpPr>
        <p:spPr>
          <a:xfrm>
            <a:off x="1143000" y="588963"/>
            <a:ext cx="9875838" cy="1355725"/>
          </a:xfrm>
        </p:spPr>
        <p:txBody>
          <a:bodyPr/>
          <a:lstStyle/>
          <a:p>
            <a:pPr algn="ctr"/>
            <a:r>
              <a:rPr lang="en-US" altLang="en-US" dirty="0"/>
              <a:t>Data Science Lifecycle</a:t>
            </a:r>
          </a:p>
        </p:txBody>
      </p:sp>
      <p:sp>
        <p:nvSpPr>
          <p:cNvPr id="5123" name="Content Placeholder 2">
            <a:extLst>
              <a:ext uri="{FF2B5EF4-FFF2-40B4-BE49-F238E27FC236}">
                <a16:creationId xmlns:a16="http://schemas.microsoft.com/office/drawing/2014/main" xmlns="" id="{79FFB2D2-FA90-1DB1-9DEF-1E6B546C958B}"/>
              </a:ext>
            </a:extLst>
          </p:cNvPr>
          <p:cNvSpPr>
            <a:spLocks noGrp="1"/>
          </p:cNvSpPr>
          <p:nvPr>
            <p:ph idx="1"/>
          </p:nvPr>
        </p:nvSpPr>
        <p:spPr/>
        <p:txBody>
          <a:bodyPr/>
          <a:lstStyle/>
          <a:p>
            <a:pPr marL="46037" indent="0" algn="just">
              <a:buNone/>
            </a:pPr>
            <a:r>
              <a:rPr lang="en-US" b="1" dirty="0">
                <a:latin typeface="Times New Roman" pitchFamily="18" charset="0"/>
                <a:cs typeface="Times New Roman" pitchFamily="18" charset="0"/>
              </a:rPr>
              <a:t>Step 4 – Exploratory Data Analysis (EDA)</a:t>
            </a:r>
          </a:p>
          <a:p>
            <a:pPr algn="just"/>
            <a:r>
              <a:rPr lang="en-US" dirty="0">
                <a:latin typeface="Times New Roman" pitchFamily="18" charset="0"/>
                <a:cs typeface="Times New Roman" pitchFamily="18" charset="0"/>
              </a:rPr>
              <a:t>EDA is the stage where you listen to your data to uncover hidden anomalies, behaviors, and initial correlations.</a:t>
            </a:r>
          </a:p>
          <a:p>
            <a:pPr algn="just"/>
            <a:r>
              <a:rPr lang="en-US" b="1" dirty="0">
                <a:latin typeface="Times New Roman" pitchFamily="18" charset="0"/>
                <a:cs typeface="Times New Roman" pitchFamily="18" charset="0"/>
              </a:rPr>
              <a:t>Summaries:</a:t>
            </a:r>
            <a:r>
              <a:rPr lang="en-US" dirty="0">
                <a:latin typeface="Times New Roman" pitchFamily="18" charset="0"/>
                <a:cs typeface="Times New Roman" pitchFamily="18" charset="0"/>
              </a:rPr>
              <a:t> Utilizing descriptive statistics—calculating the mean, median, standard deviation, and interquartile ranges—to understand the geometric distribution of the data.</a:t>
            </a:r>
          </a:p>
          <a:p>
            <a:pPr algn="just"/>
            <a:r>
              <a:rPr lang="en-US" b="1" dirty="0">
                <a:latin typeface="Times New Roman" pitchFamily="18" charset="0"/>
                <a:cs typeface="Times New Roman" pitchFamily="18" charset="0"/>
              </a:rPr>
              <a:t>Visualizations:</a:t>
            </a:r>
            <a:r>
              <a:rPr lang="en-US" dirty="0">
                <a:latin typeface="Times New Roman" pitchFamily="18" charset="0"/>
                <a:cs typeface="Times New Roman" pitchFamily="18" charset="0"/>
              </a:rPr>
              <a:t> Plotting the variables using histograms, scatter plots, and box plots to see how variables interact with one another.</a:t>
            </a:r>
          </a:p>
          <a:p>
            <a:pPr algn="just"/>
            <a:r>
              <a:rPr lang="en-US" b="1" dirty="0">
                <a:latin typeface="Times New Roman" pitchFamily="18" charset="0"/>
                <a:cs typeface="Times New Roman" pitchFamily="18" charset="0"/>
              </a:rPr>
              <a:t>Pattern Discovery:</a:t>
            </a:r>
            <a:r>
              <a:rPr lang="en-US" dirty="0">
                <a:latin typeface="Times New Roman" pitchFamily="18" charset="0"/>
                <a:cs typeface="Times New Roman" pitchFamily="18" charset="0"/>
              </a:rPr>
              <a:t> Identifying initial structural trends, feature correlations, and data distributions that will dictate which machine learning models are best suited for the next phase.</a:t>
            </a:r>
          </a:p>
        </p:txBody>
      </p:sp>
      <p:sp>
        <p:nvSpPr>
          <p:cNvPr id="5124" name="Slide Number Placeholder 1">
            <a:extLst>
              <a:ext uri="{FF2B5EF4-FFF2-40B4-BE49-F238E27FC236}">
                <a16:creationId xmlns:a16="http://schemas.microsoft.com/office/drawing/2014/main" xmlns="" id="{D4364F6F-A19D-4608-36F3-C171F58181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7B033C-B565-4DDB-B117-E2D83B9252BF}" type="slidenum">
              <a:rPr lang="en-US" altLang="en-US" smtClean="0"/>
              <a:pPr/>
              <a:t>6</a:t>
            </a:fld>
            <a:endParaRPr lang="en-US" altLang="en-US"/>
          </a:p>
        </p:txBody>
      </p:sp>
    </p:spTree>
    <p:extLst>
      <p:ext uri="{BB962C8B-B14F-4D97-AF65-F5344CB8AC3E}">
        <p14:creationId xmlns:p14="http://schemas.microsoft.com/office/powerpoint/2010/main" val="38350445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A6C4E4F3-6A37-593E-BEC4-B5D97CDBE4AD}"/>
              </a:ext>
            </a:extLst>
          </p:cNvPr>
          <p:cNvSpPr>
            <a:spLocks noGrp="1"/>
          </p:cNvSpPr>
          <p:nvPr>
            <p:ph type="title"/>
          </p:nvPr>
        </p:nvSpPr>
        <p:spPr>
          <a:xfrm>
            <a:off x="1143000" y="588963"/>
            <a:ext cx="9875838" cy="1355725"/>
          </a:xfrm>
        </p:spPr>
        <p:txBody>
          <a:bodyPr/>
          <a:lstStyle/>
          <a:p>
            <a:pPr algn="ctr"/>
            <a:r>
              <a:rPr lang="en-US" altLang="en-US" dirty="0"/>
              <a:t>Data Science Lifecycle</a:t>
            </a:r>
          </a:p>
        </p:txBody>
      </p:sp>
      <p:sp>
        <p:nvSpPr>
          <p:cNvPr id="5123" name="Content Placeholder 2">
            <a:extLst>
              <a:ext uri="{FF2B5EF4-FFF2-40B4-BE49-F238E27FC236}">
                <a16:creationId xmlns:a16="http://schemas.microsoft.com/office/drawing/2014/main" xmlns="" id="{79FFB2D2-FA90-1DB1-9DEF-1E6B546C958B}"/>
              </a:ext>
            </a:extLst>
          </p:cNvPr>
          <p:cNvSpPr>
            <a:spLocks noGrp="1"/>
          </p:cNvSpPr>
          <p:nvPr>
            <p:ph idx="1"/>
          </p:nvPr>
        </p:nvSpPr>
        <p:spPr/>
        <p:txBody>
          <a:bodyPr/>
          <a:lstStyle/>
          <a:p>
            <a:pPr marL="46037" indent="0" algn="just">
              <a:buNone/>
            </a:pPr>
            <a:r>
              <a:rPr lang="en-US" b="1" dirty="0">
                <a:latin typeface="Times New Roman" pitchFamily="18" charset="0"/>
                <a:cs typeface="Times New Roman" pitchFamily="18" charset="0"/>
              </a:rPr>
              <a:t>Step 5 – Modeling</a:t>
            </a:r>
          </a:p>
          <a:p>
            <a:pPr algn="just"/>
            <a:r>
              <a:rPr lang="en-US" dirty="0">
                <a:latin typeface="Times New Roman" pitchFamily="18" charset="0"/>
                <a:cs typeface="Times New Roman" pitchFamily="18" charset="0"/>
              </a:rPr>
              <a:t>This is the mathematical core of the lifecycle. Here, you select and train mathematical algorithms to learn from the cleaned patterns exposed during EDA.</a:t>
            </a:r>
          </a:p>
          <a:p>
            <a:pPr algn="just"/>
            <a:r>
              <a:rPr lang="en-US" b="1" dirty="0">
                <a:latin typeface="Times New Roman" pitchFamily="18" charset="0"/>
                <a:cs typeface="Times New Roman" pitchFamily="18" charset="0"/>
              </a:rPr>
              <a:t>Regression:</a:t>
            </a:r>
            <a:r>
              <a:rPr lang="en-US" dirty="0">
                <a:latin typeface="Times New Roman" pitchFamily="18" charset="0"/>
                <a:cs typeface="Times New Roman" pitchFamily="18" charset="0"/>
              </a:rPr>
              <a:t> Training models to predict a continuous numerical value (e.g., forecasting next month's revenue or crop yield).</a:t>
            </a:r>
          </a:p>
          <a:p>
            <a:pPr algn="just"/>
            <a:r>
              <a:rPr lang="en-US" b="1" dirty="0">
                <a:latin typeface="Times New Roman" pitchFamily="18" charset="0"/>
                <a:cs typeface="Times New Roman" pitchFamily="18" charset="0"/>
              </a:rPr>
              <a:t>Classification:</a:t>
            </a:r>
            <a:r>
              <a:rPr lang="en-US" dirty="0">
                <a:latin typeface="Times New Roman" pitchFamily="18" charset="0"/>
                <a:cs typeface="Times New Roman" pitchFamily="18" charset="0"/>
              </a:rPr>
              <a:t> Building algorithms to sort items into distinct categorical buckets (e.g., flagging an incoming email as "Spam" vs. "Ham", or labeling an image as "Cat" vs. "Dog").</a:t>
            </a:r>
          </a:p>
          <a:p>
            <a:pPr algn="just"/>
            <a:r>
              <a:rPr lang="en-US" b="1" dirty="0">
                <a:latin typeface="Times New Roman" pitchFamily="18" charset="0"/>
                <a:cs typeface="Times New Roman" pitchFamily="18" charset="0"/>
              </a:rPr>
              <a:t>Clustering:</a:t>
            </a:r>
            <a:r>
              <a:rPr lang="en-US" dirty="0">
                <a:latin typeface="Times New Roman" pitchFamily="18" charset="0"/>
                <a:cs typeface="Times New Roman" pitchFamily="18" charset="0"/>
              </a:rPr>
              <a:t> Utilizing unsupervised algorithms (like K-Means) to automatically discover natural groupings within an </a:t>
            </a:r>
            <a:r>
              <a:rPr lang="en-US" dirty="0" err="1">
                <a:latin typeface="Times New Roman" pitchFamily="18" charset="0"/>
                <a:cs typeface="Times New Roman" pitchFamily="18" charset="0"/>
              </a:rPr>
              <a:t>unlabelled</a:t>
            </a:r>
            <a:r>
              <a:rPr lang="en-US" dirty="0">
                <a:latin typeface="Times New Roman" pitchFamily="18" charset="0"/>
                <a:cs typeface="Times New Roman" pitchFamily="18" charset="0"/>
              </a:rPr>
              <a:t> dataset (e.g., identifying distinct customer persona segments).</a:t>
            </a:r>
          </a:p>
        </p:txBody>
      </p:sp>
      <p:sp>
        <p:nvSpPr>
          <p:cNvPr id="5124" name="Slide Number Placeholder 1">
            <a:extLst>
              <a:ext uri="{FF2B5EF4-FFF2-40B4-BE49-F238E27FC236}">
                <a16:creationId xmlns:a16="http://schemas.microsoft.com/office/drawing/2014/main" xmlns="" id="{D4364F6F-A19D-4608-36F3-C171F58181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7B033C-B565-4DDB-B117-E2D83B9252BF}" type="slidenum">
              <a:rPr lang="en-US" altLang="en-US" smtClean="0"/>
              <a:pPr/>
              <a:t>7</a:t>
            </a:fld>
            <a:endParaRPr lang="en-US" altLang="en-US"/>
          </a:p>
        </p:txBody>
      </p:sp>
    </p:spTree>
    <p:extLst>
      <p:ext uri="{BB962C8B-B14F-4D97-AF65-F5344CB8AC3E}">
        <p14:creationId xmlns:p14="http://schemas.microsoft.com/office/powerpoint/2010/main" val="39012820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A6C4E4F3-6A37-593E-BEC4-B5D97CDBE4AD}"/>
              </a:ext>
            </a:extLst>
          </p:cNvPr>
          <p:cNvSpPr>
            <a:spLocks noGrp="1"/>
          </p:cNvSpPr>
          <p:nvPr>
            <p:ph type="title"/>
          </p:nvPr>
        </p:nvSpPr>
        <p:spPr>
          <a:xfrm>
            <a:off x="1143000" y="588963"/>
            <a:ext cx="9875838" cy="1355725"/>
          </a:xfrm>
        </p:spPr>
        <p:txBody>
          <a:bodyPr/>
          <a:lstStyle/>
          <a:p>
            <a:pPr algn="ctr"/>
            <a:r>
              <a:rPr lang="en-US" altLang="en-US" dirty="0"/>
              <a:t>Data Science Lifecycle</a:t>
            </a:r>
          </a:p>
        </p:txBody>
      </p:sp>
      <p:sp>
        <p:nvSpPr>
          <p:cNvPr id="5123" name="Content Placeholder 2">
            <a:extLst>
              <a:ext uri="{FF2B5EF4-FFF2-40B4-BE49-F238E27FC236}">
                <a16:creationId xmlns:a16="http://schemas.microsoft.com/office/drawing/2014/main" xmlns="" id="{79FFB2D2-FA90-1DB1-9DEF-1E6B546C958B}"/>
              </a:ext>
            </a:extLst>
          </p:cNvPr>
          <p:cNvSpPr>
            <a:spLocks noGrp="1"/>
          </p:cNvSpPr>
          <p:nvPr>
            <p:ph idx="1"/>
          </p:nvPr>
        </p:nvSpPr>
        <p:spPr/>
        <p:txBody>
          <a:bodyPr/>
          <a:lstStyle/>
          <a:p>
            <a:pPr marL="46037" indent="0">
              <a:buNone/>
            </a:pPr>
            <a:r>
              <a:rPr lang="en-US" b="1" dirty="0">
                <a:latin typeface="Times New Roman" pitchFamily="18" charset="0"/>
                <a:cs typeface="Times New Roman" pitchFamily="18" charset="0"/>
              </a:rPr>
              <a:t>Step 6 – Evaluation</a:t>
            </a:r>
          </a:p>
          <a:p>
            <a:r>
              <a:rPr lang="en-US" dirty="0">
                <a:latin typeface="Times New Roman" pitchFamily="18" charset="0"/>
                <a:cs typeface="Times New Roman" pitchFamily="18" charset="0"/>
              </a:rPr>
              <a:t>A model is only as good as its performance on data it has never seen before. This step protects the project against </a:t>
            </a:r>
            <a:r>
              <a:rPr lang="en-US" b="1" dirty="0" err="1">
                <a:latin typeface="Times New Roman" pitchFamily="18" charset="0"/>
                <a:cs typeface="Times New Roman" pitchFamily="18" charset="0"/>
              </a:rPr>
              <a:t>overfitting</a:t>
            </a:r>
            <a:r>
              <a:rPr lang="en-US" dirty="0">
                <a:latin typeface="Times New Roman" pitchFamily="18" charset="0"/>
                <a:cs typeface="Times New Roman" pitchFamily="18" charset="0"/>
              </a:rPr>
              <a:t> (where a model memorizes training data but fails in the real world).</a:t>
            </a:r>
          </a:p>
          <a:p>
            <a:r>
              <a:rPr lang="en-US" b="1" dirty="0">
                <a:latin typeface="Times New Roman" pitchFamily="18" charset="0"/>
                <a:cs typeface="Times New Roman" pitchFamily="18" charset="0"/>
              </a:rPr>
              <a:t>Validation:</a:t>
            </a:r>
            <a:r>
              <a:rPr lang="en-US" dirty="0">
                <a:latin typeface="Times New Roman" pitchFamily="18" charset="0"/>
                <a:cs typeface="Times New Roman" pitchFamily="18" charset="0"/>
              </a:rPr>
              <a:t> Splitting data into distinct training and testing sets, or utilizing cross-validation techniques, to rigidly benchmark the model against unseen inputs.</a:t>
            </a:r>
          </a:p>
          <a:p>
            <a:r>
              <a:rPr lang="en-US" b="1" dirty="0">
                <a:latin typeface="Times New Roman" pitchFamily="18" charset="0"/>
                <a:cs typeface="Times New Roman" pitchFamily="18" charset="0"/>
              </a:rPr>
              <a:t>Performance Metrics:</a:t>
            </a:r>
            <a:r>
              <a:rPr lang="en-US" dirty="0">
                <a:latin typeface="Times New Roman" pitchFamily="18" charset="0"/>
                <a:cs typeface="Times New Roman" pitchFamily="18" charset="0"/>
              </a:rPr>
              <a:t> Calculating domain-specific diagnostic values, such as:</a:t>
            </a:r>
          </a:p>
          <a:p>
            <a:pPr lvl="1"/>
            <a:r>
              <a:rPr lang="en-US" b="1" dirty="0">
                <a:latin typeface="Times New Roman" pitchFamily="18" charset="0"/>
                <a:cs typeface="Times New Roman" pitchFamily="18" charset="0"/>
              </a:rPr>
              <a:t>Accuracy, Precision, and Recall</a:t>
            </a:r>
            <a:r>
              <a:rPr lang="en-US" dirty="0">
                <a:latin typeface="Times New Roman" pitchFamily="18" charset="0"/>
                <a:cs typeface="Times New Roman" pitchFamily="18" charset="0"/>
              </a:rPr>
              <a:t> for classification models.</a:t>
            </a:r>
          </a:p>
          <a:p>
            <a:pPr lvl="1"/>
            <a:r>
              <a:rPr lang="en-US" b="1" dirty="0">
                <a:latin typeface="Times New Roman" pitchFamily="18" charset="0"/>
                <a:cs typeface="Times New Roman" pitchFamily="18" charset="0"/>
              </a:rPr>
              <a:t>Mean Squared Error </a:t>
            </a:r>
            <a:r>
              <a:rPr lang="en-US" b="1" dirty="0" smtClean="0">
                <a:latin typeface="Times New Roman" pitchFamily="18" charset="0"/>
                <a:cs typeface="Times New Roman" pitchFamily="18" charset="0"/>
              </a:rPr>
              <a:t>(MSE) </a:t>
            </a:r>
            <a:r>
              <a:rPr lang="en-US" b="1" dirty="0">
                <a:latin typeface="Times New Roman" pitchFamily="18" charset="0"/>
                <a:cs typeface="Times New Roman" pitchFamily="18" charset="0"/>
              </a:rPr>
              <a:t>or </a:t>
            </a:r>
            <a:r>
              <a:rPr lang="en-US" b="1" dirty="0" smtClean="0">
                <a:latin typeface="Times New Roman" pitchFamily="18" charset="0"/>
                <a:cs typeface="Times New Roman" pitchFamily="18" charset="0"/>
              </a:rPr>
              <a:t>R^2 </a:t>
            </a:r>
            <a:r>
              <a:rPr lang="en-US" b="1" dirty="0">
                <a:latin typeface="Times New Roman" pitchFamily="18" charset="0"/>
                <a:cs typeface="Times New Roman" pitchFamily="18" charset="0"/>
              </a:rPr>
              <a:t>scores</a:t>
            </a:r>
            <a:r>
              <a:rPr lang="en-US" dirty="0">
                <a:latin typeface="Times New Roman" pitchFamily="18" charset="0"/>
                <a:cs typeface="Times New Roman" pitchFamily="18" charset="0"/>
              </a:rPr>
              <a:t> for regression models.</a:t>
            </a:r>
          </a:p>
        </p:txBody>
      </p:sp>
      <p:sp>
        <p:nvSpPr>
          <p:cNvPr id="5124" name="Slide Number Placeholder 1">
            <a:extLst>
              <a:ext uri="{FF2B5EF4-FFF2-40B4-BE49-F238E27FC236}">
                <a16:creationId xmlns:a16="http://schemas.microsoft.com/office/drawing/2014/main" xmlns="" id="{D4364F6F-A19D-4608-36F3-C171F58181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7B033C-B565-4DDB-B117-E2D83B9252BF}" type="slidenum">
              <a:rPr lang="en-US" altLang="en-US" smtClean="0"/>
              <a:pPr/>
              <a:t>8</a:t>
            </a:fld>
            <a:endParaRPr lang="en-US" altLang="en-US"/>
          </a:p>
        </p:txBody>
      </p:sp>
    </p:spTree>
    <p:extLst>
      <p:ext uri="{BB962C8B-B14F-4D97-AF65-F5344CB8AC3E}">
        <p14:creationId xmlns:p14="http://schemas.microsoft.com/office/powerpoint/2010/main" val="11172490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A6C4E4F3-6A37-593E-BEC4-B5D97CDBE4AD}"/>
              </a:ext>
            </a:extLst>
          </p:cNvPr>
          <p:cNvSpPr>
            <a:spLocks noGrp="1"/>
          </p:cNvSpPr>
          <p:nvPr>
            <p:ph type="title"/>
          </p:nvPr>
        </p:nvSpPr>
        <p:spPr>
          <a:xfrm>
            <a:off x="1143000" y="588963"/>
            <a:ext cx="9875838" cy="1355725"/>
          </a:xfrm>
        </p:spPr>
        <p:txBody>
          <a:bodyPr/>
          <a:lstStyle/>
          <a:p>
            <a:pPr algn="ctr"/>
            <a:r>
              <a:rPr lang="en-US" altLang="en-US" dirty="0"/>
              <a:t>Data Science Lifecycle</a:t>
            </a:r>
          </a:p>
        </p:txBody>
      </p:sp>
      <p:sp>
        <p:nvSpPr>
          <p:cNvPr id="5123" name="Content Placeholder 2">
            <a:extLst>
              <a:ext uri="{FF2B5EF4-FFF2-40B4-BE49-F238E27FC236}">
                <a16:creationId xmlns:a16="http://schemas.microsoft.com/office/drawing/2014/main" xmlns="" id="{79FFB2D2-FA90-1DB1-9DEF-1E6B546C958B}"/>
              </a:ext>
            </a:extLst>
          </p:cNvPr>
          <p:cNvSpPr>
            <a:spLocks noGrp="1"/>
          </p:cNvSpPr>
          <p:nvPr>
            <p:ph idx="1"/>
          </p:nvPr>
        </p:nvSpPr>
        <p:spPr/>
        <p:txBody>
          <a:bodyPr/>
          <a:lstStyle/>
          <a:p>
            <a:pPr marL="46037" indent="0" algn="just">
              <a:buNone/>
            </a:pPr>
            <a:r>
              <a:rPr lang="en-US" b="1" dirty="0">
                <a:latin typeface="Times New Roman" pitchFamily="18" charset="0"/>
                <a:cs typeface="Times New Roman" pitchFamily="18" charset="0"/>
              </a:rPr>
              <a:t>Step 7 </a:t>
            </a:r>
            <a:r>
              <a:rPr lang="en-US" b="1" dirty="0" smtClean="0">
                <a:latin typeface="Times New Roman" pitchFamily="18" charset="0"/>
                <a:cs typeface="Times New Roman" pitchFamily="18" charset="0"/>
              </a:rPr>
              <a:t>– Deployment</a:t>
            </a:r>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The ultimate goal of data science is to drive real-world transformation. If your insights stay locked inside an isolated computational environment, the lifecycle is incomplete.</a:t>
            </a:r>
          </a:p>
          <a:p>
            <a:pPr algn="just"/>
            <a:r>
              <a:rPr lang="en-US" b="1" dirty="0">
                <a:latin typeface="Times New Roman" pitchFamily="18" charset="0"/>
                <a:cs typeface="Times New Roman" pitchFamily="18" charset="0"/>
              </a:rPr>
              <a:t>Reports &amp; Dashboards:</a:t>
            </a:r>
            <a:r>
              <a:rPr lang="en-US" dirty="0">
                <a:latin typeface="Times New Roman" pitchFamily="18" charset="0"/>
                <a:cs typeface="Times New Roman" pitchFamily="18" charset="0"/>
              </a:rPr>
              <a:t> Packaging complex technical conclusions into clear visual mediums (like Tableau, Power BI, or interactive applications) so non-technical stakeholders can easily digest the findings.</a:t>
            </a:r>
          </a:p>
          <a:p>
            <a:pPr algn="just"/>
            <a:r>
              <a:rPr lang="en-US" b="1" dirty="0">
                <a:latin typeface="Times New Roman" pitchFamily="18" charset="0"/>
                <a:cs typeface="Times New Roman" pitchFamily="18" charset="0"/>
              </a:rPr>
              <a:t>Business Decisions / Production Deployment:</a:t>
            </a:r>
            <a:r>
              <a:rPr lang="en-US" dirty="0">
                <a:latin typeface="Times New Roman" pitchFamily="18" charset="0"/>
                <a:cs typeface="Times New Roman" pitchFamily="18" charset="0"/>
              </a:rPr>
              <a:t> Integrating the final machine learning model directly into live operational pipelines. This allows the system to automatically trigger autonomous actions—such as routing smart city traffic, blocking fraudulent transactions, or tailoring personalized e-commerce interfaces.</a:t>
            </a:r>
          </a:p>
        </p:txBody>
      </p:sp>
      <p:sp>
        <p:nvSpPr>
          <p:cNvPr id="5124" name="Slide Number Placeholder 1">
            <a:extLst>
              <a:ext uri="{FF2B5EF4-FFF2-40B4-BE49-F238E27FC236}">
                <a16:creationId xmlns:a16="http://schemas.microsoft.com/office/drawing/2014/main" xmlns="" id="{D4364F6F-A19D-4608-36F3-C171F58181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7B033C-B565-4DDB-B117-E2D83B9252BF}" type="slidenum">
              <a:rPr lang="en-US" altLang="en-US" smtClean="0"/>
              <a:pPr/>
              <a:t>9</a:t>
            </a:fld>
            <a:endParaRPr lang="en-US" altLang="en-US"/>
          </a:p>
        </p:txBody>
      </p:sp>
    </p:spTree>
    <p:extLst>
      <p:ext uri="{BB962C8B-B14F-4D97-AF65-F5344CB8AC3E}">
        <p14:creationId xmlns:p14="http://schemas.microsoft.com/office/powerpoint/2010/main" val="12693094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A6C4E4F3-6A37-593E-BEC4-B5D97CDBE4AD}"/>
              </a:ext>
            </a:extLst>
          </p:cNvPr>
          <p:cNvSpPr>
            <a:spLocks noGrp="1"/>
          </p:cNvSpPr>
          <p:nvPr>
            <p:ph type="title"/>
          </p:nvPr>
        </p:nvSpPr>
        <p:spPr>
          <a:xfrm>
            <a:off x="1143000" y="588963"/>
            <a:ext cx="9875838" cy="1355725"/>
          </a:xfrm>
        </p:spPr>
        <p:txBody>
          <a:bodyPr/>
          <a:lstStyle/>
          <a:p>
            <a:pPr algn="ctr"/>
            <a:r>
              <a:rPr lang="en-US" altLang="en-US" dirty="0"/>
              <a:t>Data Science Lifecycle</a:t>
            </a:r>
          </a:p>
        </p:txBody>
      </p:sp>
      <p:sp>
        <p:nvSpPr>
          <p:cNvPr id="5123" name="Content Placeholder 2">
            <a:extLst>
              <a:ext uri="{FF2B5EF4-FFF2-40B4-BE49-F238E27FC236}">
                <a16:creationId xmlns:a16="http://schemas.microsoft.com/office/drawing/2014/main" xmlns="" id="{79FFB2D2-FA90-1DB1-9DEF-1E6B546C958B}"/>
              </a:ext>
            </a:extLst>
          </p:cNvPr>
          <p:cNvSpPr>
            <a:spLocks noGrp="1"/>
          </p:cNvSpPr>
          <p:nvPr>
            <p:ph idx="1"/>
          </p:nvPr>
        </p:nvSpPr>
        <p:spPr>
          <a:xfrm>
            <a:off x="498021" y="2041072"/>
            <a:ext cx="7731579" cy="4038600"/>
          </a:xfrm>
        </p:spPr>
        <p:txBody>
          <a:bodyPr/>
          <a:lstStyle/>
          <a:p>
            <a:pPr marL="46037" indent="0" algn="just">
              <a:buNone/>
            </a:pPr>
            <a:r>
              <a:rPr lang="en-US" b="1" dirty="0">
                <a:latin typeface="Times New Roman" pitchFamily="18" charset="0"/>
                <a:cs typeface="Times New Roman" pitchFamily="18" charset="0"/>
              </a:rPr>
              <a:t>The Iterative Loop:</a:t>
            </a:r>
            <a:r>
              <a:rPr lang="en-US" dirty="0">
                <a:latin typeface="Times New Roman" pitchFamily="18" charset="0"/>
                <a:cs typeface="Times New Roman" pitchFamily="18" charset="0"/>
              </a:rPr>
              <a:t> Crucially, this process is rarely a straight line. If evaluation metrics fall short in Step 6, the team loops back to </a:t>
            </a:r>
            <a:r>
              <a:rPr lang="en-US" b="1" dirty="0">
                <a:latin typeface="Times New Roman" pitchFamily="18" charset="0"/>
                <a:cs typeface="Times New Roman" pitchFamily="18" charset="0"/>
              </a:rPr>
              <a:t>Step 5</a:t>
            </a:r>
            <a:r>
              <a:rPr lang="en-US" dirty="0">
                <a:latin typeface="Times New Roman" pitchFamily="18" charset="0"/>
                <a:cs typeface="Times New Roman" pitchFamily="18" charset="0"/>
              </a:rPr>
              <a:t> to optimize algorithms, or back to </a:t>
            </a:r>
            <a:r>
              <a:rPr lang="en-US" b="1" dirty="0">
                <a:latin typeface="Times New Roman" pitchFamily="18" charset="0"/>
                <a:cs typeface="Times New Roman" pitchFamily="18" charset="0"/>
              </a:rPr>
              <a:t>Step 2 &amp; 3</a:t>
            </a:r>
            <a:r>
              <a:rPr lang="en-US" dirty="0">
                <a:latin typeface="Times New Roman" pitchFamily="18" charset="0"/>
                <a:cs typeface="Times New Roman" pitchFamily="18" charset="0"/>
              </a:rPr>
              <a:t> to collect cleaner, more representative data</a:t>
            </a:r>
            <a:r>
              <a:rPr lang="en-US" dirty="0" smtClean="0">
                <a:latin typeface="Times New Roman" pitchFamily="18" charset="0"/>
                <a:cs typeface="Times New Roman" pitchFamily="18" charset="0"/>
              </a:rPr>
              <a:t>.</a:t>
            </a:r>
          </a:p>
          <a:p>
            <a:pPr marL="46037" indent="0" algn="just">
              <a:buNone/>
            </a:pPr>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practice, it is often beneficial to perform </a:t>
            </a:r>
            <a:r>
              <a:rPr lang="en-US" dirty="0">
                <a:solidFill>
                  <a:srgbClr val="FF0000"/>
                </a:solidFill>
                <a:latin typeface="Times New Roman" pitchFamily="18" charset="0"/>
                <a:cs typeface="Times New Roman" pitchFamily="18" charset="0"/>
              </a:rPr>
              <a:t>Exploratory Data Analysis (EDA) both before and after data cleaning</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46037" indent="0" algn="just">
              <a:buNone/>
            </a:pPr>
            <a:r>
              <a:rPr lang="en-US" dirty="0" smtClean="0">
                <a:latin typeface="Times New Roman" pitchFamily="18" charset="0"/>
                <a:cs typeface="Times New Roman" pitchFamily="18" charset="0"/>
              </a:rPr>
              <a:t>Initial </a:t>
            </a:r>
            <a:r>
              <a:rPr lang="en-US" dirty="0">
                <a:latin typeface="Times New Roman" pitchFamily="18" charset="0"/>
                <a:cs typeface="Times New Roman" pitchFamily="18" charset="0"/>
              </a:rPr>
              <a:t>EDA helps identify data quality issues such as missing values, outliers, inconsistencies, and duplicates, which can then be addressed during the data cleaning phase. </a:t>
            </a:r>
            <a:endParaRPr lang="en-US" dirty="0" smtClean="0">
              <a:latin typeface="Times New Roman" pitchFamily="18" charset="0"/>
              <a:cs typeface="Times New Roman" pitchFamily="18" charset="0"/>
            </a:endParaRPr>
          </a:p>
          <a:p>
            <a:pPr marL="46037" indent="0" algn="just">
              <a:buNone/>
            </a:pPr>
            <a:r>
              <a:rPr lang="en-US" dirty="0" smtClean="0">
                <a:latin typeface="Times New Roman" pitchFamily="18" charset="0"/>
                <a:cs typeface="Times New Roman" pitchFamily="18" charset="0"/>
              </a:rPr>
              <a:t>Performing </a:t>
            </a:r>
            <a:r>
              <a:rPr lang="en-US" dirty="0">
                <a:latin typeface="Times New Roman" pitchFamily="18" charset="0"/>
                <a:cs typeface="Times New Roman" pitchFamily="18" charset="0"/>
              </a:rPr>
              <a:t>EDA again after cleaning allows analysts to verify the effectiveness of the cleaning process and gain more reliable insights from the refined dataset..</a:t>
            </a:r>
          </a:p>
        </p:txBody>
      </p:sp>
      <p:sp>
        <p:nvSpPr>
          <p:cNvPr id="5124" name="Slide Number Placeholder 1">
            <a:extLst>
              <a:ext uri="{FF2B5EF4-FFF2-40B4-BE49-F238E27FC236}">
                <a16:creationId xmlns:a16="http://schemas.microsoft.com/office/drawing/2014/main" xmlns="" id="{D4364F6F-A19D-4608-36F3-C171F58181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7B033C-B565-4DDB-B117-E2D83B9252BF}" type="slidenum">
              <a:rPr lang="en-US" altLang="en-US" smtClean="0"/>
              <a:pPr/>
              <a:t>10</a:t>
            </a:fld>
            <a:endParaRPr lang="en-US" altLang="en-US" dirty="0"/>
          </a:p>
        </p:txBody>
      </p:sp>
      <p:sp>
        <p:nvSpPr>
          <p:cNvPr id="2" name="Rectangle 1"/>
          <p:cNvSpPr/>
          <p:nvPr/>
        </p:nvSpPr>
        <p:spPr>
          <a:xfrm>
            <a:off x="8556172" y="1972466"/>
            <a:ext cx="3282042" cy="3693319"/>
          </a:xfrm>
          <a:prstGeom prst="rect">
            <a:avLst/>
          </a:prstGeom>
        </p:spPr>
        <p:txBody>
          <a:bodyPr wrap="square">
            <a:spAutoFit/>
          </a:bodyPr>
          <a:lstStyle/>
          <a:p>
            <a:pPr marL="44450" indent="0" algn="just">
              <a:buNone/>
            </a:pPr>
            <a:r>
              <a:rPr lang="en-US" altLang="en-US" b="1" dirty="0">
                <a:latin typeface="Times New Roman" pitchFamily="18" charset="0"/>
                <a:cs typeface="Times New Roman" pitchFamily="18" charset="0"/>
              </a:rPr>
              <a:t>Step 1 </a:t>
            </a:r>
            <a:r>
              <a:rPr lang="en-US" altLang="en-US" dirty="0">
                <a:latin typeface="Times New Roman" pitchFamily="18" charset="0"/>
                <a:cs typeface="Times New Roman" pitchFamily="18" charset="0"/>
              </a:rPr>
              <a:t>– Problem </a:t>
            </a:r>
            <a:r>
              <a:rPr lang="en-US" altLang="en-US" dirty="0" smtClean="0">
                <a:latin typeface="Times New Roman" pitchFamily="18" charset="0"/>
                <a:cs typeface="Times New Roman" pitchFamily="18" charset="0"/>
              </a:rPr>
              <a:t>Understanding</a:t>
            </a:r>
          </a:p>
          <a:p>
            <a:pPr marL="44450" indent="0" algn="just">
              <a:buNone/>
            </a:pPr>
            <a:r>
              <a:rPr lang="en-US" altLang="en-US" dirty="0">
                <a:latin typeface="Times New Roman" pitchFamily="18" charset="0"/>
                <a:cs typeface="Times New Roman" pitchFamily="18" charset="0"/>
              </a:rPr>
              <a:t>  </a:t>
            </a:r>
            <a:r>
              <a:rPr lang="en-US" altLang="en-US" dirty="0" smtClean="0">
                <a:latin typeface="Times New Roman" pitchFamily="18" charset="0"/>
                <a:cs typeface="Times New Roman" pitchFamily="18" charset="0"/>
              </a:rPr>
              <a:t> </a:t>
            </a:r>
            <a:r>
              <a:rPr lang="en-US" altLang="en-US" b="1" dirty="0" smtClean="0">
                <a:latin typeface="Times New Roman" pitchFamily="18" charset="0"/>
                <a:cs typeface="Times New Roman" pitchFamily="18" charset="0"/>
              </a:rPr>
              <a:t>↓</a:t>
            </a:r>
            <a:r>
              <a:rPr lang="en-US" altLang="en-US"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2 </a:t>
            </a:r>
            <a:r>
              <a:rPr lang="en-US" altLang="en-US" dirty="0">
                <a:latin typeface="Times New Roman" pitchFamily="18" charset="0"/>
                <a:cs typeface="Times New Roman" pitchFamily="18" charset="0"/>
              </a:rPr>
              <a:t>– Data </a:t>
            </a:r>
            <a:r>
              <a:rPr lang="en-US" altLang="en-US" dirty="0" smtClean="0">
                <a:latin typeface="Times New Roman" pitchFamily="18" charset="0"/>
                <a:cs typeface="Times New Roman" pitchFamily="18" charset="0"/>
              </a:rPr>
              <a:t>Collection</a:t>
            </a:r>
          </a:p>
          <a:p>
            <a:pPr marL="44450" indent="0" algn="just">
              <a:buNone/>
            </a:pPr>
            <a:r>
              <a:rPr lang="en-US" altLang="en-US" b="1"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3 </a:t>
            </a:r>
            <a:r>
              <a:rPr lang="en-US" altLang="en-US" dirty="0">
                <a:latin typeface="Times New Roman" pitchFamily="18" charset="0"/>
                <a:cs typeface="Times New Roman" pitchFamily="18" charset="0"/>
              </a:rPr>
              <a:t>– Data </a:t>
            </a:r>
            <a:r>
              <a:rPr lang="en-US" altLang="en-US" dirty="0" smtClean="0">
                <a:latin typeface="Times New Roman" pitchFamily="18" charset="0"/>
                <a:cs typeface="Times New Roman" pitchFamily="18" charset="0"/>
              </a:rPr>
              <a:t>Cleaning</a:t>
            </a:r>
          </a:p>
          <a:p>
            <a:pPr marL="44450" indent="0" algn="just">
              <a:buNone/>
            </a:pPr>
            <a:r>
              <a:rPr lang="en-US" altLang="en-US" b="1"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4 </a:t>
            </a:r>
            <a:r>
              <a:rPr lang="en-US" altLang="en-US" dirty="0">
                <a:latin typeface="Times New Roman" pitchFamily="18" charset="0"/>
                <a:cs typeface="Times New Roman" pitchFamily="18" charset="0"/>
              </a:rPr>
              <a:t>– </a:t>
            </a:r>
            <a:r>
              <a:rPr lang="en-US" altLang="en-US" dirty="0" smtClean="0">
                <a:latin typeface="Times New Roman" pitchFamily="18" charset="0"/>
                <a:cs typeface="Times New Roman" pitchFamily="18" charset="0"/>
              </a:rPr>
              <a:t> </a:t>
            </a:r>
            <a:r>
              <a:rPr lang="en-US" altLang="en-US" dirty="0" smtClean="0">
                <a:solidFill>
                  <a:srgbClr val="FF0000"/>
                </a:solidFill>
                <a:latin typeface="Times New Roman" pitchFamily="18" charset="0"/>
                <a:cs typeface="Times New Roman" pitchFamily="18" charset="0"/>
              </a:rPr>
              <a:t>EDA</a:t>
            </a:r>
          </a:p>
          <a:p>
            <a:pPr marL="44450" indent="0" algn="just">
              <a:buNone/>
            </a:pPr>
            <a:r>
              <a:rPr lang="en-US" altLang="en-US" b="1"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5 </a:t>
            </a:r>
            <a:r>
              <a:rPr lang="en-US" altLang="en-US" dirty="0">
                <a:latin typeface="Times New Roman" pitchFamily="18" charset="0"/>
                <a:cs typeface="Times New Roman" pitchFamily="18" charset="0"/>
              </a:rPr>
              <a:t>– </a:t>
            </a:r>
            <a:r>
              <a:rPr lang="en-US" altLang="en-US" dirty="0" smtClean="0">
                <a:latin typeface="Times New Roman" pitchFamily="18" charset="0"/>
                <a:cs typeface="Times New Roman" pitchFamily="18" charset="0"/>
              </a:rPr>
              <a:t>Modeling</a:t>
            </a:r>
          </a:p>
          <a:p>
            <a:pPr marL="44450" indent="0" algn="just">
              <a:buNone/>
            </a:pPr>
            <a:r>
              <a:rPr lang="en-US" altLang="en-US" b="1"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6 </a:t>
            </a:r>
            <a:r>
              <a:rPr lang="en-US" altLang="en-US" dirty="0">
                <a:latin typeface="Times New Roman" pitchFamily="18" charset="0"/>
                <a:cs typeface="Times New Roman" pitchFamily="18" charset="0"/>
              </a:rPr>
              <a:t>– </a:t>
            </a:r>
            <a:r>
              <a:rPr lang="en-US" altLang="en-US" dirty="0" smtClean="0">
                <a:latin typeface="Times New Roman" pitchFamily="18" charset="0"/>
                <a:cs typeface="Times New Roman" pitchFamily="18" charset="0"/>
              </a:rPr>
              <a:t>Evaluation</a:t>
            </a:r>
          </a:p>
          <a:p>
            <a:pPr marL="44450" indent="0" algn="just">
              <a:buNone/>
            </a:pPr>
            <a:r>
              <a:rPr lang="en-US" altLang="en-US" b="1"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7 </a:t>
            </a:r>
            <a:r>
              <a:rPr lang="en-US" altLang="en-US" dirty="0">
                <a:latin typeface="Times New Roman" pitchFamily="18" charset="0"/>
                <a:cs typeface="Times New Roman" pitchFamily="18" charset="0"/>
              </a:rPr>
              <a:t>– Deployment</a:t>
            </a:r>
            <a:endParaRPr lang="en-US" altLang="en-US" dirty="0">
              <a:latin typeface="Times New Roman" pitchFamily="18" charset="0"/>
              <a:cs typeface="Times New Roman" pitchFamily="18" charset="0"/>
            </a:endParaRPr>
          </a:p>
        </p:txBody>
      </p:sp>
      <p:cxnSp>
        <p:nvCxnSpPr>
          <p:cNvPr id="5" name="Curved Connector 4"/>
          <p:cNvCxnSpPr/>
          <p:nvPr/>
        </p:nvCxnSpPr>
        <p:spPr>
          <a:xfrm rot="16200000" flipV="1">
            <a:off x="9958389" y="4545466"/>
            <a:ext cx="310242" cy="167367"/>
          </a:xfrm>
          <a:prstGeom prst="curvedConnector3">
            <a:avLst>
              <a:gd name="adj1" fmla="val 49999"/>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6" name="Curved Connector 15"/>
          <p:cNvCxnSpPr/>
          <p:nvPr/>
        </p:nvCxnSpPr>
        <p:spPr>
          <a:xfrm rot="5400000" flipH="1" flipV="1">
            <a:off x="9788979" y="3714753"/>
            <a:ext cx="1992084" cy="391885"/>
          </a:xfrm>
          <a:prstGeom prst="curvedConnector3">
            <a:avLst>
              <a:gd name="adj1" fmla="val 1229"/>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8" name="Curved Connector 27"/>
          <p:cNvCxnSpPr/>
          <p:nvPr/>
        </p:nvCxnSpPr>
        <p:spPr>
          <a:xfrm rot="5400000" flipH="1" flipV="1">
            <a:off x="9754963" y="4075337"/>
            <a:ext cx="1322615" cy="95256"/>
          </a:xfrm>
          <a:prstGeom prst="curvedConnector3">
            <a:avLst>
              <a:gd name="adj1" fmla="val 679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121" name="Rectangle 5120"/>
          <p:cNvSpPr/>
          <p:nvPr/>
        </p:nvSpPr>
        <p:spPr>
          <a:xfrm>
            <a:off x="9034187" y="2833005"/>
            <a:ext cx="1163006" cy="307777"/>
          </a:xfrm>
          <a:prstGeom prst="rect">
            <a:avLst/>
          </a:prstGeom>
        </p:spPr>
        <p:txBody>
          <a:bodyPr wrap="square">
            <a:spAutoFit/>
          </a:bodyPr>
          <a:lstStyle/>
          <a:p>
            <a:pPr marL="44450" indent="0" algn="just">
              <a:buNone/>
            </a:pPr>
            <a:r>
              <a:rPr lang="en-US" altLang="en-US" sz="1400" dirty="0">
                <a:solidFill>
                  <a:srgbClr val="FF0000"/>
                </a:solidFill>
                <a:latin typeface="Times New Roman" pitchFamily="18" charset="0"/>
                <a:cs typeface="Times New Roman" pitchFamily="18" charset="0"/>
              </a:rPr>
              <a:t>EDA</a:t>
            </a:r>
          </a:p>
        </p:txBody>
      </p:sp>
    </p:spTree>
    <p:extLst>
      <p:ext uri="{BB962C8B-B14F-4D97-AF65-F5344CB8AC3E}">
        <p14:creationId xmlns:p14="http://schemas.microsoft.com/office/powerpoint/2010/main" val="316935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 grpId="0"/>
    </p:bldLst>
  </p:timing>
</p:sld>
</file>

<file path=ppt/theme/theme1.xml><?xml version="1.0" encoding="utf-8"?>
<a:theme xmlns:a="http://schemas.openxmlformats.org/drawingml/2006/main" name="Basis">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Tw Cen MT-Rockwell">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xmlns=""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24154</TotalTime>
  <Words>1050</Words>
  <Application>Microsoft Office PowerPoint</Application>
  <PresentationFormat>Custom</PresentationFormat>
  <Paragraphs>80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Basis</vt:lpstr>
      <vt:lpstr>Data Science Lifecycle</vt:lpstr>
      <vt:lpstr>PowerPoint Presentation</vt:lpstr>
      <vt:lpstr>Data Science Lifecycle</vt:lpstr>
      <vt:lpstr>Data Science Lifecycle</vt:lpstr>
      <vt:lpstr>Data Science Lifecycle</vt:lpstr>
      <vt:lpstr>Data Science Lifecycle</vt:lpstr>
      <vt:lpstr>Data Science Lifecycle</vt:lpstr>
      <vt:lpstr>Data Science Lifecycle</vt:lpstr>
      <vt:lpstr>Data Science Lifecycle</vt:lpstr>
      <vt:lpstr>Data Science Lifecycle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Mining</dc:title>
  <dc:creator>HP</dc:creator>
  <cp:lastModifiedBy>Ashraf</cp:lastModifiedBy>
  <cp:revision>486</cp:revision>
  <dcterms:created xsi:type="dcterms:W3CDTF">2016-09-26T17:30:27Z</dcterms:created>
  <dcterms:modified xsi:type="dcterms:W3CDTF">2026-06-09T04:00:59Z</dcterms:modified>
</cp:coreProperties>
</file>