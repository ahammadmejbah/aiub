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686" r:id="rId1"/>
  </p:sldMasterIdLst>
  <p:notesMasterIdLst>
    <p:notesMasterId r:id="rId9"/>
  </p:notesMasterIdLst>
  <p:sldIdLst>
    <p:sldId id="324" r:id="rId2"/>
    <p:sldId id="325" r:id="rId3"/>
    <p:sldId id="326" r:id="rId4"/>
    <p:sldId id="327" r:id="rId5"/>
    <p:sldId id="328" r:id="rId6"/>
    <p:sldId id="329" r:id="rId7"/>
    <p:sldId id="330" r:id="rId8"/>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itchFamily="34" charset="0"/>
        <a:ea typeface="+mn-ea"/>
        <a:cs typeface="+mn-cs"/>
      </a:defRPr>
    </a:lvl5pPr>
    <a:lvl6pPr marL="2286000" algn="l" defTabSz="914400" rtl="0" eaLnBrk="1" latinLnBrk="0" hangingPunct="1">
      <a:defRPr kern="1200">
        <a:solidFill>
          <a:schemeClr val="tx1"/>
        </a:solidFill>
        <a:latin typeface="Calibri" pitchFamily="34" charset="0"/>
        <a:ea typeface="+mn-ea"/>
        <a:cs typeface="+mn-cs"/>
      </a:defRPr>
    </a:lvl6pPr>
    <a:lvl7pPr marL="2743200" algn="l" defTabSz="914400" rtl="0" eaLnBrk="1" latinLnBrk="0" hangingPunct="1">
      <a:defRPr kern="1200">
        <a:solidFill>
          <a:schemeClr val="tx1"/>
        </a:solidFill>
        <a:latin typeface="Calibri" pitchFamily="34" charset="0"/>
        <a:ea typeface="+mn-ea"/>
        <a:cs typeface="+mn-cs"/>
      </a:defRPr>
    </a:lvl7pPr>
    <a:lvl8pPr marL="3200400" algn="l" defTabSz="914400" rtl="0" eaLnBrk="1" latinLnBrk="0" hangingPunct="1">
      <a:defRPr kern="1200">
        <a:solidFill>
          <a:schemeClr val="tx1"/>
        </a:solidFill>
        <a:latin typeface="Calibri" pitchFamily="34" charset="0"/>
        <a:ea typeface="+mn-ea"/>
        <a:cs typeface="+mn-cs"/>
      </a:defRPr>
    </a:lvl8pPr>
    <a:lvl9pPr marL="3657600" algn="l" defTabSz="914400" rtl="0" eaLnBrk="1" latinLnBrk="0" hangingPunct="1">
      <a:defRPr kern="1200">
        <a:solidFill>
          <a:schemeClr val="tx1"/>
        </a:solidFill>
        <a:latin typeface="Calibri" pitchFamily="34" charset="0"/>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0305" autoAdjust="0"/>
  </p:normalViewPr>
  <p:slideViewPr>
    <p:cSldViewPr snapToGrid="0">
      <p:cViewPr varScale="1">
        <p:scale>
          <a:sx n="117" d="100"/>
          <a:sy n="117" d="100"/>
        </p:scale>
        <p:origin x="-342" y="-10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a:defRPr/>
            </a:pPr>
            <a:fld id="{67EF9875-2DB4-4C6F-B83C-C76708619D1E}" type="datetimeFigureOut">
              <a:rPr lang="en-US"/>
              <a:pPr>
                <a:defRPr/>
              </a:pPr>
              <a:t>15-Jun-26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0F988E72-CD23-49C4-B2A0-C33710F52C24}" type="slidenum">
              <a:rPr lang="en-US" altLang="en-US"/>
              <a:pPr/>
              <a:t>‹#›</a:t>
            </a:fld>
            <a:endParaRPr lang="en-US" altLang="en-US"/>
          </a:p>
        </p:txBody>
      </p:sp>
    </p:spTree>
    <p:extLst>
      <p:ext uri="{BB962C8B-B14F-4D97-AF65-F5344CB8AC3E}">
        <p14:creationId xmlns:p14="http://schemas.microsoft.com/office/powerpoint/2010/main" val="346874786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3"/>
          <p:cNvSpPr>
            <a:spLocks noChangeAspect="1"/>
          </p:cNvSpPr>
          <p:nvPr/>
        </p:nvSpPr>
        <p:spPr>
          <a:xfrm>
            <a:off x="231775" y="244475"/>
            <a:ext cx="11723688" cy="6376988"/>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sp>
      <p:cxnSp>
        <p:nvCxnSpPr>
          <p:cNvPr id="5" name="Straight Connector 4"/>
          <p:cNvCxnSpPr/>
          <p:nvPr/>
        </p:nvCxnSpPr>
        <p:spPr>
          <a:xfrm>
            <a:off x="1978025" y="37338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ctrTitle"/>
          </p:nvPr>
        </p:nvSpPr>
        <p:spPr>
          <a:xfrm>
            <a:off x="1109980" y="882376"/>
            <a:ext cx="9966960" cy="2926080"/>
          </a:xfrm>
        </p:spPr>
        <p:txBody>
          <a:bodyPr anchor="b">
            <a:normAutofit/>
          </a:bodyPr>
          <a:lstStyle>
            <a:lvl1pPr algn="ctr">
              <a:lnSpc>
                <a:spcPct val="85000"/>
              </a:lnSpc>
              <a:defRPr sz="7200" b="1" cap="all"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709530" y="3869634"/>
            <a:ext cx="8767860" cy="1388165"/>
          </a:xfrm>
        </p:spPr>
        <p:txBody>
          <a:bodyPr>
            <a:normAutofit/>
          </a:bodyPr>
          <a:lstStyle>
            <a:lvl1pPr marL="0" indent="0" algn="ctr">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6" name="Date Placeholder 3"/>
          <p:cNvSpPr>
            <a:spLocks noGrp="1"/>
          </p:cNvSpPr>
          <p:nvPr>
            <p:ph type="dt" sz="half" idx="10"/>
          </p:nvPr>
        </p:nvSpPr>
        <p:spPr/>
        <p:txBody>
          <a:bodyPr/>
          <a:lstStyle>
            <a:lvl1pPr>
              <a:defRPr smtClean="0">
                <a:solidFill>
                  <a:schemeClr val="tx1"/>
                </a:solidFill>
              </a:defRPr>
            </a:lvl1pPr>
          </a:lstStyle>
          <a:p>
            <a:pPr>
              <a:defRPr/>
            </a:pPr>
            <a:fld id="{D4E545B9-CBBD-4805-BC31-184291741C21}" type="datetime1">
              <a:rPr lang="en-US"/>
              <a:pPr>
                <a:defRPr/>
              </a:pPr>
              <a:t>15-Jun-26</a:t>
            </a:fld>
            <a:endParaRPr lang="en-US"/>
          </a:p>
        </p:txBody>
      </p:sp>
      <p:sp>
        <p:nvSpPr>
          <p:cNvPr id="7" name="Footer Placeholder 4"/>
          <p:cNvSpPr>
            <a:spLocks noGrp="1"/>
          </p:cNvSpPr>
          <p:nvPr>
            <p:ph type="ftr" sz="quarter" idx="11"/>
          </p:nvPr>
        </p:nvSpPr>
        <p:spPr/>
        <p:txBody>
          <a:bodyPr/>
          <a:lstStyle>
            <a:lvl1pPr>
              <a:defRPr>
                <a:solidFill>
                  <a:schemeClr val="tx1"/>
                </a:solidFill>
              </a:defRPr>
            </a:lvl1pPr>
          </a:lstStyle>
          <a:p>
            <a:pPr>
              <a:defRPr/>
            </a:pPr>
            <a:endParaRPr lang="en-US"/>
          </a:p>
        </p:txBody>
      </p:sp>
      <p:sp>
        <p:nvSpPr>
          <p:cNvPr id="8" name="Slide Number Placeholder 5"/>
          <p:cNvSpPr>
            <a:spLocks noGrp="1"/>
          </p:cNvSpPr>
          <p:nvPr>
            <p:ph type="sldNum" sz="quarter" idx="12"/>
          </p:nvPr>
        </p:nvSpPr>
        <p:spPr/>
        <p:txBody>
          <a:bodyPr/>
          <a:lstStyle>
            <a:lvl1pPr>
              <a:defRPr/>
            </a:lvl1pPr>
          </a:lstStyle>
          <a:p>
            <a:fld id="{9F2D0695-B42D-4CAC-8357-3ABCF9C05796}" type="slidenum">
              <a:rPr lang="en-US" altLang="en-US"/>
              <a:pPr/>
              <a:t>‹#›</a:t>
            </a:fld>
            <a:endParaRPr lang="en-US" altLang="en-US"/>
          </a:p>
        </p:txBody>
      </p:sp>
    </p:spTree>
    <p:extLst>
      <p:ext uri="{BB962C8B-B14F-4D97-AF65-F5344CB8AC3E}">
        <p14:creationId xmlns:p14="http://schemas.microsoft.com/office/powerpoint/2010/main" val="571115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F4751505-161F-44B9-A77C-2FEC0FEA1A96}" type="datetime1">
              <a:rPr lang="en-US"/>
              <a:pPr>
                <a:defRPr/>
              </a:pPr>
              <a:t>15-Jun-26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909723EA-68F5-47AF-83F8-4C789BBDAC23}" type="slidenum">
              <a:rPr lang="en-US" altLang="en-US"/>
              <a:pPr/>
              <a:t>‹#›</a:t>
            </a:fld>
            <a:endParaRPr lang="en-US" altLang="en-US"/>
          </a:p>
        </p:txBody>
      </p:sp>
    </p:spTree>
    <p:extLst>
      <p:ext uri="{BB962C8B-B14F-4D97-AF65-F5344CB8AC3E}">
        <p14:creationId xmlns:p14="http://schemas.microsoft.com/office/powerpoint/2010/main" val="18647174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cxnSp>
        <p:nvCxnSpPr>
          <p:cNvPr id="4" name="Straight Connector 3"/>
          <p:cNvCxnSpPr/>
          <p:nvPr/>
        </p:nvCxnSpPr>
        <p:spPr>
          <a:xfrm>
            <a:off x="1981200" y="402113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1106424" y="1173575"/>
            <a:ext cx="9966960" cy="2926080"/>
          </a:xfrm>
        </p:spPr>
        <p:txBody>
          <a:bodyPr anchor="b">
            <a:noAutofit/>
          </a:bodyPr>
          <a:lstStyle>
            <a:lvl1pPr algn="ctr">
              <a:lnSpc>
                <a:spcPct val="85000"/>
              </a:lnSpc>
              <a:defRPr sz="7200" b="0" cap="all" baseline="0"/>
            </a:lvl1pPr>
          </a:lstStyle>
          <a:p>
            <a:r>
              <a:rPr lang="en-US"/>
              <a:t>Click to edit Master title style</a:t>
            </a:r>
            <a:endParaRPr lang="en-US" dirty="0"/>
          </a:p>
        </p:txBody>
      </p:sp>
      <p:sp>
        <p:nvSpPr>
          <p:cNvPr id="3" name="Text Placeholder 2"/>
          <p:cNvSpPr>
            <a:spLocks noGrp="1"/>
          </p:cNvSpPr>
          <p:nvPr>
            <p:ph type="body" idx="1"/>
          </p:nvPr>
        </p:nvSpPr>
        <p:spPr>
          <a:xfrm>
            <a:off x="1709928" y="4154520"/>
            <a:ext cx="8769096" cy="1363806"/>
          </a:xfrm>
        </p:spPr>
        <p:txBody>
          <a:bodyPr>
            <a:normAutofit/>
          </a:bodyPr>
          <a:lstStyle>
            <a:lvl1pPr marL="0" indent="0" algn="ctr">
              <a:buNone/>
              <a:defRPr sz="22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Date Placeholder 3"/>
          <p:cNvSpPr>
            <a:spLocks noGrp="1"/>
          </p:cNvSpPr>
          <p:nvPr>
            <p:ph type="dt" sz="half" idx="10"/>
          </p:nvPr>
        </p:nvSpPr>
        <p:spPr/>
        <p:txBody>
          <a:bodyPr/>
          <a:lstStyle>
            <a:lvl1pPr>
              <a:defRPr smtClean="0"/>
            </a:lvl1pPr>
          </a:lstStyle>
          <a:p>
            <a:pPr>
              <a:defRPr/>
            </a:pPr>
            <a:fld id="{9DDEBD24-68CB-421F-AA48-E6C482B1F835}" type="datetime1">
              <a:rPr lang="en-US"/>
              <a:pPr>
                <a:defRPr/>
              </a:pPr>
              <a:t>15-Jun-26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544D6293-2754-4839-9BD3-391E97B979D2}" type="slidenum">
              <a:rPr lang="en-US" altLang="en-US"/>
              <a:pPr/>
              <a:t>‹#›</a:t>
            </a:fld>
            <a:endParaRPr lang="en-US" altLang="en-US"/>
          </a:p>
        </p:txBody>
      </p:sp>
    </p:spTree>
    <p:extLst>
      <p:ext uri="{BB962C8B-B14F-4D97-AF65-F5344CB8AC3E}">
        <p14:creationId xmlns:p14="http://schemas.microsoft.com/office/powerpoint/2010/main" val="32267010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3000" y="2057399"/>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67612" y="2057400"/>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p:cNvSpPr>
            <a:spLocks noGrp="1"/>
          </p:cNvSpPr>
          <p:nvPr>
            <p:ph type="dt" sz="half" idx="10"/>
          </p:nvPr>
        </p:nvSpPr>
        <p:spPr/>
        <p:txBody>
          <a:bodyPr/>
          <a:lstStyle>
            <a:lvl1pPr>
              <a:defRPr/>
            </a:lvl1pPr>
          </a:lstStyle>
          <a:p>
            <a:pPr>
              <a:defRPr/>
            </a:pPr>
            <a:fld id="{1630732D-9C63-4EF6-907B-F7193327C476}" type="datetime1">
              <a:rPr lang="en-US"/>
              <a:pPr>
                <a:defRPr/>
              </a:pPr>
              <a:t>15-Jun-26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AF948B56-E040-4F76-ABC2-AD11023B2065}" type="slidenum">
              <a:rPr lang="en-US" altLang="en-US"/>
              <a:pPr/>
              <a:t>‹#›</a:t>
            </a:fld>
            <a:endParaRPr lang="en-US" altLang="en-US"/>
          </a:p>
        </p:txBody>
      </p:sp>
    </p:spTree>
    <p:extLst>
      <p:ext uri="{BB962C8B-B14F-4D97-AF65-F5344CB8AC3E}">
        <p14:creationId xmlns:p14="http://schemas.microsoft.com/office/powerpoint/2010/main" val="14658798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143000" y="2001511"/>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3000" y="2721483"/>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69173" y="1999032"/>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69173" y="2719322"/>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lvl1pPr>
              <a:defRPr/>
            </a:lvl1pPr>
          </a:lstStyle>
          <a:p>
            <a:pPr>
              <a:defRPr/>
            </a:pPr>
            <a:fld id="{62F4038E-0008-4599-BBC6-EA7CE43C636B}" type="datetime1">
              <a:rPr lang="en-US"/>
              <a:pPr>
                <a:defRPr/>
              </a:pPr>
              <a:t>15-Jun-26</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fld id="{DE7377CA-94F6-447E-BE71-FA40451CCF34}" type="slidenum">
              <a:rPr lang="en-US" altLang="en-US"/>
              <a:pPr/>
              <a:t>‹#›</a:t>
            </a:fld>
            <a:endParaRPr lang="en-US" altLang="en-US"/>
          </a:p>
        </p:txBody>
      </p:sp>
    </p:spTree>
    <p:extLst>
      <p:ext uri="{BB962C8B-B14F-4D97-AF65-F5344CB8AC3E}">
        <p14:creationId xmlns:p14="http://schemas.microsoft.com/office/powerpoint/2010/main" val="39851862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3"/>
          <p:cNvSpPr>
            <a:spLocks noGrp="1"/>
          </p:cNvSpPr>
          <p:nvPr>
            <p:ph type="dt" sz="half" idx="10"/>
          </p:nvPr>
        </p:nvSpPr>
        <p:spPr/>
        <p:txBody>
          <a:bodyPr/>
          <a:lstStyle>
            <a:lvl1pPr>
              <a:defRPr/>
            </a:lvl1pPr>
          </a:lstStyle>
          <a:p>
            <a:pPr>
              <a:defRPr/>
            </a:pPr>
            <a:fld id="{B8B5D5F0-A319-4935-A42A-C042ED4D6D20}" type="datetime1">
              <a:rPr lang="en-US"/>
              <a:pPr>
                <a:defRPr/>
              </a:pPr>
              <a:t>15-Jun-26</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fld id="{A33B55A3-95FD-40D6-97F1-5E2DC7D15DF6}" type="slidenum">
              <a:rPr lang="en-US" altLang="en-US"/>
              <a:pPr/>
              <a:t>‹#›</a:t>
            </a:fld>
            <a:endParaRPr lang="en-US" altLang="en-US"/>
          </a:p>
        </p:txBody>
      </p:sp>
    </p:spTree>
    <p:extLst>
      <p:ext uri="{BB962C8B-B14F-4D97-AF65-F5344CB8AC3E}">
        <p14:creationId xmlns:p14="http://schemas.microsoft.com/office/powerpoint/2010/main" val="5842562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64327C2E-86AC-4299-A9C5-C7D25810AD9B}" type="datetime1">
              <a:rPr lang="en-US"/>
              <a:pPr>
                <a:defRPr/>
              </a:pPr>
              <a:t>15-Jun-26</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fld id="{71DDC0F6-81F6-4F00-8B59-D73436E3555A}" type="slidenum">
              <a:rPr lang="en-US" altLang="en-US"/>
              <a:pPr/>
              <a:t>‹#›</a:t>
            </a:fld>
            <a:endParaRPr lang="en-US" altLang="en-US"/>
          </a:p>
        </p:txBody>
      </p:sp>
    </p:spTree>
    <p:extLst>
      <p:ext uri="{BB962C8B-B14F-4D97-AF65-F5344CB8AC3E}">
        <p14:creationId xmlns:p14="http://schemas.microsoft.com/office/powerpoint/2010/main" val="22876927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Content Placeholder 2"/>
          <p:cNvSpPr>
            <a:spLocks noGrp="1"/>
          </p:cNvSpPr>
          <p:nvPr>
            <p:ph idx="1"/>
          </p:nvPr>
        </p:nvSpPr>
        <p:spPr>
          <a:xfrm>
            <a:off x="5852159" y="1097280"/>
            <a:ext cx="5212080" cy="46634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3000" y="2834640"/>
            <a:ext cx="3931920" cy="301752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C0691584-EBD0-44AA-A8C0-DC56304C1B2F}" type="datetime1">
              <a:rPr lang="en-US"/>
              <a:pPr>
                <a:defRPr/>
              </a:pPr>
              <a:t>15-Jun-26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42F2836B-FAD4-4B18-AB2B-763F93A733DD}" type="slidenum">
              <a:rPr lang="en-US" altLang="en-US"/>
              <a:pPr/>
              <a:t>‹#›</a:t>
            </a:fld>
            <a:endParaRPr lang="en-US" altLang="en-US"/>
          </a:p>
        </p:txBody>
      </p:sp>
    </p:spTree>
    <p:extLst>
      <p:ext uri="{BB962C8B-B14F-4D97-AF65-F5344CB8AC3E}">
        <p14:creationId xmlns:p14="http://schemas.microsoft.com/office/powerpoint/2010/main" val="4597013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413248" y="1069847"/>
            <a:ext cx="6099048" cy="4800600"/>
          </a:xfrm>
        </p:spPr>
        <p:txBody>
          <a:bodyPr lIns="274320" tIns="182880" rtlCol="0">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143000" y="2834640"/>
            <a:ext cx="3931920" cy="288036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369E928B-4594-4CCC-BEE7-52C331627A50}" type="datetime1">
              <a:rPr lang="en-US"/>
              <a:pPr>
                <a:defRPr/>
              </a:pPr>
              <a:t>15-Jun-26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5EB44517-74B9-4B76-BF8F-65954CF7D30E}" type="slidenum">
              <a:rPr lang="en-US" altLang="en-US"/>
              <a:pPr/>
              <a:t>‹#›</a:t>
            </a:fld>
            <a:endParaRPr lang="en-US" altLang="en-US"/>
          </a:p>
        </p:txBody>
      </p:sp>
    </p:spTree>
    <p:extLst>
      <p:ext uri="{BB962C8B-B14F-4D97-AF65-F5344CB8AC3E}">
        <p14:creationId xmlns:p14="http://schemas.microsoft.com/office/powerpoint/2010/main" val="23353572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494D5753-074A-47F3-9801-6A409ECF4411}" type="datetime1">
              <a:rPr lang="en-US"/>
              <a:pPr>
                <a:defRPr/>
              </a:pPr>
              <a:t>15-Jun-26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56869A35-BB42-4C43-904B-9701C8B0AE06}" type="slidenum">
              <a:rPr lang="en-US" altLang="en-US"/>
              <a:pPr/>
              <a:t>‹#›</a:t>
            </a:fld>
            <a:endParaRPr lang="en-US" altLang="en-US"/>
          </a:p>
        </p:txBody>
      </p:sp>
    </p:spTree>
    <p:extLst>
      <p:ext uri="{BB962C8B-B14F-4D97-AF65-F5344CB8AC3E}">
        <p14:creationId xmlns:p14="http://schemas.microsoft.com/office/powerpoint/2010/main" val="31888142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324100" cy="54102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3000" y="762000"/>
            <a:ext cx="74295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3C27D0F4-DFA9-44DF-A419-68F3F7180314}" type="datetime1">
              <a:rPr lang="en-US"/>
              <a:pPr>
                <a:defRPr/>
              </a:pPr>
              <a:t>15-Jun-26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9897C926-65E1-4015-B207-1B494B411635}" type="slidenum">
              <a:rPr lang="en-US" altLang="en-US"/>
              <a:pPr/>
              <a:t>‹#›</a:t>
            </a:fld>
            <a:endParaRPr lang="en-US" altLang="en-US"/>
          </a:p>
        </p:txBody>
      </p:sp>
    </p:spTree>
    <p:extLst>
      <p:ext uri="{BB962C8B-B14F-4D97-AF65-F5344CB8AC3E}">
        <p14:creationId xmlns:p14="http://schemas.microsoft.com/office/powerpoint/2010/main" val="35958511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a:spLocks noChangeAspect="1"/>
          </p:cNvSpPr>
          <p:nvPr/>
        </p:nvSpPr>
        <p:spPr>
          <a:xfrm>
            <a:off x="231775" y="244475"/>
            <a:ext cx="11723688" cy="6376988"/>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27" name="Title Placeholder 1"/>
          <p:cNvSpPr>
            <a:spLocks noGrp="1"/>
          </p:cNvSpPr>
          <p:nvPr>
            <p:ph type="title"/>
          </p:nvPr>
        </p:nvSpPr>
        <p:spPr bwMode="auto">
          <a:xfrm>
            <a:off x="1143000" y="609600"/>
            <a:ext cx="9875838" cy="1355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8" name="Text Placeholder 2"/>
          <p:cNvSpPr>
            <a:spLocks noGrp="1"/>
          </p:cNvSpPr>
          <p:nvPr>
            <p:ph type="body" idx="1"/>
          </p:nvPr>
        </p:nvSpPr>
        <p:spPr bwMode="auto">
          <a:xfrm>
            <a:off x="1143000" y="2057400"/>
            <a:ext cx="9872663" cy="403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1143000" y="6224588"/>
            <a:ext cx="2328863" cy="365125"/>
          </a:xfrm>
          <a:prstGeom prst="rect">
            <a:avLst/>
          </a:prstGeom>
        </p:spPr>
        <p:txBody>
          <a:bodyPr vert="horz" lIns="91440" tIns="45720" rIns="91440" bIns="45720" rtlCol="0" anchor="ctr"/>
          <a:lstStyle>
            <a:lvl1pPr algn="l">
              <a:defRPr sz="1200" smtClean="0">
                <a:solidFill>
                  <a:schemeClr val="tx1"/>
                </a:solidFill>
              </a:defRPr>
            </a:lvl1pPr>
          </a:lstStyle>
          <a:p>
            <a:pPr>
              <a:defRPr/>
            </a:pPr>
            <a:fld id="{BE98B124-CCEF-4FAF-B3C0-870B99E3B09B}" type="datetime1">
              <a:rPr lang="en-US"/>
              <a:pPr>
                <a:defRPr/>
              </a:pPr>
              <a:t>15-Jun-26</a:t>
            </a:fld>
            <a:endParaRPr lang="en-US"/>
          </a:p>
        </p:txBody>
      </p:sp>
      <p:sp>
        <p:nvSpPr>
          <p:cNvPr id="5" name="Footer Placeholder 4"/>
          <p:cNvSpPr>
            <a:spLocks noGrp="1"/>
          </p:cNvSpPr>
          <p:nvPr>
            <p:ph type="ftr" sz="quarter" idx="3"/>
          </p:nvPr>
        </p:nvSpPr>
        <p:spPr>
          <a:xfrm>
            <a:off x="3949700" y="6224588"/>
            <a:ext cx="4716463" cy="365125"/>
          </a:xfrm>
          <a:prstGeom prst="rect">
            <a:avLst/>
          </a:prstGeom>
        </p:spPr>
        <p:txBody>
          <a:bodyPr vert="horz" lIns="91440" tIns="45720" rIns="91440" bIns="45720" rtlCol="0" anchor="ctr"/>
          <a:lstStyle>
            <a:lvl1pPr algn="ctr">
              <a:defRPr sz="1200">
                <a:solidFill>
                  <a:schemeClr val="tx1"/>
                </a:solidFill>
              </a:defRPr>
            </a:lvl1pPr>
          </a:lstStyle>
          <a:p>
            <a:pPr>
              <a:defRPr/>
            </a:pPr>
            <a:endParaRPr lang="en-US"/>
          </a:p>
        </p:txBody>
      </p:sp>
      <p:sp>
        <p:nvSpPr>
          <p:cNvPr id="6" name="Slide Number Placeholder 5"/>
          <p:cNvSpPr>
            <a:spLocks noGrp="1"/>
          </p:cNvSpPr>
          <p:nvPr>
            <p:ph type="sldNum" sz="quarter" idx="4"/>
          </p:nvPr>
        </p:nvSpPr>
        <p:spPr>
          <a:xfrm>
            <a:off x="9329738" y="6224588"/>
            <a:ext cx="1706562" cy="365125"/>
          </a:xfrm>
          <a:prstGeom prst="rect">
            <a:avLst/>
          </a:prstGeom>
        </p:spPr>
        <p:txBody>
          <a:bodyPr vert="horz" wrap="square" lIns="91440" tIns="45720" rIns="91440" bIns="45720" numCol="1" anchor="ctr" anchorCtr="0" compatLnSpc="1">
            <a:prstTxWarp prst="textNoShape">
              <a:avLst/>
            </a:prstTxWarp>
          </a:bodyPr>
          <a:lstStyle>
            <a:lvl1pPr algn="r">
              <a:defRPr sz="1200"/>
            </a:lvl1pPr>
          </a:lstStyle>
          <a:p>
            <a:fld id="{B434C5DA-6621-4F04-8146-1B72F6F8881D}"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5035" r:id="rId1"/>
    <p:sldLayoutId id="2147485026" r:id="rId2"/>
    <p:sldLayoutId id="2147485036" r:id="rId3"/>
    <p:sldLayoutId id="2147485027" r:id="rId4"/>
    <p:sldLayoutId id="2147485028" r:id="rId5"/>
    <p:sldLayoutId id="2147485029" r:id="rId6"/>
    <p:sldLayoutId id="2147485030" r:id="rId7"/>
    <p:sldLayoutId id="2147485031" r:id="rId8"/>
    <p:sldLayoutId id="2147485032" r:id="rId9"/>
    <p:sldLayoutId id="2147485033" r:id="rId10"/>
    <p:sldLayoutId id="2147485034" r:id="rId11"/>
  </p:sldLayoutIdLst>
  <p:hf hdr="0" ft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Tw Cen MT" pitchFamily="34" charset="0"/>
        </a:defRPr>
      </a:lvl2pPr>
      <a:lvl3pPr algn="l" rtl="0" eaLnBrk="0" fontAlgn="base" hangingPunct="0">
        <a:lnSpc>
          <a:spcPct val="90000"/>
        </a:lnSpc>
        <a:spcBef>
          <a:spcPct val="0"/>
        </a:spcBef>
        <a:spcAft>
          <a:spcPct val="0"/>
        </a:spcAft>
        <a:defRPr sz="4400">
          <a:solidFill>
            <a:schemeClr val="tx1"/>
          </a:solidFill>
          <a:latin typeface="Tw Cen MT" pitchFamily="34" charset="0"/>
        </a:defRPr>
      </a:lvl3pPr>
      <a:lvl4pPr algn="l" rtl="0" eaLnBrk="0" fontAlgn="base" hangingPunct="0">
        <a:lnSpc>
          <a:spcPct val="90000"/>
        </a:lnSpc>
        <a:spcBef>
          <a:spcPct val="0"/>
        </a:spcBef>
        <a:spcAft>
          <a:spcPct val="0"/>
        </a:spcAft>
        <a:defRPr sz="4400">
          <a:solidFill>
            <a:schemeClr val="tx1"/>
          </a:solidFill>
          <a:latin typeface="Tw Cen MT" pitchFamily="34" charset="0"/>
        </a:defRPr>
      </a:lvl4pPr>
      <a:lvl5pPr algn="l" rtl="0" eaLnBrk="0" fontAlgn="base" hangingPunct="0">
        <a:lnSpc>
          <a:spcPct val="90000"/>
        </a:lnSpc>
        <a:spcBef>
          <a:spcPct val="0"/>
        </a:spcBef>
        <a:spcAft>
          <a:spcPct val="0"/>
        </a:spcAft>
        <a:defRPr sz="4400">
          <a:solidFill>
            <a:schemeClr val="tx1"/>
          </a:solidFill>
          <a:latin typeface="Tw Cen MT" pitchFamily="34" charset="0"/>
        </a:defRPr>
      </a:lvl5pPr>
      <a:lvl6pPr marL="457200" algn="l" rtl="0" fontAlgn="base">
        <a:lnSpc>
          <a:spcPct val="90000"/>
        </a:lnSpc>
        <a:spcBef>
          <a:spcPct val="0"/>
        </a:spcBef>
        <a:spcAft>
          <a:spcPct val="0"/>
        </a:spcAft>
        <a:defRPr sz="4400">
          <a:solidFill>
            <a:schemeClr val="tx1"/>
          </a:solidFill>
          <a:latin typeface="Corbel" panose="020B0503020204020204" pitchFamily="34" charset="0"/>
        </a:defRPr>
      </a:lvl6pPr>
      <a:lvl7pPr marL="914400" algn="l" rtl="0" fontAlgn="base">
        <a:lnSpc>
          <a:spcPct val="90000"/>
        </a:lnSpc>
        <a:spcBef>
          <a:spcPct val="0"/>
        </a:spcBef>
        <a:spcAft>
          <a:spcPct val="0"/>
        </a:spcAft>
        <a:defRPr sz="4400">
          <a:solidFill>
            <a:schemeClr val="tx1"/>
          </a:solidFill>
          <a:latin typeface="Corbel" panose="020B0503020204020204" pitchFamily="34" charset="0"/>
        </a:defRPr>
      </a:lvl7pPr>
      <a:lvl8pPr marL="1371600" algn="l" rtl="0" fontAlgn="base">
        <a:lnSpc>
          <a:spcPct val="90000"/>
        </a:lnSpc>
        <a:spcBef>
          <a:spcPct val="0"/>
        </a:spcBef>
        <a:spcAft>
          <a:spcPct val="0"/>
        </a:spcAft>
        <a:defRPr sz="4400">
          <a:solidFill>
            <a:schemeClr val="tx1"/>
          </a:solidFill>
          <a:latin typeface="Corbel" panose="020B0503020204020204" pitchFamily="34" charset="0"/>
        </a:defRPr>
      </a:lvl8pPr>
      <a:lvl9pPr marL="1828800" algn="l" rtl="0" fontAlgn="base">
        <a:lnSpc>
          <a:spcPct val="90000"/>
        </a:lnSpc>
        <a:spcBef>
          <a:spcPct val="0"/>
        </a:spcBef>
        <a:spcAft>
          <a:spcPct val="0"/>
        </a:spcAft>
        <a:defRPr sz="4400">
          <a:solidFill>
            <a:schemeClr val="tx1"/>
          </a:solidFill>
          <a:latin typeface="Corbel" panose="020B0503020204020204" pitchFamily="34" charset="0"/>
        </a:defRPr>
      </a:lvl9pPr>
    </p:titleStyle>
    <p:bodyStyle>
      <a:lvl1pPr marL="228600" indent="-182563" algn="l" rtl="0" eaLnBrk="0" fontAlgn="base" hangingPunct="0">
        <a:lnSpc>
          <a:spcPct val="90000"/>
        </a:lnSpc>
        <a:spcBef>
          <a:spcPts val="1400"/>
        </a:spcBef>
        <a:spcAft>
          <a:spcPct val="0"/>
        </a:spcAft>
        <a:buClr>
          <a:schemeClr val="tx1"/>
        </a:buClr>
        <a:buSzPct val="80000"/>
        <a:buFont typeface="Corbel" panose="020B0503020204020204" pitchFamily="34" charset="0"/>
        <a:buChar char="•"/>
        <a:defRPr sz="2200" kern="1200">
          <a:solidFill>
            <a:schemeClr val="tx1"/>
          </a:solidFill>
          <a:latin typeface="+mn-lt"/>
          <a:ea typeface="+mn-ea"/>
          <a:cs typeface="+mn-cs"/>
        </a:defRPr>
      </a:lvl1pPr>
      <a:lvl2pPr marL="457200" indent="-182563" algn="l" rtl="0" eaLnBrk="0" fontAlgn="base" hangingPunct="0">
        <a:lnSpc>
          <a:spcPct val="90000"/>
        </a:lnSpc>
        <a:spcBef>
          <a:spcPts val="200"/>
        </a:spcBef>
        <a:spcAft>
          <a:spcPts val="400"/>
        </a:spcAft>
        <a:buClr>
          <a:schemeClr val="tx1"/>
        </a:buClr>
        <a:buSzPct val="80000"/>
        <a:buFont typeface="Corbel" panose="020B0503020204020204" pitchFamily="34" charset="0"/>
        <a:buChar char="•"/>
        <a:defRPr sz="2000" kern="1200">
          <a:solidFill>
            <a:schemeClr val="tx1"/>
          </a:solidFill>
          <a:latin typeface="+mn-lt"/>
          <a:ea typeface="+mn-ea"/>
          <a:cs typeface="+mn-cs"/>
        </a:defRPr>
      </a:lvl2pPr>
      <a:lvl3pPr marL="730250" indent="-182563" algn="l" rtl="0" eaLnBrk="0" fontAlgn="base" hangingPunct="0">
        <a:lnSpc>
          <a:spcPct val="90000"/>
        </a:lnSpc>
        <a:spcBef>
          <a:spcPts val="200"/>
        </a:spcBef>
        <a:spcAft>
          <a:spcPts val="400"/>
        </a:spcAft>
        <a:buClr>
          <a:schemeClr val="tx1"/>
        </a:buClr>
        <a:buSzPct val="80000"/>
        <a:buFont typeface="Corbel" panose="020B0503020204020204" pitchFamily="34" charset="0"/>
        <a:buChar char="•"/>
        <a:defRPr kern="1200">
          <a:solidFill>
            <a:schemeClr val="tx1"/>
          </a:solidFill>
          <a:latin typeface="+mn-lt"/>
          <a:ea typeface="+mn-ea"/>
          <a:cs typeface="+mn-cs"/>
        </a:defRPr>
      </a:lvl3pPr>
      <a:lvl4pPr marL="1004888" indent="-182563" algn="l" rtl="0" eaLnBrk="0" fontAlgn="base" hangingPunct="0">
        <a:lnSpc>
          <a:spcPct val="90000"/>
        </a:lnSpc>
        <a:spcBef>
          <a:spcPts val="200"/>
        </a:spcBef>
        <a:spcAft>
          <a:spcPts val="400"/>
        </a:spcAft>
        <a:buClr>
          <a:schemeClr val="tx1"/>
        </a:buClr>
        <a:buSzPct val="80000"/>
        <a:buFont typeface="Corbel" panose="020B0503020204020204" pitchFamily="34" charset="0"/>
        <a:buChar char="•"/>
        <a:defRPr sz="1600" kern="1200">
          <a:solidFill>
            <a:schemeClr val="tx1"/>
          </a:solidFill>
          <a:latin typeface="+mn-lt"/>
          <a:ea typeface="+mn-ea"/>
          <a:cs typeface="+mn-cs"/>
        </a:defRPr>
      </a:lvl4pPr>
      <a:lvl5pPr marL="1279525" indent="-182563" algn="l" rtl="0" eaLnBrk="0" fontAlgn="base" hangingPunct="0">
        <a:lnSpc>
          <a:spcPct val="90000"/>
        </a:lnSpc>
        <a:spcBef>
          <a:spcPts val="200"/>
        </a:spcBef>
        <a:spcAft>
          <a:spcPts val="400"/>
        </a:spcAft>
        <a:buClr>
          <a:schemeClr val="tx1"/>
        </a:buClr>
        <a:buSzPct val="80000"/>
        <a:buFont typeface="Corbel" panose="020B0503020204020204" pitchFamily="34" charset="0"/>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1DDC0F6-81F6-4F00-8B59-D73436E3555A}" type="slidenum">
              <a:rPr lang="en-US" altLang="en-US" smtClean="0"/>
              <a:pPr/>
              <a:t>1</a:t>
            </a:fld>
            <a:endParaRPr lang="en-US" altLang="en-US"/>
          </a:p>
        </p:txBody>
      </p:sp>
      <p:sp>
        <p:nvSpPr>
          <p:cNvPr id="4" name="Title 1"/>
          <p:cNvSpPr txBox="1">
            <a:spLocks/>
          </p:cNvSpPr>
          <p:nvPr/>
        </p:nvSpPr>
        <p:spPr>
          <a:xfrm>
            <a:off x="1143000" y="447676"/>
            <a:ext cx="9875838" cy="677862"/>
          </a:xfrm>
          <a:prstGeom prst="rect">
            <a:avLst/>
          </a:prstGeom>
        </p:spPr>
        <p:txBody>
          <a:bodyPr rtlCol="0">
            <a:normAutofit/>
          </a:bodyPr>
          <a:lst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Tw Cen MT" pitchFamily="34" charset="0"/>
              </a:defRPr>
            </a:lvl2pPr>
            <a:lvl3pPr algn="l" rtl="0" eaLnBrk="0" fontAlgn="base" hangingPunct="0">
              <a:lnSpc>
                <a:spcPct val="90000"/>
              </a:lnSpc>
              <a:spcBef>
                <a:spcPct val="0"/>
              </a:spcBef>
              <a:spcAft>
                <a:spcPct val="0"/>
              </a:spcAft>
              <a:defRPr sz="4400">
                <a:solidFill>
                  <a:schemeClr val="tx1"/>
                </a:solidFill>
                <a:latin typeface="Tw Cen MT" pitchFamily="34" charset="0"/>
              </a:defRPr>
            </a:lvl3pPr>
            <a:lvl4pPr algn="l" rtl="0" eaLnBrk="0" fontAlgn="base" hangingPunct="0">
              <a:lnSpc>
                <a:spcPct val="90000"/>
              </a:lnSpc>
              <a:spcBef>
                <a:spcPct val="0"/>
              </a:spcBef>
              <a:spcAft>
                <a:spcPct val="0"/>
              </a:spcAft>
              <a:defRPr sz="4400">
                <a:solidFill>
                  <a:schemeClr val="tx1"/>
                </a:solidFill>
                <a:latin typeface="Tw Cen MT" pitchFamily="34" charset="0"/>
              </a:defRPr>
            </a:lvl4pPr>
            <a:lvl5pPr algn="l" rtl="0" eaLnBrk="0" fontAlgn="base" hangingPunct="0">
              <a:lnSpc>
                <a:spcPct val="90000"/>
              </a:lnSpc>
              <a:spcBef>
                <a:spcPct val="0"/>
              </a:spcBef>
              <a:spcAft>
                <a:spcPct val="0"/>
              </a:spcAft>
              <a:defRPr sz="4400">
                <a:solidFill>
                  <a:schemeClr val="tx1"/>
                </a:solidFill>
                <a:latin typeface="Tw Cen MT" pitchFamily="34" charset="0"/>
              </a:defRPr>
            </a:lvl5pPr>
            <a:lvl6pPr marL="457200" algn="l" rtl="0" fontAlgn="base">
              <a:lnSpc>
                <a:spcPct val="90000"/>
              </a:lnSpc>
              <a:spcBef>
                <a:spcPct val="0"/>
              </a:spcBef>
              <a:spcAft>
                <a:spcPct val="0"/>
              </a:spcAft>
              <a:defRPr sz="4400">
                <a:solidFill>
                  <a:schemeClr val="tx1"/>
                </a:solidFill>
                <a:latin typeface="Corbel" panose="020B0503020204020204" pitchFamily="34" charset="0"/>
              </a:defRPr>
            </a:lvl6pPr>
            <a:lvl7pPr marL="914400" algn="l" rtl="0" fontAlgn="base">
              <a:lnSpc>
                <a:spcPct val="90000"/>
              </a:lnSpc>
              <a:spcBef>
                <a:spcPct val="0"/>
              </a:spcBef>
              <a:spcAft>
                <a:spcPct val="0"/>
              </a:spcAft>
              <a:defRPr sz="4400">
                <a:solidFill>
                  <a:schemeClr val="tx1"/>
                </a:solidFill>
                <a:latin typeface="Corbel" panose="020B0503020204020204" pitchFamily="34" charset="0"/>
              </a:defRPr>
            </a:lvl7pPr>
            <a:lvl8pPr marL="1371600" algn="l" rtl="0" fontAlgn="base">
              <a:lnSpc>
                <a:spcPct val="90000"/>
              </a:lnSpc>
              <a:spcBef>
                <a:spcPct val="0"/>
              </a:spcBef>
              <a:spcAft>
                <a:spcPct val="0"/>
              </a:spcAft>
              <a:defRPr sz="4400">
                <a:solidFill>
                  <a:schemeClr val="tx1"/>
                </a:solidFill>
                <a:latin typeface="Corbel" panose="020B0503020204020204" pitchFamily="34" charset="0"/>
              </a:defRPr>
            </a:lvl8pPr>
            <a:lvl9pPr marL="1828800" algn="l" rtl="0" fontAlgn="base">
              <a:lnSpc>
                <a:spcPct val="90000"/>
              </a:lnSpc>
              <a:spcBef>
                <a:spcPct val="0"/>
              </a:spcBef>
              <a:spcAft>
                <a:spcPct val="0"/>
              </a:spcAft>
              <a:defRPr sz="4400">
                <a:solidFill>
                  <a:schemeClr val="tx1"/>
                </a:solidFill>
                <a:latin typeface="Corbel" panose="020B0503020204020204" pitchFamily="34" charset="0"/>
              </a:defRPr>
            </a:lvl9pPr>
          </a:lstStyle>
          <a:p>
            <a:pPr algn="ctr" eaLnBrk="1" fontAlgn="auto" hangingPunct="1">
              <a:spcAft>
                <a:spcPts val="0"/>
              </a:spcAft>
              <a:defRPr/>
            </a:pPr>
            <a:r>
              <a:rPr lang="en-US" altLang="en-US" sz="3200" b="1" dirty="0">
                <a:solidFill>
                  <a:srgbClr val="00B0F0"/>
                </a:solidFill>
                <a:latin typeface="Calibri" panose="020F0502020204030204" pitchFamily="34" charset="0"/>
                <a:cs typeface="Calibri" panose="020F0502020204030204" pitchFamily="34" charset="0"/>
              </a:rPr>
              <a:t>Data Acquisition, Ethics, and Responsible Data Science</a:t>
            </a:r>
            <a:endParaRPr lang="en-US" altLang="en-US" sz="3200" b="1" dirty="0">
              <a:solidFill>
                <a:srgbClr val="00B0F0"/>
              </a:solidFill>
              <a:latin typeface="Calibri" panose="020F0502020204030204" pitchFamily="34" charset="0"/>
              <a:cs typeface="Calibri" panose="020F0502020204030204" pitchFamily="34" charset="0"/>
            </a:endParaRPr>
          </a:p>
        </p:txBody>
      </p:sp>
      <p:sp>
        <p:nvSpPr>
          <p:cNvPr id="5" name="Rectangle 4"/>
          <p:cNvSpPr/>
          <p:nvPr/>
        </p:nvSpPr>
        <p:spPr>
          <a:xfrm>
            <a:off x="734673" y="1302345"/>
            <a:ext cx="7388792" cy="5016758"/>
          </a:xfrm>
          <a:prstGeom prst="rect">
            <a:avLst/>
          </a:prstGeom>
        </p:spPr>
        <p:txBody>
          <a:bodyPr wrap="square">
            <a:spAutoFit/>
          </a:bodyPr>
          <a:lstStyle/>
          <a:p>
            <a:pPr marL="80963" lvl="1" indent="0" algn="just" eaLnBrk="1" hangingPunct="1">
              <a:buClr>
                <a:srgbClr val="0B5395"/>
              </a:buClr>
              <a:buNone/>
            </a:pPr>
            <a:r>
              <a:rPr lang="en-US" altLang="en-US" sz="2000" b="1" dirty="0">
                <a:latin typeface="Times New Roman" pitchFamily="18" charset="0"/>
                <a:cs typeface="Times New Roman" pitchFamily="18" charset="0"/>
              </a:rPr>
              <a:t>How Do Data Scientists Collect Data Responsibly</a:t>
            </a:r>
            <a:r>
              <a:rPr lang="en-US" altLang="en-US" sz="2000" b="1" dirty="0" smtClean="0">
                <a:latin typeface="Times New Roman" pitchFamily="18" charset="0"/>
                <a:cs typeface="Times New Roman" pitchFamily="18" charset="0"/>
              </a:rPr>
              <a:t>?</a:t>
            </a:r>
          </a:p>
          <a:p>
            <a:pPr marL="80963" lvl="1" indent="0" algn="just" eaLnBrk="1" hangingPunct="1">
              <a:buClr>
                <a:srgbClr val="0B5395"/>
              </a:buClr>
              <a:buNone/>
            </a:pPr>
            <a:endParaRPr lang="en-US" altLang="en-US" sz="2000" dirty="0">
              <a:latin typeface="Times New Roman" pitchFamily="18" charset="0"/>
              <a:cs typeface="Times New Roman" pitchFamily="18" charset="0"/>
            </a:endParaRPr>
          </a:p>
          <a:p>
            <a:pPr marL="80963" lvl="1" indent="0" algn="just" eaLnBrk="1" hangingPunct="1">
              <a:buClr>
                <a:srgbClr val="0B5395"/>
              </a:buClr>
              <a:buNone/>
            </a:pPr>
            <a:r>
              <a:rPr lang="en-US" altLang="en-US" sz="2000" dirty="0" smtClean="0">
                <a:latin typeface="Times New Roman" pitchFamily="18" charset="0"/>
                <a:cs typeface="Times New Roman" pitchFamily="18" charset="0"/>
              </a:rPr>
              <a:t>Progressing </a:t>
            </a:r>
            <a:r>
              <a:rPr lang="en-US" altLang="en-US" sz="2000" dirty="0">
                <a:latin typeface="Times New Roman" pitchFamily="18" charset="0"/>
                <a:cs typeface="Times New Roman" pitchFamily="18" charset="0"/>
              </a:rPr>
              <a:t>from how we get data, to the responsibilities we hold once we have it, and finally to the hidden flaws we must check for before analyzing it</a:t>
            </a:r>
            <a:r>
              <a:rPr lang="en-US" altLang="en-US" sz="2000" dirty="0" smtClean="0">
                <a:latin typeface="Times New Roman" pitchFamily="18" charset="0"/>
                <a:cs typeface="Times New Roman" pitchFamily="18" charset="0"/>
              </a:rPr>
              <a:t>.</a:t>
            </a:r>
          </a:p>
          <a:p>
            <a:pPr marL="80963" lvl="1" indent="0" algn="just" eaLnBrk="1" hangingPunct="1">
              <a:buClr>
                <a:srgbClr val="0B5395"/>
              </a:buClr>
              <a:buNone/>
            </a:pPr>
            <a:endParaRPr lang="en-US" altLang="en-US" sz="2000" dirty="0">
              <a:latin typeface="Times New Roman" pitchFamily="18" charset="0"/>
              <a:cs typeface="Times New Roman" pitchFamily="18" charset="0"/>
            </a:endParaRPr>
          </a:p>
          <a:p>
            <a:pPr marL="80963" lvl="1" indent="0" algn="just" eaLnBrk="1" hangingPunct="1">
              <a:buClr>
                <a:srgbClr val="0B5395"/>
              </a:buClr>
              <a:buNone/>
            </a:pPr>
            <a:r>
              <a:rPr lang="en-US" altLang="en-US" sz="2000" b="1" dirty="0" smtClean="0">
                <a:latin typeface="Times New Roman" pitchFamily="18" charset="0"/>
                <a:cs typeface="Times New Roman" pitchFamily="18" charset="0"/>
              </a:rPr>
              <a:t>Why Data Collection Matters?</a:t>
            </a:r>
          </a:p>
          <a:p>
            <a:pPr marL="80963" lvl="1" indent="0" algn="just" eaLnBrk="1" hangingPunct="1">
              <a:buClr>
                <a:srgbClr val="0B5395"/>
              </a:buClr>
              <a:buNone/>
            </a:pPr>
            <a:r>
              <a:rPr lang="en-US" altLang="en-US" sz="2000" dirty="0" smtClean="0">
                <a:latin typeface="Times New Roman" pitchFamily="18" charset="0"/>
                <a:cs typeface="Times New Roman" pitchFamily="18" charset="0"/>
              </a:rPr>
              <a:t>Can machine learning produce good predictions from poor-quality data?</a:t>
            </a:r>
          </a:p>
          <a:p>
            <a:pPr marL="80963" lvl="1" indent="0" algn="just" eaLnBrk="1" hangingPunct="1">
              <a:buClr>
                <a:srgbClr val="0B5395"/>
              </a:buClr>
              <a:buNone/>
            </a:pPr>
            <a:endParaRPr lang="en-US" altLang="en-US" sz="2000" dirty="0">
              <a:latin typeface="Times New Roman" pitchFamily="18" charset="0"/>
              <a:cs typeface="Times New Roman" pitchFamily="18" charset="0"/>
            </a:endParaRPr>
          </a:p>
          <a:p>
            <a:pPr marL="80963" lvl="1" indent="0" algn="just" eaLnBrk="1" hangingPunct="1">
              <a:buClr>
                <a:srgbClr val="0B5395"/>
              </a:buClr>
              <a:buNone/>
            </a:pPr>
            <a:r>
              <a:rPr lang="en-US" altLang="en-US" sz="2000" dirty="0">
                <a:latin typeface="Times New Roman" pitchFamily="18" charset="0"/>
                <a:cs typeface="Times New Roman" pitchFamily="18" charset="0"/>
              </a:rPr>
              <a:t>Garbage In → Garbage </a:t>
            </a:r>
            <a:r>
              <a:rPr lang="en-US" altLang="en-US" sz="2000" dirty="0" smtClean="0">
                <a:latin typeface="Times New Roman" pitchFamily="18" charset="0"/>
                <a:cs typeface="Times New Roman" pitchFamily="18" charset="0"/>
              </a:rPr>
              <a:t>Out</a:t>
            </a:r>
          </a:p>
          <a:p>
            <a:pPr marL="80963" lvl="1" indent="0" algn="just" eaLnBrk="1" hangingPunct="1">
              <a:buClr>
                <a:srgbClr val="0B5395"/>
              </a:buClr>
              <a:buNone/>
            </a:pPr>
            <a:endParaRPr lang="en-US" altLang="en-US" sz="2000" dirty="0">
              <a:latin typeface="Times New Roman" pitchFamily="18" charset="0"/>
              <a:cs typeface="Times New Roman" pitchFamily="18" charset="0"/>
            </a:endParaRPr>
          </a:p>
          <a:p>
            <a:pPr marL="80963" lvl="1" indent="0" algn="just" eaLnBrk="1" hangingPunct="1">
              <a:buClr>
                <a:srgbClr val="0B5395"/>
              </a:buClr>
              <a:buNone/>
            </a:pPr>
            <a:r>
              <a:rPr lang="en-US" altLang="en-US" sz="2000" dirty="0">
                <a:solidFill>
                  <a:srgbClr val="FF0000"/>
                </a:solidFill>
                <a:latin typeface="Times New Roman" pitchFamily="18" charset="0"/>
                <a:cs typeface="Times New Roman" pitchFamily="18" charset="0"/>
              </a:rPr>
              <a:t>The quality of a data science project depends heavily on how data is collected</a:t>
            </a:r>
            <a:r>
              <a:rPr lang="en-US" altLang="en-US" sz="2000" dirty="0" smtClean="0">
                <a:solidFill>
                  <a:srgbClr val="FF0000"/>
                </a:solidFill>
                <a:latin typeface="Times New Roman" pitchFamily="18" charset="0"/>
                <a:cs typeface="Times New Roman" pitchFamily="18" charset="0"/>
              </a:rPr>
              <a:t>.</a:t>
            </a:r>
          </a:p>
          <a:p>
            <a:pPr marL="80963" lvl="1" indent="0" algn="just" eaLnBrk="1" hangingPunct="1">
              <a:buClr>
                <a:srgbClr val="0B5395"/>
              </a:buClr>
              <a:buNone/>
            </a:pPr>
            <a:endParaRPr lang="en-US" altLang="en-US" sz="2000" dirty="0">
              <a:latin typeface="Times New Roman" pitchFamily="18" charset="0"/>
              <a:cs typeface="Times New Roman" pitchFamily="18" charset="0"/>
            </a:endParaRPr>
          </a:p>
          <a:p>
            <a:pPr marL="80963" lvl="1" indent="0" algn="just" eaLnBrk="1" hangingPunct="1">
              <a:buClr>
                <a:srgbClr val="0B5395"/>
              </a:buClr>
              <a:buNone/>
            </a:pPr>
            <a:endParaRPr lang="en-US" altLang="en-US" sz="2000" dirty="0">
              <a:latin typeface="Times New Roman" pitchFamily="18" charset="0"/>
              <a:cs typeface="Times New Roman" pitchFamily="18" charset="0"/>
            </a:endParaRPr>
          </a:p>
        </p:txBody>
      </p:sp>
      <p:sp>
        <p:nvSpPr>
          <p:cNvPr id="9" name="Rectangle 8"/>
          <p:cNvSpPr/>
          <p:nvPr/>
        </p:nvSpPr>
        <p:spPr>
          <a:xfrm>
            <a:off x="8556172" y="1972466"/>
            <a:ext cx="3282042" cy="3693319"/>
          </a:xfrm>
          <a:prstGeom prst="rect">
            <a:avLst/>
          </a:prstGeom>
          <a:ln>
            <a:solidFill>
              <a:schemeClr val="accent1"/>
            </a:solidFill>
          </a:ln>
        </p:spPr>
        <p:txBody>
          <a:bodyPr wrap="square">
            <a:spAutoFit/>
          </a:bodyPr>
          <a:lstStyle/>
          <a:p>
            <a:pPr marL="44450" indent="0" algn="just">
              <a:buNone/>
            </a:pPr>
            <a:r>
              <a:rPr lang="en-US" altLang="en-US" b="1" dirty="0">
                <a:latin typeface="Times New Roman" pitchFamily="18" charset="0"/>
                <a:cs typeface="Times New Roman" pitchFamily="18" charset="0"/>
              </a:rPr>
              <a:t>Step 1 </a:t>
            </a:r>
            <a:r>
              <a:rPr lang="en-US" altLang="en-US" dirty="0">
                <a:latin typeface="Times New Roman" pitchFamily="18" charset="0"/>
                <a:cs typeface="Times New Roman" pitchFamily="18" charset="0"/>
              </a:rPr>
              <a:t>– Problem </a:t>
            </a:r>
            <a:r>
              <a:rPr lang="en-US" altLang="en-US" dirty="0" smtClean="0">
                <a:latin typeface="Times New Roman" pitchFamily="18" charset="0"/>
                <a:cs typeface="Times New Roman" pitchFamily="18" charset="0"/>
              </a:rPr>
              <a:t>Understanding</a:t>
            </a:r>
          </a:p>
          <a:p>
            <a:pPr marL="44450" indent="0" algn="just">
              <a:buNone/>
            </a:pPr>
            <a:r>
              <a:rPr lang="en-US" altLang="en-US" dirty="0">
                <a:latin typeface="Times New Roman" pitchFamily="18" charset="0"/>
                <a:cs typeface="Times New Roman" pitchFamily="18" charset="0"/>
              </a:rPr>
              <a:t>  </a:t>
            </a:r>
            <a:r>
              <a:rPr lang="en-US" altLang="en-US" dirty="0" smtClean="0">
                <a:latin typeface="Times New Roman" pitchFamily="18" charset="0"/>
                <a:cs typeface="Times New Roman" pitchFamily="18" charset="0"/>
              </a:rPr>
              <a:t> </a:t>
            </a:r>
            <a:r>
              <a:rPr lang="en-US" altLang="en-US" b="1" dirty="0" smtClean="0">
                <a:latin typeface="Times New Roman" pitchFamily="18" charset="0"/>
                <a:cs typeface="Times New Roman" pitchFamily="18" charset="0"/>
              </a:rPr>
              <a:t>↓</a:t>
            </a:r>
            <a:r>
              <a:rPr lang="en-US" altLang="en-US" dirty="0" smtClean="0">
                <a:latin typeface="Times New Roman" pitchFamily="18" charset="0"/>
                <a:cs typeface="Times New Roman" pitchFamily="18" charset="0"/>
              </a:rPr>
              <a:t> </a:t>
            </a:r>
            <a:endParaRPr lang="en-US" altLang="en-US" dirty="0">
              <a:latin typeface="Times New Roman" pitchFamily="18" charset="0"/>
              <a:cs typeface="Times New Roman" pitchFamily="18" charset="0"/>
            </a:endParaRPr>
          </a:p>
          <a:p>
            <a:pPr marL="44450" indent="0" algn="just">
              <a:buNone/>
            </a:pPr>
            <a:r>
              <a:rPr lang="en-US" altLang="en-US" b="1" dirty="0">
                <a:solidFill>
                  <a:srgbClr val="FF0000"/>
                </a:solidFill>
                <a:latin typeface="Times New Roman" pitchFamily="18" charset="0"/>
                <a:cs typeface="Times New Roman" pitchFamily="18" charset="0"/>
              </a:rPr>
              <a:t>Step 2 </a:t>
            </a:r>
            <a:r>
              <a:rPr lang="en-US" altLang="en-US" dirty="0">
                <a:solidFill>
                  <a:srgbClr val="FF0000"/>
                </a:solidFill>
                <a:latin typeface="Times New Roman" pitchFamily="18" charset="0"/>
                <a:cs typeface="Times New Roman" pitchFamily="18" charset="0"/>
              </a:rPr>
              <a:t>– Data </a:t>
            </a:r>
            <a:r>
              <a:rPr lang="en-US" altLang="en-US" dirty="0" smtClean="0">
                <a:solidFill>
                  <a:srgbClr val="FF0000"/>
                </a:solidFill>
                <a:latin typeface="Times New Roman" pitchFamily="18" charset="0"/>
                <a:cs typeface="Times New Roman" pitchFamily="18" charset="0"/>
              </a:rPr>
              <a:t>Collection</a:t>
            </a:r>
          </a:p>
          <a:p>
            <a:pPr marL="44450" indent="0" algn="just">
              <a:buNone/>
            </a:pPr>
            <a:r>
              <a:rPr lang="en-US" altLang="en-US" b="1" dirty="0" smtClean="0">
                <a:latin typeface="Times New Roman" pitchFamily="18" charset="0"/>
                <a:cs typeface="Times New Roman" pitchFamily="18" charset="0"/>
              </a:rPr>
              <a:t>   ↓</a:t>
            </a:r>
            <a:endParaRPr lang="en-US" altLang="en-US" dirty="0">
              <a:latin typeface="Times New Roman" pitchFamily="18" charset="0"/>
              <a:cs typeface="Times New Roman" pitchFamily="18" charset="0"/>
            </a:endParaRPr>
          </a:p>
          <a:p>
            <a:pPr marL="44450" indent="0" algn="just">
              <a:buNone/>
            </a:pPr>
            <a:r>
              <a:rPr lang="en-US" altLang="en-US" b="1" dirty="0">
                <a:latin typeface="Times New Roman" pitchFamily="18" charset="0"/>
                <a:cs typeface="Times New Roman" pitchFamily="18" charset="0"/>
              </a:rPr>
              <a:t>Step 3 </a:t>
            </a:r>
            <a:r>
              <a:rPr lang="en-US" altLang="en-US" dirty="0">
                <a:latin typeface="Times New Roman" pitchFamily="18" charset="0"/>
                <a:cs typeface="Times New Roman" pitchFamily="18" charset="0"/>
              </a:rPr>
              <a:t>– Data </a:t>
            </a:r>
            <a:r>
              <a:rPr lang="en-US" altLang="en-US" dirty="0" smtClean="0">
                <a:latin typeface="Times New Roman" pitchFamily="18" charset="0"/>
                <a:cs typeface="Times New Roman" pitchFamily="18" charset="0"/>
              </a:rPr>
              <a:t>Cleaning</a:t>
            </a:r>
          </a:p>
          <a:p>
            <a:pPr marL="44450" indent="0" algn="just">
              <a:buNone/>
            </a:pPr>
            <a:r>
              <a:rPr lang="en-US" altLang="en-US" b="1" dirty="0" smtClean="0">
                <a:latin typeface="Times New Roman" pitchFamily="18" charset="0"/>
                <a:cs typeface="Times New Roman" pitchFamily="18" charset="0"/>
              </a:rPr>
              <a:t>   ↓</a:t>
            </a:r>
            <a:endParaRPr lang="en-US" altLang="en-US" dirty="0">
              <a:latin typeface="Times New Roman" pitchFamily="18" charset="0"/>
              <a:cs typeface="Times New Roman" pitchFamily="18" charset="0"/>
            </a:endParaRPr>
          </a:p>
          <a:p>
            <a:pPr marL="44450" indent="0" algn="just">
              <a:buNone/>
            </a:pPr>
            <a:r>
              <a:rPr lang="en-US" altLang="en-US" b="1" dirty="0">
                <a:latin typeface="Times New Roman" pitchFamily="18" charset="0"/>
                <a:cs typeface="Times New Roman" pitchFamily="18" charset="0"/>
              </a:rPr>
              <a:t>Step 4 </a:t>
            </a:r>
            <a:r>
              <a:rPr lang="en-US" altLang="en-US" dirty="0">
                <a:latin typeface="Times New Roman" pitchFamily="18" charset="0"/>
                <a:cs typeface="Times New Roman" pitchFamily="18" charset="0"/>
              </a:rPr>
              <a:t>– </a:t>
            </a:r>
            <a:r>
              <a:rPr lang="en-US" altLang="en-US" dirty="0" smtClean="0">
                <a:latin typeface="Times New Roman" pitchFamily="18" charset="0"/>
                <a:cs typeface="Times New Roman" pitchFamily="18" charset="0"/>
              </a:rPr>
              <a:t> EDA</a:t>
            </a:r>
          </a:p>
          <a:p>
            <a:pPr marL="44450" indent="0" algn="just">
              <a:buNone/>
            </a:pPr>
            <a:r>
              <a:rPr lang="en-US" altLang="en-US" b="1" dirty="0" smtClean="0">
                <a:latin typeface="Times New Roman" pitchFamily="18" charset="0"/>
                <a:cs typeface="Times New Roman" pitchFamily="18" charset="0"/>
              </a:rPr>
              <a:t>   ↓</a:t>
            </a:r>
            <a:endParaRPr lang="en-US" altLang="en-US" dirty="0">
              <a:latin typeface="Times New Roman" pitchFamily="18" charset="0"/>
              <a:cs typeface="Times New Roman" pitchFamily="18" charset="0"/>
            </a:endParaRPr>
          </a:p>
          <a:p>
            <a:pPr marL="44450" indent="0" algn="just">
              <a:buNone/>
            </a:pPr>
            <a:r>
              <a:rPr lang="en-US" altLang="en-US" b="1" dirty="0">
                <a:latin typeface="Times New Roman" pitchFamily="18" charset="0"/>
                <a:cs typeface="Times New Roman" pitchFamily="18" charset="0"/>
              </a:rPr>
              <a:t>Step 5 </a:t>
            </a:r>
            <a:r>
              <a:rPr lang="en-US" altLang="en-US" dirty="0">
                <a:latin typeface="Times New Roman" pitchFamily="18" charset="0"/>
                <a:cs typeface="Times New Roman" pitchFamily="18" charset="0"/>
              </a:rPr>
              <a:t>– </a:t>
            </a:r>
            <a:r>
              <a:rPr lang="en-US" altLang="en-US" dirty="0" smtClean="0">
                <a:latin typeface="Times New Roman" pitchFamily="18" charset="0"/>
                <a:cs typeface="Times New Roman" pitchFamily="18" charset="0"/>
              </a:rPr>
              <a:t>Modeling</a:t>
            </a:r>
          </a:p>
          <a:p>
            <a:pPr marL="44450" indent="0" algn="just">
              <a:buNone/>
            </a:pPr>
            <a:r>
              <a:rPr lang="en-US" altLang="en-US" b="1" dirty="0" smtClean="0">
                <a:latin typeface="Times New Roman" pitchFamily="18" charset="0"/>
                <a:cs typeface="Times New Roman" pitchFamily="18" charset="0"/>
              </a:rPr>
              <a:t>   ↓</a:t>
            </a:r>
            <a:endParaRPr lang="en-US" altLang="en-US" dirty="0">
              <a:latin typeface="Times New Roman" pitchFamily="18" charset="0"/>
              <a:cs typeface="Times New Roman" pitchFamily="18" charset="0"/>
            </a:endParaRPr>
          </a:p>
          <a:p>
            <a:pPr marL="44450" indent="0" algn="just">
              <a:buNone/>
            </a:pPr>
            <a:r>
              <a:rPr lang="en-US" altLang="en-US" b="1" dirty="0">
                <a:latin typeface="Times New Roman" pitchFamily="18" charset="0"/>
                <a:cs typeface="Times New Roman" pitchFamily="18" charset="0"/>
              </a:rPr>
              <a:t>Step 6 </a:t>
            </a:r>
            <a:r>
              <a:rPr lang="en-US" altLang="en-US" dirty="0">
                <a:latin typeface="Times New Roman" pitchFamily="18" charset="0"/>
                <a:cs typeface="Times New Roman" pitchFamily="18" charset="0"/>
              </a:rPr>
              <a:t>– </a:t>
            </a:r>
            <a:r>
              <a:rPr lang="en-US" altLang="en-US" dirty="0" smtClean="0">
                <a:latin typeface="Times New Roman" pitchFamily="18" charset="0"/>
                <a:cs typeface="Times New Roman" pitchFamily="18" charset="0"/>
              </a:rPr>
              <a:t>Evaluation</a:t>
            </a:r>
          </a:p>
          <a:p>
            <a:pPr marL="44450" indent="0" algn="just">
              <a:buNone/>
            </a:pPr>
            <a:r>
              <a:rPr lang="en-US" altLang="en-US" b="1" dirty="0" smtClean="0">
                <a:latin typeface="Times New Roman" pitchFamily="18" charset="0"/>
                <a:cs typeface="Times New Roman" pitchFamily="18" charset="0"/>
              </a:rPr>
              <a:t>   ↓</a:t>
            </a:r>
            <a:endParaRPr lang="en-US" altLang="en-US" dirty="0">
              <a:latin typeface="Times New Roman" pitchFamily="18" charset="0"/>
              <a:cs typeface="Times New Roman" pitchFamily="18" charset="0"/>
            </a:endParaRPr>
          </a:p>
          <a:p>
            <a:pPr marL="44450" indent="0" algn="just">
              <a:buNone/>
            </a:pPr>
            <a:r>
              <a:rPr lang="en-US" altLang="en-US" b="1" dirty="0">
                <a:latin typeface="Times New Roman" pitchFamily="18" charset="0"/>
                <a:cs typeface="Times New Roman" pitchFamily="18" charset="0"/>
              </a:rPr>
              <a:t>Step 7 </a:t>
            </a:r>
            <a:r>
              <a:rPr lang="en-US" altLang="en-US" dirty="0">
                <a:latin typeface="Times New Roman" pitchFamily="18" charset="0"/>
                <a:cs typeface="Times New Roman" pitchFamily="18" charset="0"/>
              </a:rPr>
              <a:t>– Deployment</a:t>
            </a:r>
          </a:p>
        </p:txBody>
      </p:sp>
      <p:cxnSp>
        <p:nvCxnSpPr>
          <p:cNvPr id="10" name="Curved Connector 9"/>
          <p:cNvCxnSpPr/>
          <p:nvPr/>
        </p:nvCxnSpPr>
        <p:spPr>
          <a:xfrm rot="16200000" flipV="1">
            <a:off x="9958389" y="4545466"/>
            <a:ext cx="310242" cy="167367"/>
          </a:xfrm>
          <a:prstGeom prst="curvedConnector3">
            <a:avLst>
              <a:gd name="adj1" fmla="val 49999"/>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11" name="Curved Connector 10"/>
          <p:cNvCxnSpPr/>
          <p:nvPr/>
        </p:nvCxnSpPr>
        <p:spPr>
          <a:xfrm rot="5400000" flipH="1" flipV="1">
            <a:off x="9788979" y="3714753"/>
            <a:ext cx="1992084" cy="391885"/>
          </a:xfrm>
          <a:prstGeom prst="curvedConnector3">
            <a:avLst>
              <a:gd name="adj1" fmla="val 1229"/>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12" name="Curved Connector 11"/>
          <p:cNvCxnSpPr/>
          <p:nvPr/>
        </p:nvCxnSpPr>
        <p:spPr>
          <a:xfrm rot="5400000" flipH="1" flipV="1">
            <a:off x="9754963" y="4075337"/>
            <a:ext cx="1322615" cy="95256"/>
          </a:xfrm>
          <a:prstGeom prst="curvedConnector3">
            <a:avLst>
              <a:gd name="adj1" fmla="val 6790"/>
            </a:avLst>
          </a:prstGeom>
          <a:ln w="19050">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52516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1DDC0F6-81F6-4F00-8B59-D73436E3555A}" type="slidenum">
              <a:rPr lang="en-US" altLang="en-US" smtClean="0"/>
              <a:pPr/>
              <a:t>2</a:t>
            </a:fld>
            <a:endParaRPr lang="en-US" altLang="en-US" dirty="0"/>
          </a:p>
        </p:txBody>
      </p:sp>
      <p:sp>
        <p:nvSpPr>
          <p:cNvPr id="4" name="Title 1"/>
          <p:cNvSpPr txBox="1">
            <a:spLocks/>
          </p:cNvSpPr>
          <p:nvPr/>
        </p:nvSpPr>
        <p:spPr>
          <a:xfrm>
            <a:off x="1143000" y="447676"/>
            <a:ext cx="9875838" cy="677862"/>
          </a:xfrm>
          <a:prstGeom prst="rect">
            <a:avLst/>
          </a:prstGeom>
        </p:spPr>
        <p:txBody>
          <a:bodyPr rtlCol="0">
            <a:normAutofit/>
          </a:bodyPr>
          <a:lst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Tw Cen MT" pitchFamily="34" charset="0"/>
              </a:defRPr>
            </a:lvl2pPr>
            <a:lvl3pPr algn="l" rtl="0" eaLnBrk="0" fontAlgn="base" hangingPunct="0">
              <a:lnSpc>
                <a:spcPct val="90000"/>
              </a:lnSpc>
              <a:spcBef>
                <a:spcPct val="0"/>
              </a:spcBef>
              <a:spcAft>
                <a:spcPct val="0"/>
              </a:spcAft>
              <a:defRPr sz="4400">
                <a:solidFill>
                  <a:schemeClr val="tx1"/>
                </a:solidFill>
                <a:latin typeface="Tw Cen MT" pitchFamily="34" charset="0"/>
              </a:defRPr>
            </a:lvl3pPr>
            <a:lvl4pPr algn="l" rtl="0" eaLnBrk="0" fontAlgn="base" hangingPunct="0">
              <a:lnSpc>
                <a:spcPct val="90000"/>
              </a:lnSpc>
              <a:spcBef>
                <a:spcPct val="0"/>
              </a:spcBef>
              <a:spcAft>
                <a:spcPct val="0"/>
              </a:spcAft>
              <a:defRPr sz="4400">
                <a:solidFill>
                  <a:schemeClr val="tx1"/>
                </a:solidFill>
                <a:latin typeface="Tw Cen MT" pitchFamily="34" charset="0"/>
              </a:defRPr>
            </a:lvl4pPr>
            <a:lvl5pPr algn="l" rtl="0" eaLnBrk="0" fontAlgn="base" hangingPunct="0">
              <a:lnSpc>
                <a:spcPct val="90000"/>
              </a:lnSpc>
              <a:spcBef>
                <a:spcPct val="0"/>
              </a:spcBef>
              <a:spcAft>
                <a:spcPct val="0"/>
              </a:spcAft>
              <a:defRPr sz="4400">
                <a:solidFill>
                  <a:schemeClr val="tx1"/>
                </a:solidFill>
                <a:latin typeface="Tw Cen MT" pitchFamily="34" charset="0"/>
              </a:defRPr>
            </a:lvl5pPr>
            <a:lvl6pPr marL="457200" algn="l" rtl="0" fontAlgn="base">
              <a:lnSpc>
                <a:spcPct val="90000"/>
              </a:lnSpc>
              <a:spcBef>
                <a:spcPct val="0"/>
              </a:spcBef>
              <a:spcAft>
                <a:spcPct val="0"/>
              </a:spcAft>
              <a:defRPr sz="4400">
                <a:solidFill>
                  <a:schemeClr val="tx1"/>
                </a:solidFill>
                <a:latin typeface="Corbel" panose="020B0503020204020204" pitchFamily="34" charset="0"/>
              </a:defRPr>
            </a:lvl6pPr>
            <a:lvl7pPr marL="914400" algn="l" rtl="0" fontAlgn="base">
              <a:lnSpc>
                <a:spcPct val="90000"/>
              </a:lnSpc>
              <a:spcBef>
                <a:spcPct val="0"/>
              </a:spcBef>
              <a:spcAft>
                <a:spcPct val="0"/>
              </a:spcAft>
              <a:defRPr sz="4400">
                <a:solidFill>
                  <a:schemeClr val="tx1"/>
                </a:solidFill>
                <a:latin typeface="Corbel" panose="020B0503020204020204" pitchFamily="34" charset="0"/>
              </a:defRPr>
            </a:lvl7pPr>
            <a:lvl8pPr marL="1371600" algn="l" rtl="0" fontAlgn="base">
              <a:lnSpc>
                <a:spcPct val="90000"/>
              </a:lnSpc>
              <a:spcBef>
                <a:spcPct val="0"/>
              </a:spcBef>
              <a:spcAft>
                <a:spcPct val="0"/>
              </a:spcAft>
              <a:defRPr sz="4400">
                <a:solidFill>
                  <a:schemeClr val="tx1"/>
                </a:solidFill>
                <a:latin typeface="Corbel" panose="020B0503020204020204" pitchFamily="34" charset="0"/>
              </a:defRPr>
            </a:lvl8pPr>
            <a:lvl9pPr marL="1828800" algn="l" rtl="0" fontAlgn="base">
              <a:lnSpc>
                <a:spcPct val="90000"/>
              </a:lnSpc>
              <a:spcBef>
                <a:spcPct val="0"/>
              </a:spcBef>
              <a:spcAft>
                <a:spcPct val="0"/>
              </a:spcAft>
              <a:defRPr sz="4400">
                <a:solidFill>
                  <a:schemeClr val="tx1"/>
                </a:solidFill>
                <a:latin typeface="Corbel" panose="020B0503020204020204" pitchFamily="34" charset="0"/>
              </a:defRPr>
            </a:lvl9pPr>
          </a:lstStyle>
          <a:p>
            <a:pPr algn="ctr" eaLnBrk="1" fontAlgn="auto" hangingPunct="1">
              <a:spcAft>
                <a:spcPts val="0"/>
              </a:spcAft>
              <a:defRPr/>
            </a:pPr>
            <a:r>
              <a:rPr lang="en-US" altLang="en-US" sz="3200" b="1" dirty="0">
                <a:solidFill>
                  <a:srgbClr val="00B0F0"/>
                </a:solidFill>
                <a:latin typeface="Calibri" panose="020F0502020204030204" pitchFamily="34" charset="0"/>
                <a:cs typeface="Calibri" panose="020F0502020204030204" pitchFamily="34" charset="0"/>
              </a:rPr>
              <a:t>Data Acquisition Methods</a:t>
            </a:r>
            <a:endParaRPr lang="en-US" altLang="en-US" sz="3200" b="1" dirty="0">
              <a:solidFill>
                <a:srgbClr val="00B0F0"/>
              </a:solidFill>
              <a:latin typeface="Calibri" panose="020F0502020204030204" pitchFamily="34" charset="0"/>
              <a:cs typeface="Calibri" panose="020F0502020204030204" pitchFamily="34" charset="0"/>
            </a:endParaRPr>
          </a:p>
        </p:txBody>
      </p:sp>
      <p:sp>
        <p:nvSpPr>
          <p:cNvPr id="5" name="Rectangle 4"/>
          <p:cNvSpPr/>
          <p:nvPr/>
        </p:nvSpPr>
        <p:spPr>
          <a:xfrm>
            <a:off x="734673" y="1302345"/>
            <a:ext cx="7388792" cy="4093428"/>
          </a:xfrm>
          <a:prstGeom prst="rect">
            <a:avLst/>
          </a:prstGeom>
        </p:spPr>
        <p:txBody>
          <a:bodyPr wrap="square">
            <a:spAutoFit/>
          </a:bodyPr>
          <a:lstStyle/>
          <a:p>
            <a:pPr marL="80963" lvl="1" indent="0" algn="just" eaLnBrk="1" hangingPunct="1">
              <a:buClr>
                <a:srgbClr val="0B5395"/>
              </a:buClr>
              <a:buNone/>
            </a:pPr>
            <a:r>
              <a:rPr lang="en-US" altLang="en-US" sz="2000" b="1" dirty="0">
                <a:latin typeface="Times New Roman" pitchFamily="18" charset="0"/>
                <a:cs typeface="Times New Roman" pitchFamily="18" charset="0"/>
              </a:rPr>
              <a:t>What is Data Acquisition</a:t>
            </a:r>
            <a:r>
              <a:rPr lang="en-US" altLang="en-US" sz="2000" b="1" dirty="0" smtClean="0">
                <a:latin typeface="Times New Roman" pitchFamily="18" charset="0"/>
                <a:cs typeface="Times New Roman" pitchFamily="18" charset="0"/>
              </a:rPr>
              <a:t>?</a:t>
            </a:r>
          </a:p>
          <a:p>
            <a:pPr marL="80963" lvl="1" indent="0" algn="just" eaLnBrk="1" hangingPunct="1">
              <a:buClr>
                <a:srgbClr val="0B5395"/>
              </a:buClr>
              <a:buNone/>
            </a:pPr>
            <a:r>
              <a:rPr lang="en-US" altLang="en-US" sz="2000" dirty="0" smtClean="0">
                <a:latin typeface="Times New Roman" pitchFamily="18" charset="0"/>
                <a:cs typeface="Times New Roman" pitchFamily="18" charset="0"/>
              </a:rPr>
              <a:t>The </a:t>
            </a:r>
            <a:r>
              <a:rPr lang="en-US" altLang="en-US" sz="2000" dirty="0">
                <a:latin typeface="Times New Roman" pitchFamily="18" charset="0"/>
                <a:cs typeface="Times New Roman" pitchFamily="18" charset="0"/>
              </a:rPr>
              <a:t>process of collecting data from various sources for analysis.</a:t>
            </a:r>
            <a:endParaRPr lang="en-US" altLang="en-US" sz="2000" dirty="0">
              <a:latin typeface="Times New Roman" pitchFamily="18" charset="0"/>
              <a:cs typeface="Times New Roman" pitchFamily="18" charset="0"/>
            </a:endParaRPr>
          </a:p>
          <a:p>
            <a:pPr marL="80963" lvl="1" indent="0" algn="just" eaLnBrk="1" hangingPunct="1">
              <a:buClr>
                <a:srgbClr val="0B5395"/>
              </a:buClr>
              <a:buNone/>
            </a:pPr>
            <a:endParaRPr lang="en-US" altLang="en-US" sz="2000" dirty="0" smtClean="0">
              <a:latin typeface="Times New Roman" pitchFamily="18" charset="0"/>
              <a:cs typeface="Times New Roman" pitchFamily="18" charset="0"/>
            </a:endParaRPr>
          </a:p>
          <a:p>
            <a:pPr marL="80963" lvl="1" indent="0" algn="just" eaLnBrk="1" hangingPunct="1">
              <a:buClr>
                <a:srgbClr val="0B5395"/>
              </a:buClr>
              <a:buNone/>
            </a:pPr>
            <a:r>
              <a:rPr lang="en-US" altLang="en-US" sz="2000" b="1" dirty="0">
                <a:latin typeface="Times New Roman" pitchFamily="18" charset="0"/>
                <a:cs typeface="Times New Roman" pitchFamily="18" charset="0"/>
              </a:rPr>
              <a:t>Common </a:t>
            </a:r>
            <a:r>
              <a:rPr lang="en-US" altLang="en-US" sz="2000" b="1" dirty="0" smtClean="0">
                <a:latin typeface="Times New Roman" pitchFamily="18" charset="0"/>
                <a:cs typeface="Times New Roman" pitchFamily="18" charset="0"/>
              </a:rPr>
              <a:t>Sources</a:t>
            </a:r>
          </a:p>
          <a:p>
            <a:pPr marL="423863" lvl="1" indent="-342900" algn="just" eaLnBrk="1" hangingPunct="1">
              <a:buClr>
                <a:srgbClr val="0B5395"/>
              </a:buClr>
              <a:buFont typeface="Arial" pitchFamily="34" charset="0"/>
              <a:buChar char="•"/>
            </a:pPr>
            <a:r>
              <a:rPr lang="en-US" altLang="en-US" sz="2000" dirty="0">
                <a:latin typeface="Times New Roman" pitchFamily="18" charset="0"/>
                <a:cs typeface="Times New Roman" pitchFamily="18" charset="0"/>
              </a:rPr>
              <a:t>Databases</a:t>
            </a:r>
          </a:p>
          <a:p>
            <a:pPr marL="423863" lvl="1" indent="-342900" algn="just" eaLnBrk="1" hangingPunct="1">
              <a:buClr>
                <a:srgbClr val="0B5395"/>
              </a:buClr>
              <a:buFont typeface="Arial" pitchFamily="34" charset="0"/>
              <a:buChar char="•"/>
            </a:pPr>
            <a:r>
              <a:rPr lang="en-US" altLang="en-US" sz="2000" dirty="0">
                <a:latin typeface="Times New Roman" pitchFamily="18" charset="0"/>
                <a:cs typeface="Times New Roman" pitchFamily="18" charset="0"/>
              </a:rPr>
              <a:t>Websites</a:t>
            </a:r>
          </a:p>
          <a:p>
            <a:pPr marL="423863" lvl="1" indent="-342900" algn="just" eaLnBrk="1" hangingPunct="1">
              <a:buClr>
                <a:srgbClr val="0B5395"/>
              </a:buClr>
              <a:buFont typeface="Arial" pitchFamily="34" charset="0"/>
              <a:buChar char="•"/>
            </a:pPr>
            <a:r>
              <a:rPr lang="en-US" altLang="en-US" sz="2000" dirty="0">
                <a:latin typeface="Times New Roman" pitchFamily="18" charset="0"/>
                <a:cs typeface="Times New Roman" pitchFamily="18" charset="0"/>
              </a:rPr>
              <a:t>APIs</a:t>
            </a:r>
          </a:p>
          <a:p>
            <a:pPr marL="423863" lvl="1" indent="-342900" algn="just" eaLnBrk="1" hangingPunct="1">
              <a:buClr>
                <a:srgbClr val="0B5395"/>
              </a:buClr>
              <a:buFont typeface="Arial" pitchFamily="34" charset="0"/>
              <a:buChar char="•"/>
            </a:pPr>
            <a:r>
              <a:rPr lang="en-US" altLang="en-US" sz="2000" dirty="0">
                <a:latin typeface="Times New Roman" pitchFamily="18" charset="0"/>
                <a:cs typeface="Times New Roman" pitchFamily="18" charset="0"/>
              </a:rPr>
              <a:t>Surveys</a:t>
            </a:r>
          </a:p>
          <a:p>
            <a:pPr marL="423863" lvl="1" indent="-342900" algn="just" eaLnBrk="1" hangingPunct="1">
              <a:buClr>
                <a:srgbClr val="0B5395"/>
              </a:buClr>
              <a:buFont typeface="Arial" pitchFamily="34" charset="0"/>
              <a:buChar char="•"/>
            </a:pPr>
            <a:r>
              <a:rPr lang="en-US" altLang="en-US" sz="2000" dirty="0">
                <a:latin typeface="Times New Roman" pitchFamily="18" charset="0"/>
                <a:cs typeface="Times New Roman" pitchFamily="18" charset="0"/>
              </a:rPr>
              <a:t>Sensors/</a:t>
            </a:r>
            <a:r>
              <a:rPr lang="en-US" altLang="en-US" sz="2000" dirty="0" err="1">
                <a:latin typeface="Times New Roman" pitchFamily="18" charset="0"/>
                <a:cs typeface="Times New Roman" pitchFamily="18" charset="0"/>
              </a:rPr>
              <a:t>IoT</a:t>
            </a:r>
            <a:r>
              <a:rPr lang="en-US" altLang="en-US" sz="2000" dirty="0">
                <a:latin typeface="Times New Roman" pitchFamily="18" charset="0"/>
                <a:cs typeface="Times New Roman" pitchFamily="18" charset="0"/>
              </a:rPr>
              <a:t> Devices</a:t>
            </a:r>
          </a:p>
          <a:p>
            <a:pPr marL="423863" lvl="1" indent="-342900" algn="just" eaLnBrk="1" hangingPunct="1">
              <a:buClr>
                <a:srgbClr val="0B5395"/>
              </a:buClr>
              <a:buFont typeface="Arial" pitchFamily="34" charset="0"/>
              <a:buChar char="•"/>
            </a:pPr>
            <a:r>
              <a:rPr lang="en-US" altLang="en-US" sz="2000" dirty="0">
                <a:latin typeface="Times New Roman" pitchFamily="18" charset="0"/>
                <a:cs typeface="Times New Roman" pitchFamily="18" charset="0"/>
              </a:rPr>
              <a:t>Social Media</a:t>
            </a:r>
          </a:p>
          <a:p>
            <a:pPr marL="423863" lvl="1" indent="-342900" algn="just" eaLnBrk="1" hangingPunct="1">
              <a:buClr>
                <a:srgbClr val="0B5395"/>
              </a:buClr>
              <a:buFont typeface="Arial" pitchFamily="34" charset="0"/>
              <a:buChar char="•"/>
            </a:pPr>
            <a:r>
              <a:rPr lang="en-US" altLang="en-US" sz="2000" dirty="0">
                <a:latin typeface="Times New Roman" pitchFamily="18" charset="0"/>
                <a:cs typeface="Times New Roman" pitchFamily="18" charset="0"/>
              </a:rPr>
              <a:t>Public </a:t>
            </a:r>
            <a:r>
              <a:rPr lang="en-US" altLang="en-US" sz="2000" dirty="0" smtClean="0">
                <a:latin typeface="Times New Roman" pitchFamily="18" charset="0"/>
                <a:cs typeface="Times New Roman" pitchFamily="18" charset="0"/>
              </a:rPr>
              <a:t>Datasets</a:t>
            </a:r>
          </a:p>
          <a:p>
            <a:pPr marL="423863" lvl="1" indent="-342900" algn="just" eaLnBrk="1" hangingPunct="1">
              <a:buClr>
                <a:srgbClr val="0B5395"/>
              </a:buClr>
              <a:buFont typeface="Arial" pitchFamily="34" charset="0"/>
              <a:buChar char="•"/>
            </a:pPr>
            <a:endParaRPr lang="en-US" altLang="en-US" sz="2000" dirty="0">
              <a:latin typeface="Times New Roman" pitchFamily="18" charset="0"/>
              <a:cs typeface="Times New Roman" pitchFamily="18" charset="0"/>
            </a:endParaRPr>
          </a:p>
          <a:p>
            <a:pPr marL="80963" lvl="1" algn="just" eaLnBrk="1" hangingPunct="1">
              <a:buClr>
                <a:srgbClr val="0B5395"/>
              </a:buClr>
            </a:pPr>
            <a:endParaRPr lang="en-US" altLang="en-US" sz="2000" dirty="0">
              <a:latin typeface="Times New Roman" pitchFamily="18" charset="0"/>
              <a:cs typeface="Times New Roman" pitchFamily="18" charset="0"/>
            </a:endParaRPr>
          </a:p>
        </p:txBody>
      </p:sp>
      <p:sp>
        <p:nvSpPr>
          <p:cNvPr id="3" name="Rectangle 2"/>
          <p:cNvSpPr/>
          <p:nvPr/>
        </p:nvSpPr>
        <p:spPr>
          <a:xfrm>
            <a:off x="844890" y="5098214"/>
            <a:ext cx="4306774" cy="1015663"/>
          </a:xfrm>
          <a:prstGeom prst="rect">
            <a:avLst/>
          </a:prstGeom>
          <a:solidFill>
            <a:schemeClr val="bg1">
              <a:lumMod val="85000"/>
            </a:schemeClr>
          </a:solidFill>
          <a:ln>
            <a:solidFill>
              <a:schemeClr val="accent1"/>
            </a:solidFill>
          </a:ln>
        </p:spPr>
        <p:txBody>
          <a:bodyPr wrap="square">
            <a:spAutoFit/>
          </a:bodyPr>
          <a:lstStyle/>
          <a:p>
            <a:r>
              <a:rPr lang="en-US" sz="2000" dirty="0">
                <a:latin typeface="Times New Roman" pitchFamily="18" charset="0"/>
                <a:cs typeface="Times New Roman" pitchFamily="18" charset="0"/>
              </a:rPr>
              <a:t>How does Netflix collect data?</a:t>
            </a:r>
          </a:p>
          <a:p>
            <a:r>
              <a:rPr lang="en-US" sz="2000" dirty="0">
                <a:latin typeface="Times New Roman" pitchFamily="18" charset="0"/>
                <a:cs typeface="Times New Roman" pitchFamily="18" charset="0"/>
              </a:rPr>
              <a:t>How does Google Maps collect data?</a:t>
            </a:r>
          </a:p>
          <a:p>
            <a:r>
              <a:rPr lang="en-US" sz="2000" dirty="0">
                <a:latin typeface="Times New Roman" pitchFamily="18" charset="0"/>
                <a:cs typeface="Times New Roman" pitchFamily="18" charset="0"/>
              </a:rPr>
              <a:t>How does Facebook collect data?</a:t>
            </a:r>
          </a:p>
        </p:txBody>
      </p:sp>
    </p:spTree>
    <p:extLst>
      <p:ext uri="{BB962C8B-B14F-4D97-AF65-F5344CB8AC3E}">
        <p14:creationId xmlns:p14="http://schemas.microsoft.com/office/powerpoint/2010/main" val="231154536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1DDC0F6-81F6-4F00-8B59-D73436E3555A}" type="slidenum">
              <a:rPr lang="en-US" altLang="en-US" smtClean="0"/>
              <a:pPr/>
              <a:t>3</a:t>
            </a:fld>
            <a:endParaRPr lang="en-US" altLang="en-US" dirty="0"/>
          </a:p>
        </p:txBody>
      </p:sp>
      <p:sp>
        <p:nvSpPr>
          <p:cNvPr id="4" name="Title 1"/>
          <p:cNvSpPr txBox="1">
            <a:spLocks/>
          </p:cNvSpPr>
          <p:nvPr/>
        </p:nvSpPr>
        <p:spPr>
          <a:xfrm>
            <a:off x="1143000" y="447676"/>
            <a:ext cx="9875838" cy="677862"/>
          </a:xfrm>
          <a:prstGeom prst="rect">
            <a:avLst/>
          </a:prstGeom>
        </p:spPr>
        <p:txBody>
          <a:bodyPr rtlCol="0">
            <a:normAutofit/>
          </a:bodyPr>
          <a:lst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Tw Cen MT" pitchFamily="34" charset="0"/>
              </a:defRPr>
            </a:lvl2pPr>
            <a:lvl3pPr algn="l" rtl="0" eaLnBrk="0" fontAlgn="base" hangingPunct="0">
              <a:lnSpc>
                <a:spcPct val="90000"/>
              </a:lnSpc>
              <a:spcBef>
                <a:spcPct val="0"/>
              </a:spcBef>
              <a:spcAft>
                <a:spcPct val="0"/>
              </a:spcAft>
              <a:defRPr sz="4400">
                <a:solidFill>
                  <a:schemeClr val="tx1"/>
                </a:solidFill>
                <a:latin typeface="Tw Cen MT" pitchFamily="34" charset="0"/>
              </a:defRPr>
            </a:lvl3pPr>
            <a:lvl4pPr algn="l" rtl="0" eaLnBrk="0" fontAlgn="base" hangingPunct="0">
              <a:lnSpc>
                <a:spcPct val="90000"/>
              </a:lnSpc>
              <a:spcBef>
                <a:spcPct val="0"/>
              </a:spcBef>
              <a:spcAft>
                <a:spcPct val="0"/>
              </a:spcAft>
              <a:defRPr sz="4400">
                <a:solidFill>
                  <a:schemeClr val="tx1"/>
                </a:solidFill>
                <a:latin typeface="Tw Cen MT" pitchFamily="34" charset="0"/>
              </a:defRPr>
            </a:lvl4pPr>
            <a:lvl5pPr algn="l" rtl="0" eaLnBrk="0" fontAlgn="base" hangingPunct="0">
              <a:lnSpc>
                <a:spcPct val="90000"/>
              </a:lnSpc>
              <a:spcBef>
                <a:spcPct val="0"/>
              </a:spcBef>
              <a:spcAft>
                <a:spcPct val="0"/>
              </a:spcAft>
              <a:defRPr sz="4400">
                <a:solidFill>
                  <a:schemeClr val="tx1"/>
                </a:solidFill>
                <a:latin typeface="Tw Cen MT" pitchFamily="34" charset="0"/>
              </a:defRPr>
            </a:lvl5pPr>
            <a:lvl6pPr marL="457200" algn="l" rtl="0" fontAlgn="base">
              <a:lnSpc>
                <a:spcPct val="90000"/>
              </a:lnSpc>
              <a:spcBef>
                <a:spcPct val="0"/>
              </a:spcBef>
              <a:spcAft>
                <a:spcPct val="0"/>
              </a:spcAft>
              <a:defRPr sz="4400">
                <a:solidFill>
                  <a:schemeClr val="tx1"/>
                </a:solidFill>
                <a:latin typeface="Corbel" panose="020B0503020204020204" pitchFamily="34" charset="0"/>
              </a:defRPr>
            </a:lvl6pPr>
            <a:lvl7pPr marL="914400" algn="l" rtl="0" fontAlgn="base">
              <a:lnSpc>
                <a:spcPct val="90000"/>
              </a:lnSpc>
              <a:spcBef>
                <a:spcPct val="0"/>
              </a:spcBef>
              <a:spcAft>
                <a:spcPct val="0"/>
              </a:spcAft>
              <a:defRPr sz="4400">
                <a:solidFill>
                  <a:schemeClr val="tx1"/>
                </a:solidFill>
                <a:latin typeface="Corbel" panose="020B0503020204020204" pitchFamily="34" charset="0"/>
              </a:defRPr>
            </a:lvl7pPr>
            <a:lvl8pPr marL="1371600" algn="l" rtl="0" fontAlgn="base">
              <a:lnSpc>
                <a:spcPct val="90000"/>
              </a:lnSpc>
              <a:spcBef>
                <a:spcPct val="0"/>
              </a:spcBef>
              <a:spcAft>
                <a:spcPct val="0"/>
              </a:spcAft>
              <a:defRPr sz="4400">
                <a:solidFill>
                  <a:schemeClr val="tx1"/>
                </a:solidFill>
                <a:latin typeface="Corbel" panose="020B0503020204020204" pitchFamily="34" charset="0"/>
              </a:defRPr>
            </a:lvl8pPr>
            <a:lvl9pPr marL="1828800" algn="l" rtl="0" fontAlgn="base">
              <a:lnSpc>
                <a:spcPct val="90000"/>
              </a:lnSpc>
              <a:spcBef>
                <a:spcPct val="0"/>
              </a:spcBef>
              <a:spcAft>
                <a:spcPct val="0"/>
              </a:spcAft>
              <a:defRPr sz="4400">
                <a:solidFill>
                  <a:schemeClr val="tx1"/>
                </a:solidFill>
                <a:latin typeface="Corbel" panose="020B0503020204020204" pitchFamily="34" charset="0"/>
              </a:defRPr>
            </a:lvl9pPr>
          </a:lstStyle>
          <a:p>
            <a:pPr algn="ctr" eaLnBrk="1" fontAlgn="auto" hangingPunct="1">
              <a:spcAft>
                <a:spcPts val="0"/>
              </a:spcAft>
              <a:defRPr/>
            </a:pPr>
            <a:r>
              <a:rPr lang="en-US" altLang="en-US" sz="3200" b="1" dirty="0">
                <a:solidFill>
                  <a:srgbClr val="00B0F0"/>
                </a:solidFill>
                <a:latin typeface="Calibri" panose="020F0502020204030204" pitchFamily="34" charset="0"/>
                <a:cs typeface="Calibri" panose="020F0502020204030204" pitchFamily="34" charset="0"/>
              </a:rPr>
              <a:t>Data Acquisition </a:t>
            </a:r>
            <a:r>
              <a:rPr lang="en-US" altLang="en-US" sz="3200" b="1" dirty="0" smtClean="0">
                <a:solidFill>
                  <a:srgbClr val="00B0F0"/>
                </a:solidFill>
                <a:latin typeface="Calibri" panose="020F0502020204030204" pitchFamily="34" charset="0"/>
                <a:cs typeface="Calibri" panose="020F0502020204030204" pitchFamily="34" charset="0"/>
              </a:rPr>
              <a:t>Methods: API</a:t>
            </a:r>
            <a:endParaRPr lang="en-US" altLang="en-US" sz="3200" b="1" dirty="0">
              <a:solidFill>
                <a:srgbClr val="00B0F0"/>
              </a:solidFill>
              <a:latin typeface="Calibri" panose="020F0502020204030204" pitchFamily="34" charset="0"/>
              <a:cs typeface="Calibri" panose="020F0502020204030204" pitchFamily="34" charset="0"/>
            </a:endParaRPr>
          </a:p>
        </p:txBody>
      </p:sp>
      <p:sp>
        <p:nvSpPr>
          <p:cNvPr id="5" name="Rectangle 4"/>
          <p:cNvSpPr/>
          <p:nvPr/>
        </p:nvSpPr>
        <p:spPr>
          <a:xfrm>
            <a:off x="734672" y="1302345"/>
            <a:ext cx="11103541" cy="5324535"/>
          </a:xfrm>
          <a:prstGeom prst="rect">
            <a:avLst/>
          </a:prstGeom>
        </p:spPr>
        <p:txBody>
          <a:bodyPr wrap="square">
            <a:spAutoFit/>
          </a:bodyPr>
          <a:lstStyle/>
          <a:p>
            <a:pPr marL="80963" lvl="1" indent="0" algn="just" eaLnBrk="1" hangingPunct="1">
              <a:buClr>
                <a:srgbClr val="0B5395"/>
              </a:buClr>
              <a:buNone/>
            </a:pPr>
            <a:r>
              <a:rPr lang="en-US" altLang="en-US" sz="2000" b="1" dirty="0">
                <a:latin typeface="Times New Roman" pitchFamily="18" charset="0"/>
                <a:cs typeface="Times New Roman" pitchFamily="18" charset="0"/>
              </a:rPr>
              <a:t>Application Programming Interfaces (APIs</a:t>
            </a:r>
            <a:r>
              <a:rPr lang="en-US" altLang="en-US" sz="2000" b="1" dirty="0" smtClean="0">
                <a:latin typeface="Times New Roman" pitchFamily="18" charset="0"/>
                <a:cs typeface="Times New Roman" pitchFamily="18" charset="0"/>
              </a:rPr>
              <a:t>)</a:t>
            </a:r>
          </a:p>
          <a:p>
            <a:pPr marL="80963" lvl="1" indent="0" algn="just" eaLnBrk="1" hangingPunct="1">
              <a:buClr>
                <a:srgbClr val="0B5395"/>
              </a:buClr>
              <a:buNone/>
            </a:pPr>
            <a:r>
              <a:rPr lang="en-US" altLang="en-US" sz="2000" dirty="0">
                <a:latin typeface="Times New Roman" pitchFamily="18" charset="0"/>
                <a:cs typeface="Times New Roman" pitchFamily="18" charset="0"/>
              </a:rPr>
              <a:t>An API (Application Programming Interface) allows applications to communicate and exchange </a:t>
            </a:r>
            <a:r>
              <a:rPr lang="en-US" altLang="en-US" sz="2000" dirty="0" smtClean="0">
                <a:latin typeface="Times New Roman" pitchFamily="18" charset="0"/>
                <a:cs typeface="Times New Roman" pitchFamily="18" charset="0"/>
              </a:rPr>
              <a:t>data.</a:t>
            </a:r>
            <a:endParaRPr lang="en-US" altLang="en-US" sz="2000" dirty="0">
              <a:latin typeface="Times New Roman" pitchFamily="18" charset="0"/>
              <a:cs typeface="Times New Roman" pitchFamily="18" charset="0"/>
            </a:endParaRPr>
          </a:p>
          <a:p>
            <a:pPr marL="80963" lvl="1" indent="0" algn="just" eaLnBrk="1" hangingPunct="1">
              <a:buClr>
                <a:srgbClr val="0B5395"/>
              </a:buClr>
              <a:buNone/>
            </a:pPr>
            <a:endParaRPr lang="en-US" altLang="en-US" sz="2000" dirty="0" smtClean="0">
              <a:latin typeface="Times New Roman" pitchFamily="18" charset="0"/>
              <a:cs typeface="Times New Roman" pitchFamily="18" charset="0"/>
            </a:endParaRPr>
          </a:p>
          <a:p>
            <a:pPr marL="80963" lvl="1" indent="0" algn="just" eaLnBrk="1" hangingPunct="1">
              <a:buClr>
                <a:srgbClr val="0B5395"/>
              </a:buClr>
              <a:buNone/>
            </a:pPr>
            <a:r>
              <a:rPr lang="en-US" altLang="en-US" sz="2000" b="1" dirty="0">
                <a:latin typeface="Times New Roman" pitchFamily="18" charset="0"/>
                <a:cs typeface="Times New Roman" pitchFamily="18" charset="0"/>
              </a:rPr>
              <a:t>Real-World </a:t>
            </a:r>
            <a:r>
              <a:rPr lang="en-US" altLang="en-US" sz="2000" b="1" dirty="0" smtClean="0">
                <a:latin typeface="Times New Roman" pitchFamily="18" charset="0"/>
                <a:cs typeface="Times New Roman" pitchFamily="18" charset="0"/>
              </a:rPr>
              <a:t>Examples</a:t>
            </a:r>
          </a:p>
          <a:p>
            <a:pPr marL="423863" lvl="1" indent="-342900" algn="just" eaLnBrk="1" hangingPunct="1">
              <a:buClr>
                <a:srgbClr val="0B5395"/>
              </a:buClr>
              <a:buFont typeface="Arial" pitchFamily="34" charset="0"/>
              <a:buChar char="•"/>
            </a:pPr>
            <a:r>
              <a:rPr lang="en-US" altLang="en-US" sz="2000" dirty="0" smtClean="0">
                <a:latin typeface="Times New Roman" pitchFamily="18" charset="0"/>
                <a:cs typeface="Times New Roman" pitchFamily="18" charset="0"/>
              </a:rPr>
              <a:t>Weather API</a:t>
            </a:r>
          </a:p>
          <a:p>
            <a:pPr marL="423863" lvl="1" indent="-342900" algn="just" eaLnBrk="1" hangingPunct="1">
              <a:buClr>
                <a:srgbClr val="0B5395"/>
              </a:buClr>
              <a:buFont typeface="Arial" pitchFamily="34" charset="0"/>
              <a:buChar char="•"/>
            </a:pPr>
            <a:r>
              <a:rPr lang="en-US" altLang="en-US" sz="2000" dirty="0" smtClean="0">
                <a:latin typeface="Times New Roman" pitchFamily="18" charset="0"/>
                <a:cs typeface="Times New Roman" pitchFamily="18" charset="0"/>
              </a:rPr>
              <a:t>Twitter/X API</a:t>
            </a:r>
          </a:p>
          <a:p>
            <a:pPr marL="423863" lvl="1" indent="-342900" algn="just" eaLnBrk="1" hangingPunct="1">
              <a:buClr>
                <a:srgbClr val="0B5395"/>
              </a:buClr>
              <a:buFont typeface="Arial" pitchFamily="34" charset="0"/>
              <a:buChar char="•"/>
            </a:pPr>
            <a:r>
              <a:rPr lang="en-US" altLang="en-US" sz="2000" dirty="0" smtClean="0">
                <a:latin typeface="Times New Roman" pitchFamily="18" charset="0"/>
                <a:cs typeface="Times New Roman" pitchFamily="18" charset="0"/>
              </a:rPr>
              <a:t>Google </a:t>
            </a:r>
            <a:r>
              <a:rPr lang="en-US" altLang="en-US" sz="2000" dirty="0">
                <a:latin typeface="Times New Roman" pitchFamily="18" charset="0"/>
                <a:cs typeface="Times New Roman" pitchFamily="18" charset="0"/>
              </a:rPr>
              <a:t>Maps </a:t>
            </a:r>
            <a:r>
              <a:rPr lang="en-US" altLang="en-US" sz="2000" dirty="0" smtClean="0">
                <a:latin typeface="Times New Roman" pitchFamily="18" charset="0"/>
                <a:cs typeface="Times New Roman" pitchFamily="18" charset="0"/>
              </a:rPr>
              <a:t>API</a:t>
            </a:r>
          </a:p>
          <a:p>
            <a:pPr marL="423863" lvl="1" indent="-342900" algn="just" eaLnBrk="1" hangingPunct="1">
              <a:buClr>
                <a:srgbClr val="0B5395"/>
              </a:buClr>
              <a:buFont typeface="Arial" pitchFamily="34" charset="0"/>
              <a:buChar char="•"/>
            </a:pPr>
            <a:r>
              <a:rPr lang="en-US" altLang="en-US" sz="2000" dirty="0" err="1" smtClean="0">
                <a:latin typeface="Times New Roman" pitchFamily="18" charset="0"/>
                <a:cs typeface="Times New Roman" pitchFamily="18" charset="0"/>
              </a:rPr>
              <a:t>OpenAI</a:t>
            </a:r>
            <a:r>
              <a:rPr lang="en-US" altLang="en-US" sz="2000" dirty="0" smtClean="0">
                <a:latin typeface="Times New Roman" pitchFamily="18" charset="0"/>
                <a:cs typeface="Times New Roman" pitchFamily="18" charset="0"/>
              </a:rPr>
              <a:t> </a:t>
            </a:r>
            <a:r>
              <a:rPr lang="en-US" altLang="en-US" sz="2000" dirty="0">
                <a:latin typeface="Times New Roman" pitchFamily="18" charset="0"/>
                <a:cs typeface="Times New Roman" pitchFamily="18" charset="0"/>
              </a:rPr>
              <a:t>API</a:t>
            </a:r>
            <a:endParaRPr lang="en-US" altLang="en-US" sz="2000" dirty="0">
              <a:latin typeface="Times New Roman" pitchFamily="18" charset="0"/>
              <a:cs typeface="Times New Roman" pitchFamily="18" charset="0"/>
            </a:endParaRPr>
          </a:p>
          <a:p>
            <a:pPr marL="80963" lvl="1" algn="just" eaLnBrk="1" hangingPunct="1">
              <a:buClr>
                <a:srgbClr val="0B5395"/>
              </a:buClr>
            </a:pPr>
            <a:endParaRPr lang="en-US" altLang="en-US" sz="2000" dirty="0" smtClean="0">
              <a:latin typeface="Times New Roman" pitchFamily="18" charset="0"/>
              <a:cs typeface="Times New Roman" pitchFamily="18" charset="0"/>
            </a:endParaRPr>
          </a:p>
          <a:p>
            <a:pPr marL="80963" lvl="1" algn="just" eaLnBrk="1" hangingPunct="1">
              <a:buClr>
                <a:srgbClr val="0B5395"/>
              </a:buClr>
            </a:pPr>
            <a:r>
              <a:rPr lang="en-US" altLang="en-US" sz="2000" b="1" dirty="0">
                <a:latin typeface="Times New Roman" pitchFamily="18" charset="0"/>
                <a:cs typeface="Times New Roman" pitchFamily="18" charset="0"/>
              </a:rPr>
              <a:t>The Classic Pedagogical Analogy: "The </a:t>
            </a:r>
            <a:r>
              <a:rPr lang="en-US" altLang="en-US" sz="2000" b="1" dirty="0" smtClean="0">
                <a:latin typeface="Times New Roman" pitchFamily="18" charset="0"/>
                <a:cs typeface="Times New Roman" pitchFamily="18" charset="0"/>
              </a:rPr>
              <a:t>Restaurant</a:t>
            </a:r>
            <a:r>
              <a:rPr lang="en-US" altLang="en-US" sz="2000" b="1" dirty="0">
                <a:latin typeface="Times New Roman" pitchFamily="18" charset="0"/>
                <a:cs typeface="Times New Roman" pitchFamily="18" charset="0"/>
              </a:rPr>
              <a:t> " </a:t>
            </a:r>
            <a:endParaRPr lang="en-US" altLang="en-US" sz="2000" b="1" dirty="0" smtClean="0">
              <a:latin typeface="Times New Roman" pitchFamily="18" charset="0"/>
              <a:cs typeface="Times New Roman" pitchFamily="18" charset="0"/>
            </a:endParaRPr>
          </a:p>
          <a:p>
            <a:pPr marL="423863" lvl="1" indent="-342900" algn="just" eaLnBrk="1" hangingPunct="1">
              <a:buClr>
                <a:srgbClr val="0B5395"/>
              </a:buClr>
              <a:buFont typeface="Arial" pitchFamily="34" charset="0"/>
              <a:buChar char="•"/>
            </a:pPr>
            <a:r>
              <a:rPr lang="en-US" altLang="en-US" sz="2000" dirty="0" smtClean="0">
                <a:latin typeface="Times New Roman" pitchFamily="18" charset="0"/>
                <a:cs typeface="Times New Roman" pitchFamily="18" charset="0"/>
              </a:rPr>
              <a:t>The </a:t>
            </a:r>
            <a:r>
              <a:rPr lang="en-US" altLang="en-US" sz="2000" dirty="0">
                <a:latin typeface="Times New Roman" pitchFamily="18" charset="0"/>
                <a:cs typeface="Times New Roman" pitchFamily="18" charset="0"/>
              </a:rPr>
              <a:t>Customer (The Client): Sits at the table wanting food (data) but cannot enter the kitchen directly due to safety and organizational rules</a:t>
            </a:r>
            <a:r>
              <a:rPr lang="en-US" altLang="en-US" sz="2000" dirty="0" smtClean="0">
                <a:latin typeface="Times New Roman" pitchFamily="18" charset="0"/>
                <a:cs typeface="Times New Roman" pitchFamily="18" charset="0"/>
              </a:rPr>
              <a:t>.</a:t>
            </a:r>
          </a:p>
          <a:p>
            <a:pPr marL="423863" lvl="1" indent="-342900" algn="just" eaLnBrk="1" hangingPunct="1">
              <a:buClr>
                <a:srgbClr val="0B5395"/>
              </a:buClr>
              <a:buFont typeface="Arial" pitchFamily="34" charset="0"/>
              <a:buChar char="•"/>
            </a:pPr>
            <a:r>
              <a:rPr lang="en-US" altLang="en-US" sz="2000" dirty="0" smtClean="0">
                <a:latin typeface="Times New Roman" pitchFamily="18" charset="0"/>
                <a:cs typeface="Times New Roman" pitchFamily="18" charset="0"/>
              </a:rPr>
              <a:t>The </a:t>
            </a:r>
            <a:r>
              <a:rPr lang="en-US" altLang="en-US" sz="2000" dirty="0">
                <a:latin typeface="Times New Roman" pitchFamily="18" charset="0"/>
                <a:cs typeface="Times New Roman" pitchFamily="18" charset="0"/>
              </a:rPr>
              <a:t>Waiter (The API): Takes the customer's specific order (the request parameters), walks it back to the kitchen, and returns later delivering the exact dish (the data response) without the customer ever seeing the internal cooking process</a:t>
            </a:r>
            <a:r>
              <a:rPr lang="en-US" altLang="en-US" sz="2000" dirty="0" smtClean="0">
                <a:latin typeface="Times New Roman" pitchFamily="18" charset="0"/>
                <a:cs typeface="Times New Roman" pitchFamily="18" charset="0"/>
              </a:rPr>
              <a:t>.</a:t>
            </a:r>
          </a:p>
          <a:p>
            <a:pPr marL="423863" lvl="1" indent="-342900" algn="just" eaLnBrk="1" hangingPunct="1">
              <a:buClr>
                <a:srgbClr val="0B5395"/>
              </a:buClr>
              <a:buFont typeface="Arial" pitchFamily="34" charset="0"/>
              <a:buChar char="•"/>
            </a:pPr>
            <a:r>
              <a:rPr lang="en-US" altLang="en-US" sz="2000" dirty="0" smtClean="0">
                <a:latin typeface="Times New Roman" pitchFamily="18" charset="0"/>
                <a:cs typeface="Times New Roman" pitchFamily="18" charset="0"/>
              </a:rPr>
              <a:t>The </a:t>
            </a:r>
            <a:r>
              <a:rPr lang="en-US" altLang="en-US" sz="2000" dirty="0">
                <a:latin typeface="Times New Roman" pitchFamily="18" charset="0"/>
                <a:cs typeface="Times New Roman" pitchFamily="18" charset="0"/>
              </a:rPr>
              <a:t>Kitchen (The Server/Database): The backend system that processes the order, contains the raw ingredients, and compiles the final product.</a:t>
            </a:r>
            <a:endParaRPr lang="en-US" altLang="en-US" sz="2000" dirty="0">
              <a:latin typeface="Times New Roman" pitchFamily="18" charset="0"/>
              <a:cs typeface="Times New Roman" pitchFamily="18" charset="0"/>
            </a:endParaRPr>
          </a:p>
        </p:txBody>
      </p:sp>
      <p:pic>
        <p:nvPicPr>
          <p:cNvPr id="205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9564" y="2004666"/>
            <a:ext cx="4934701" cy="223482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6900066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1DDC0F6-81F6-4F00-8B59-D73436E3555A}" type="slidenum">
              <a:rPr lang="en-US" altLang="en-US" smtClean="0"/>
              <a:pPr/>
              <a:t>4</a:t>
            </a:fld>
            <a:endParaRPr lang="en-US" altLang="en-US" dirty="0"/>
          </a:p>
        </p:txBody>
      </p:sp>
      <p:sp>
        <p:nvSpPr>
          <p:cNvPr id="4" name="Title 1"/>
          <p:cNvSpPr txBox="1">
            <a:spLocks/>
          </p:cNvSpPr>
          <p:nvPr/>
        </p:nvSpPr>
        <p:spPr>
          <a:xfrm>
            <a:off x="1143000" y="447676"/>
            <a:ext cx="9875838" cy="677862"/>
          </a:xfrm>
          <a:prstGeom prst="rect">
            <a:avLst/>
          </a:prstGeom>
        </p:spPr>
        <p:txBody>
          <a:bodyPr rtlCol="0">
            <a:normAutofit/>
          </a:bodyPr>
          <a:lst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Tw Cen MT" pitchFamily="34" charset="0"/>
              </a:defRPr>
            </a:lvl2pPr>
            <a:lvl3pPr algn="l" rtl="0" eaLnBrk="0" fontAlgn="base" hangingPunct="0">
              <a:lnSpc>
                <a:spcPct val="90000"/>
              </a:lnSpc>
              <a:spcBef>
                <a:spcPct val="0"/>
              </a:spcBef>
              <a:spcAft>
                <a:spcPct val="0"/>
              </a:spcAft>
              <a:defRPr sz="4400">
                <a:solidFill>
                  <a:schemeClr val="tx1"/>
                </a:solidFill>
                <a:latin typeface="Tw Cen MT" pitchFamily="34" charset="0"/>
              </a:defRPr>
            </a:lvl3pPr>
            <a:lvl4pPr algn="l" rtl="0" eaLnBrk="0" fontAlgn="base" hangingPunct="0">
              <a:lnSpc>
                <a:spcPct val="90000"/>
              </a:lnSpc>
              <a:spcBef>
                <a:spcPct val="0"/>
              </a:spcBef>
              <a:spcAft>
                <a:spcPct val="0"/>
              </a:spcAft>
              <a:defRPr sz="4400">
                <a:solidFill>
                  <a:schemeClr val="tx1"/>
                </a:solidFill>
                <a:latin typeface="Tw Cen MT" pitchFamily="34" charset="0"/>
              </a:defRPr>
            </a:lvl4pPr>
            <a:lvl5pPr algn="l" rtl="0" eaLnBrk="0" fontAlgn="base" hangingPunct="0">
              <a:lnSpc>
                <a:spcPct val="90000"/>
              </a:lnSpc>
              <a:spcBef>
                <a:spcPct val="0"/>
              </a:spcBef>
              <a:spcAft>
                <a:spcPct val="0"/>
              </a:spcAft>
              <a:defRPr sz="4400">
                <a:solidFill>
                  <a:schemeClr val="tx1"/>
                </a:solidFill>
                <a:latin typeface="Tw Cen MT" pitchFamily="34" charset="0"/>
              </a:defRPr>
            </a:lvl5pPr>
            <a:lvl6pPr marL="457200" algn="l" rtl="0" fontAlgn="base">
              <a:lnSpc>
                <a:spcPct val="90000"/>
              </a:lnSpc>
              <a:spcBef>
                <a:spcPct val="0"/>
              </a:spcBef>
              <a:spcAft>
                <a:spcPct val="0"/>
              </a:spcAft>
              <a:defRPr sz="4400">
                <a:solidFill>
                  <a:schemeClr val="tx1"/>
                </a:solidFill>
                <a:latin typeface="Corbel" panose="020B0503020204020204" pitchFamily="34" charset="0"/>
              </a:defRPr>
            </a:lvl6pPr>
            <a:lvl7pPr marL="914400" algn="l" rtl="0" fontAlgn="base">
              <a:lnSpc>
                <a:spcPct val="90000"/>
              </a:lnSpc>
              <a:spcBef>
                <a:spcPct val="0"/>
              </a:spcBef>
              <a:spcAft>
                <a:spcPct val="0"/>
              </a:spcAft>
              <a:defRPr sz="4400">
                <a:solidFill>
                  <a:schemeClr val="tx1"/>
                </a:solidFill>
                <a:latin typeface="Corbel" panose="020B0503020204020204" pitchFamily="34" charset="0"/>
              </a:defRPr>
            </a:lvl7pPr>
            <a:lvl8pPr marL="1371600" algn="l" rtl="0" fontAlgn="base">
              <a:lnSpc>
                <a:spcPct val="90000"/>
              </a:lnSpc>
              <a:spcBef>
                <a:spcPct val="0"/>
              </a:spcBef>
              <a:spcAft>
                <a:spcPct val="0"/>
              </a:spcAft>
              <a:defRPr sz="4400">
                <a:solidFill>
                  <a:schemeClr val="tx1"/>
                </a:solidFill>
                <a:latin typeface="Corbel" panose="020B0503020204020204" pitchFamily="34" charset="0"/>
              </a:defRPr>
            </a:lvl8pPr>
            <a:lvl9pPr marL="1828800" algn="l" rtl="0" fontAlgn="base">
              <a:lnSpc>
                <a:spcPct val="90000"/>
              </a:lnSpc>
              <a:spcBef>
                <a:spcPct val="0"/>
              </a:spcBef>
              <a:spcAft>
                <a:spcPct val="0"/>
              </a:spcAft>
              <a:defRPr sz="4400">
                <a:solidFill>
                  <a:schemeClr val="tx1"/>
                </a:solidFill>
                <a:latin typeface="Corbel" panose="020B0503020204020204" pitchFamily="34" charset="0"/>
              </a:defRPr>
            </a:lvl9pPr>
          </a:lstStyle>
          <a:p>
            <a:pPr algn="ctr" eaLnBrk="1" fontAlgn="auto" hangingPunct="1">
              <a:spcAft>
                <a:spcPts val="0"/>
              </a:spcAft>
              <a:defRPr/>
            </a:pPr>
            <a:r>
              <a:rPr lang="en-US" altLang="en-US" sz="3200" b="1" dirty="0">
                <a:solidFill>
                  <a:srgbClr val="00B0F0"/>
                </a:solidFill>
                <a:latin typeface="Calibri" panose="020F0502020204030204" pitchFamily="34" charset="0"/>
                <a:cs typeface="Calibri" panose="020F0502020204030204" pitchFamily="34" charset="0"/>
              </a:rPr>
              <a:t>Data Acquisition Methods</a:t>
            </a:r>
            <a:r>
              <a:rPr lang="en-US" altLang="en-US" sz="3200" b="1" dirty="0" smtClean="0">
                <a:solidFill>
                  <a:srgbClr val="00B0F0"/>
                </a:solidFill>
                <a:latin typeface="Calibri" panose="020F0502020204030204" pitchFamily="34" charset="0"/>
                <a:cs typeface="Calibri" panose="020F0502020204030204" pitchFamily="34" charset="0"/>
              </a:rPr>
              <a:t>: Web </a:t>
            </a:r>
            <a:r>
              <a:rPr lang="en-US" altLang="en-US" sz="3200" b="1" dirty="0">
                <a:solidFill>
                  <a:srgbClr val="00B0F0"/>
                </a:solidFill>
                <a:latin typeface="Calibri" panose="020F0502020204030204" pitchFamily="34" charset="0"/>
                <a:cs typeface="Calibri" panose="020F0502020204030204" pitchFamily="34" charset="0"/>
              </a:rPr>
              <a:t>Scraping  </a:t>
            </a:r>
            <a:endParaRPr lang="en-US" altLang="en-US" sz="3200" b="1" dirty="0">
              <a:solidFill>
                <a:srgbClr val="00B0F0"/>
              </a:solidFill>
              <a:latin typeface="Calibri" panose="020F0502020204030204" pitchFamily="34" charset="0"/>
              <a:cs typeface="Calibri" panose="020F0502020204030204" pitchFamily="34" charset="0"/>
            </a:endParaRPr>
          </a:p>
        </p:txBody>
      </p:sp>
      <p:sp>
        <p:nvSpPr>
          <p:cNvPr id="5" name="Rectangle 4"/>
          <p:cNvSpPr/>
          <p:nvPr/>
        </p:nvSpPr>
        <p:spPr>
          <a:xfrm>
            <a:off x="734672" y="1302345"/>
            <a:ext cx="11103541" cy="3170099"/>
          </a:xfrm>
          <a:prstGeom prst="rect">
            <a:avLst/>
          </a:prstGeom>
        </p:spPr>
        <p:txBody>
          <a:bodyPr wrap="square">
            <a:spAutoFit/>
          </a:bodyPr>
          <a:lstStyle/>
          <a:p>
            <a:pPr marL="80963" lvl="1" indent="0" algn="just" eaLnBrk="1" hangingPunct="1">
              <a:buClr>
                <a:srgbClr val="0B5395"/>
              </a:buClr>
              <a:buNone/>
            </a:pPr>
            <a:r>
              <a:rPr lang="en-US" altLang="en-US" sz="2000" b="1" dirty="0">
                <a:latin typeface="Times New Roman" pitchFamily="18" charset="0"/>
                <a:cs typeface="Times New Roman" pitchFamily="18" charset="0"/>
              </a:rPr>
              <a:t>What is Web </a:t>
            </a:r>
            <a:r>
              <a:rPr lang="en-US" altLang="en-US" sz="2000" b="1" dirty="0" smtClean="0">
                <a:latin typeface="Times New Roman" pitchFamily="18" charset="0"/>
                <a:cs typeface="Times New Roman" pitchFamily="18" charset="0"/>
              </a:rPr>
              <a:t>Scraping?</a:t>
            </a:r>
          </a:p>
          <a:p>
            <a:pPr marL="80963" lvl="1" indent="0" algn="just" eaLnBrk="1" hangingPunct="1">
              <a:buClr>
                <a:srgbClr val="0B5395"/>
              </a:buClr>
              <a:buNone/>
            </a:pPr>
            <a:r>
              <a:rPr lang="en-US" altLang="en-US" sz="2000" dirty="0" smtClean="0">
                <a:latin typeface="Times New Roman" pitchFamily="18" charset="0"/>
                <a:cs typeface="Times New Roman" pitchFamily="18" charset="0"/>
              </a:rPr>
              <a:t>An </a:t>
            </a:r>
            <a:r>
              <a:rPr lang="en-US" altLang="en-US" sz="2000" dirty="0">
                <a:latin typeface="Times New Roman" pitchFamily="18" charset="0"/>
                <a:cs typeface="Times New Roman" pitchFamily="18" charset="0"/>
              </a:rPr>
              <a:t>automated programmatic method to extract </a:t>
            </a:r>
            <a:r>
              <a:rPr lang="en-US" altLang="en-US" sz="2000" dirty="0" smtClean="0">
                <a:latin typeface="Times New Roman" pitchFamily="18" charset="0"/>
                <a:cs typeface="Times New Roman" pitchFamily="18" charset="0"/>
              </a:rPr>
              <a:t>unlabeled </a:t>
            </a:r>
            <a:r>
              <a:rPr lang="en-US" altLang="en-US" sz="2000" dirty="0">
                <a:latin typeface="Times New Roman" pitchFamily="18" charset="0"/>
                <a:cs typeface="Times New Roman" pitchFamily="18" charset="0"/>
              </a:rPr>
              <a:t>or semi-structured data directly from the raw HTML structure of webpages when an explicit API is absent</a:t>
            </a:r>
            <a:r>
              <a:rPr lang="en-US" altLang="en-US" sz="2000" dirty="0" smtClean="0">
                <a:latin typeface="Times New Roman" pitchFamily="18" charset="0"/>
                <a:cs typeface="Times New Roman" pitchFamily="18" charset="0"/>
              </a:rPr>
              <a:t>.</a:t>
            </a:r>
          </a:p>
          <a:p>
            <a:pPr marL="80963" lvl="1" indent="0" algn="just" eaLnBrk="1" hangingPunct="1">
              <a:buClr>
                <a:srgbClr val="0B5395"/>
              </a:buClr>
              <a:buNone/>
            </a:pPr>
            <a:endParaRPr lang="en-US" altLang="en-US" sz="2000" dirty="0">
              <a:latin typeface="Times New Roman" pitchFamily="18" charset="0"/>
              <a:cs typeface="Times New Roman" pitchFamily="18" charset="0"/>
            </a:endParaRPr>
          </a:p>
          <a:p>
            <a:pPr marL="80963" lvl="1" indent="0" algn="just" eaLnBrk="1" hangingPunct="1">
              <a:buClr>
                <a:srgbClr val="0B5395"/>
              </a:buClr>
              <a:buNone/>
            </a:pPr>
            <a:r>
              <a:rPr lang="en-US" altLang="en-US" sz="2000" b="1" dirty="0">
                <a:latin typeface="Times New Roman" pitchFamily="18" charset="0"/>
                <a:cs typeface="Times New Roman" pitchFamily="18" charset="0"/>
              </a:rPr>
              <a:t>Core </a:t>
            </a:r>
            <a:r>
              <a:rPr lang="en-US" altLang="en-US" sz="2000" b="1" dirty="0" smtClean="0">
                <a:latin typeface="Times New Roman" pitchFamily="18" charset="0"/>
                <a:cs typeface="Times New Roman" pitchFamily="18" charset="0"/>
              </a:rPr>
              <a:t>Workflow</a:t>
            </a:r>
          </a:p>
          <a:p>
            <a:pPr marL="80963" lvl="1" indent="0" algn="just" eaLnBrk="1" hangingPunct="1">
              <a:buClr>
                <a:srgbClr val="0B5395"/>
              </a:buClr>
              <a:buNone/>
            </a:pPr>
            <a:r>
              <a:rPr lang="en-US" altLang="en-US" sz="2000" dirty="0" smtClean="0">
                <a:latin typeface="Times New Roman" pitchFamily="18" charset="0"/>
                <a:cs typeface="Times New Roman" pitchFamily="18" charset="0"/>
              </a:rPr>
              <a:t>HTTP </a:t>
            </a:r>
            <a:r>
              <a:rPr lang="en-US" altLang="en-US" sz="2000" dirty="0">
                <a:latin typeface="Times New Roman" pitchFamily="18" charset="0"/>
                <a:cs typeface="Times New Roman" pitchFamily="18" charset="0"/>
              </a:rPr>
              <a:t>requests </a:t>
            </a:r>
            <a:r>
              <a:rPr lang="en-US" altLang="en-US" sz="2000" dirty="0" smtClean="0">
                <a:latin typeface="Times New Roman" pitchFamily="18" charset="0"/>
                <a:cs typeface="Times New Roman" pitchFamily="18" charset="0"/>
                <a:sym typeface="Wingdings" pitchFamily="2" charset="2"/>
              </a:rPr>
              <a:t> </a:t>
            </a:r>
            <a:r>
              <a:rPr lang="en-US" altLang="en-US" sz="2000" dirty="0" smtClean="0">
                <a:latin typeface="Times New Roman" pitchFamily="18" charset="0"/>
                <a:cs typeface="Times New Roman" pitchFamily="18" charset="0"/>
              </a:rPr>
              <a:t>Parsing </a:t>
            </a:r>
            <a:r>
              <a:rPr lang="en-US" altLang="en-US" sz="2000" dirty="0">
                <a:latin typeface="Times New Roman" pitchFamily="18" charset="0"/>
                <a:cs typeface="Times New Roman" pitchFamily="18" charset="0"/>
              </a:rPr>
              <a:t>the HTML DOM Tree </a:t>
            </a:r>
            <a:r>
              <a:rPr lang="en-US" altLang="en-US" sz="2000" dirty="0" smtClean="0">
                <a:latin typeface="Times New Roman" pitchFamily="18" charset="0"/>
                <a:cs typeface="Times New Roman" pitchFamily="18" charset="0"/>
              </a:rPr>
              <a:t> </a:t>
            </a:r>
            <a:r>
              <a:rPr lang="en-US" altLang="en-US" sz="2000" dirty="0" smtClean="0">
                <a:latin typeface="Times New Roman" pitchFamily="18" charset="0"/>
                <a:cs typeface="Times New Roman" pitchFamily="18" charset="0"/>
                <a:sym typeface="Wingdings" pitchFamily="2" charset="2"/>
              </a:rPr>
              <a:t> </a:t>
            </a:r>
            <a:r>
              <a:rPr lang="en-US" altLang="en-US" sz="2000" dirty="0" smtClean="0">
                <a:latin typeface="Times New Roman" pitchFamily="18" charset="0"/>
                <a:cs typeface="Times New Roman" pitchFamily="18" charset="0"/>
              </a:rPr>
              <a:t>Variable extraction</a:t>
            </a:r>
          </a:p>
          <a:p>
            <a:pPr marL="80963" lvl="1" indent="0" algn="just" eaLnBrk="1" hangingPunct="1">
              <a:buClr>
                <a:srgbClr val="0B5395"/>
              </a:buClr>
              <a:buNone/>
            </a:pPr>
            <a:endParaRPr lang="en-US" altLang="en-US" sz="2000" dirty="0">
              <a:latin typeface="Times New Roman" pitchFamily="18" charset="0"/>
              <a:cs typeface="Times New Roman" pitchFamily="18" charset="0"/>
            </a:endParaRPr>
          </a:p>
          <a:p>
            <a:pPr marL="80963" lvl="1" indent="0" algn="just" eaLnBrk="1" hangingPunct="1">
              <a:buClr>
                <a:srgbClr val="0B5395"/>
              </a:buClr>
              <a:buNone/>
            </a:pPr>
            <a:r>
              <a:rPr lang="en-US" altLang="en-US" sz="2000" b="1" dirty="0">
                <a:latin typeface="Times New Roman" pitchFamily="18" charset="0"/>
                <a:cs typeface="Times New Roman" pitchFamily="18" charset="0"/>
              </a:rPr>
              <a:t>Is every website okay to scrape?</a:t>
            </a:r>
          </a:p>
          <a:p>
            <a:pPr marL="80963" lvl="1" indent="0" algn="just" eaLnBrk="1" hangingPunct="1">
              <a:buClr>
                <a:srgbClr val="0B5395"/>
              </a:buClr>
              <a:buNone/>
            </a:pPr>
            <a:r>
              <a:rPr lang="en-US" altLang="en-US" sz="2000" dirty="0" smtClean="0">
                <a:latin typeface="Times New Roman" pitchFamily="18" charset="0"/>
                <a:cs typeface="Times New Roman" pitchFamily="18" charset="0"/>
              </a:rPr>
              <a:t>Emphasize </a:t>
            </a:r>
            <a:r>
              <a:rPr lang="en-US" altLang="en-US" sz="2000" dirty="0">
                <a:latin typeface="Times New Roman" pitchFamily="18" charset="0"/>
                <a:cs typeface="Times New Roman" pitchFamily="18" charset="0"/>
              </a:rPr>
              <a:t>checking a site's /robots.txt file to check programmatic access rules.</a:t>
            </a:r>
            <a:endParaRPr lang="en-US" altLang="en-US" sz="2000" dirty="0">
              <a:latin typeface="Times New Roman" pitchFamily="18" charset="0"/>
              <a:cs typeface="Times New Roman" pitchFamily="18" charset="0"/>
            </a:endParaRPr>
          </a:p>
          <a:p>
            <a:pPr marL="80963" lvl="1" indent="0" algn="just" eaLnBrk="1" hangingPunct="1">
              <a:buClr>
                <a:srgbClr val="0B5395"/>
              </a:buClr>
              <a:buNone/>
            </a:pPr>
            <a:endParaRPr lang="en-US" altLang="en-US" sz="2000" dirty="0">
              <a:latin typeface="Times New Roman" pitchFamily="18" charset="0"/>
              <a:cs typeface="Times New Roman" pitchFamily="18" charset="0"/>
            </a:endParaRPr>
          </a:p>
        </p:txBody>
      </p:sp>
      <p:graphicFrame>
        <p:nvGraphicFramePr>
          <p:cNvPr id="6" name="Table 5"/>
          <p:cNvGraphicFramePr>
            <a:graphicFrameLocks noGrp="1"/>
          </p:cNvGraphicFramePr>
          <p:nvPr>
            <p:extLst>
              <p:ext uri="{D42A27DB-BD31-4B8C-83A1-F6EECF244321}">
                <p14:modId xmlns:p14="http://schemas.microsoft.com/office/powerpoint/2010/main" val="1299198483"/>
              </p:ext>
            </p:extLst>
          </p:nvPr>
        </p:nvGraphicFramePr>
        <p:xfrm>
          <a:off x="2555421" y="4354911"/>
          <a:ext cx="5312474" cy="1828800"/>
        </p:xfrm>
        <a:graphic>
          <a:graphicData uri="http://schemas.openxmlformats.org/drawingml/2006/table">
            <a:tbl>
              <a:tblPr>
                <a:tableStyleId>{3C2FFA5D-87B4-456A-9821-1D502468CF0F}</a:tableStyleId>
              </a:tblPr>
              <a:tblGrid>
                <a:gridCol w="2526030"/>
                <a:gridCol w="2786444"/>
              </a:tblGrid>
              <a:tr h="365760">
                <a:tc>
                  <a:txBody>
                    <a:bodyPr/>
                    <a:lstStyle/>
                    <a:p>
                      <a:pPr algn="ctr"/>
                      <a:r>
                        <a:rPr lang="en-US" sz="1800" b="1" dirty="0">
                          <a:latin typeface="Times New Roman" pitchFamily="18" charset="0"/>
                          <a:cs typeface="Times New Roman" pitchFamily="18" charset="0"/>
                        </a:rPr>
                        <a:t>API</a:t>
                      </a:r>
                    </a:p>
                  </a:txBody>
                  <a:tcPr anchor="ctr"/>
                </a:tc>
                <a:tc>
                  <a:txBody>
                    <a:bodyPr/>
                    <a:lstStyle/>
                    <a:p>
                      <a:pPr algn="ctr"/>
                      <a:r>
                        <a:rPr lang="en-US" sz="1800" b="1" dirty="0">
                          <a:latin typeface="Times New Roman" pitchFamily="18" charset="0"/>
                          <a:cs typeface="Times New Roman" pitchFamily="18" charset="0"/>
                        </a:rPr>
                        <a:t>Web Scraping</a:t>
                      </a:r>
                    </a:p>
                  </a:txBody>
                  <a:tcPr anchor="ctr"/>
                </a:tc>
              </a:tr>
              <a:tr h="365760">
                <a:tc>
                  <a:txBody>
                    <a:bodyPr/>
                    <a:lstStyle/>
                    <a:p>
                      <a:r>
                        <a:rPr lang="en-US" sz="1800" dirty="0">
                          <a:latin typeface="Times New Roman" pitchFamily="18" charset="0"/>
                          <a:cs typeface="Times New Roman" pitchFamily="18" charset="0"/>
                        </a:rPr>
                        <a:t>Official access</a:t>
                      </a:r>
                    </a:p>
                  </a:txBody>
                  <a:tcPr anchor="ctr"/>
                </a:tc>
                <a:tc>
                  <a:txBody>
                    <a:bodyPr/>
                    <a:lstStyle/>
                    <a:p>
                      <a:r>
                        <a:rPr lang="en-US" sz="1800" dirty="0">
                          <a:latin typeface="Times New Roman" pitchFamily="18" charset="0"/>
                          <a:cs typeface="Times New Roman" pitchFamily="18" charset="0"/>
                        </a:rPr>
                        <a:t>Extract from webpage</a:t>
                      </a:r>
                    </a:p>
                  </a:txBody>
                  <a:tcPr anchor="ctr"/>
                </a:tc>
              </a:tr>
              <a:tr h="365760">
                <a:tc>
                  <a:txBody>
                    <a:bodyPr/>
                    <a:lstStyle/>
                    <a:p>
                      <a:r>
                        <a:rPr lang="en-US" sz="1800">
                          <a:latin typeface="Times New Roman" pitchFamily="18" charset="0"/>
                          <a:cs typeface="Times New Roman" pitchFamily="18" charset="0"/>
                        </a:rPr>
                        <a:t>Structured data</a:t>
                      </a:r>
                    </a:p>
                  </a:txBody>
                  <a:tcPr anchor="ctr"/>
                </a:tc>
                <a:tc>
                  <a:txBody>
                    <a:bodyPr/>
                    <a:lstStyle/>
                    <a:p>
                      <a:r>
                        <a:rPr lang="en-US" sz="1800">
                          <a:latin typeface="Times New Roman" pitchFamily="18" charset="0"/>
                          <a:cs typeface="Times New Roman" pitchFamily="18" charset="0"/>
                        </a:rPr>
                        <a:t>HTML parsing</a:t>
                      </a:r>
                    </a:p>
                  </a:txBody>
                  <a:tcPr anchor="ctr"/>
                </a:tc>
              </a:tr>
              <a:tr h="365760">
                <a:tc>
                  <a:txBody>
                    <a:bodyPr/>
                    <a:lstStyle/>
                    <a:p>
                      <a:r>
                        <a:rPr lang="en-US" sz="1800">
                          <a:latin typeface="Times New Roman" pitchFamily="18" charset="0"/>
                          <a:cs typeface="Times New Roman" pitchFamily="18" charset="0"/>
                        </a:rPr>
                        <a:t>More reliable</a:t>
                      </a:r>
                    </a:p>
                  </a:txBody>
                  <a:tcPr anchor="ctr"/>
                </a:tc>
                <a:tc>
                  <a:txBody>
                    <a:bodyPr/>
                    <a:lstStyle/>
                    <a:p>
                      <a:r>
                        <a:rPr lang="en-US" sz="1800">
                          <a:latin typeface="Times New Roman" pitchFamily="18" charset="0"/>
                          <a:cs typeface="Times New Roman" pitchFamily="18" charset="0"/>
                        </a:rPr>
                        <a:t>More fragile</a:t>
                      </a:r>
                    </a:p>
                  </a:txBody>
                  <a:tcPr anchor="ctr"/>
                </a:tc>
              </a:tr>
              <a:tr h="365760">
                <a:tc>
                  <a:txBody>
                    <a:bodyPr/>
                    <a:lstStyle/>
                    <a:p>
                      <a:r>
                        <a:rPr lang="en-US" sz="1800">
                          <a:latin typeface="Times New Roman" pitchFamily="18" charset="0"/>
                          <a:cs typeface="Times New Roman" pitchFamily="18" charset="0"/>
                        </a:rPr>
                        <a:t>Preferred when available</a:t>
                      </a:r>
                    </a:p>
                  </a:txBody>
                  <a:tcPr anchor="ctr"/>
                </a:tc>
                <a:tc>
                  <a:txBody>
                    <a:bodyPr/>
                    <a:lstStyle/>
                    <a:p>
                      <a:r>
                        <a:rPr lang="en-US" sz="1800" dirty="0">
                          <a:latin typeface="Times New Roman" pitchFamily="18" charset="0"/>
                          <a:cs typeface="Times New Roman" pitchFamily="18" charset="0"/>
                        </a:rPr>
                        <a:t>Used when API unavailable</a:t>
                      </a:r>
                    </a:p>
                  </a:txBody>
                  <a:tcPr anchor="ctr"/>
                </a:tc>
              </a:tr>
            </a:tbl>
          </a:graphicData>
        </a:graphic>
      </p:graphicFrame>
    </p:spTree>
    <p:extLst>
      <p:ext uri="{BB962C8B-B14F-4D97-AF65-F5344CB8AC3E}">
        <p14:creationId xmlns:p14="http://schemas.microsoft.com/office/powerpoint/2010/main" val="332083187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1DDC0F6-81F6-4F00-8B59-D73436E3555A}" type="slidenum">
              <a:rPr lang="en-US" altLang="en-US" smtClean="0"/>
              <a:pPr/>
              <a:t>5</a:t>
            </a:fld>
            <a:endParaRPr lang="en-US" altLang="en-US" dirty="0"/>
          </a:p>
        </p:txBody>
      </p:sp>
      <p:sp>
        <p:nvSpPr>
          <p:cNvPr id="4" name="Title 1"/>
          <p:cNvSpPr txBox="1">
            <a:spLocks/>
          </p:cNvSpPr>
          <p:nvPr/>
        </p:nvSpPr>
        <p:spPr>
          <a:xfrm>
            <a:off x="1143000" y="447676"/>
            <a:ext cx="9875838" cy="677862"/>
          </a:xfrm>
          <a:prstGeom prst="rect">
            <a:avLst/>
          </a:prstGeom>
        </p:spPr>
        <p:txBody>
          <a:bodyPr rtlCol="0">
            <a:normAutofit/>
          </a:bodyPr>
          <a:lst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Tw Cen MT" pitchFamily="34" charset="0"/>
              </a:defRPr>
            </a:lvl2pPr>
            <a:lvl3pPr algn="l" rtl="0" eaLnBrk="0" fontAlgn="base" hangingPunct="0">
              <a:lnSpc>
                <a:spcPct val="90000"/>
              </a:lnSpc>
              <a:spcBef>
                <a:spcPct val="0"/>
              </a:spcBef>
              <a:spcAft>
                <a:spcPct val="0"/>
              </a:spcAft>
              <a:defRPr sz="4400">
                <a:solidFill>
                  <a:schemeClr val="tx1"/>
                </a:solidFill>
                <a:latin typeface="Tw Cen MT" pitchFamily="34" charset="0"/>
              </a:defRPr>
            </a:lvl3pPr>
            <a:lvl4pPr algn="l" rtl="0" eaLnBrk="0" fontAlgn="base" hangingPunct="0">
              <a:lnSpc>
                <a:spcPct val="90000"/>
              </a:lnSpc>
              <a:spcBef>
                <a:spcPct val="0"/>
              </a:spcBef>
              <a:spcAft>
                <a:spcPct val="0"/>
              </a:spcAft>
              <a:defRPr sz="4400">
                <a:solidFill>
                  <a:schemeClr val="tx1"/>
                </a:solidFill>
                <a:latin typeface="Tw Cen MT" pitchFamily="34" charset="0"/>
              </a:defRPr>
            </a:lvl4pPr>
            <a:lvl5pPr algn="l" rtl="0" eaLnBrk="0" fontAlgn="base" hangingPunct="0">
              <a:lnSpc>
                <a:spcPct val="90000"/>
              </a:lnSpc>
              <a:spcBef>
                <a:spcPct val="0"/>
              </a:spcBef>
              <a:spcAft>
                <a:spcPct val="0"/>
              </a:spcAft>
              <a:defRPr sz="4400">
                <a:solidFill>
                  <a:schemeClr val="tx1"/>
                </a:solidFill>
                <a:latin typeface="Tw Cen MT" pitchFamily="34" charset="0"/>
              </a:defRPr>
            </a:lvl5pPr>
            <a:lvl6pPr marL="457200" algn="l" rtl="0" fontAlgn="base">
              <a:lnSpc>
                <a:spcPct val="90000"/>
              </a:lnSpc>
              <a:spcBef>
                <a:spcPct val="0"/>
              </a:spcBef>
              <a:spcAft>
                <a:spcPct val="0"/>
              </a:spcAft>
              <a:defRPr sz="4400">
                <a:solidFill>
                  <a:schemeClr val="tx1"/>
                </a:solidFill>
                <a:latin typeface="Corbel" panose="020B0503020204020204" pitchFamily="34" charset="0"/>
              </a:defRPr>
            </a:lvl6pPr>
            <a:lvl7pPr marL="914400" algn="l" rtl="0" fontAlgn="base">
              <a:lnSpc>
                <a:spcPct val="90000"/>
              </a:lnSpc>
              <a:spcBef>
                <a:spcPct val="0"/>
              </a:spcBef>
              <a:spcAft>
                <a:spcPct val="0"/>
              </a:spcAft>
              <a:defRPr sz="4400">
                <a:solidFill>
                  <a:schemeClr val="tx1"/>
                </a:solidFill>
                <a:latin typeface="Corbel" panose="020B0503020204020204" pitchFamily="34" charset="0"/>
              </a:defRPr>
            </a:lvl7pPr>
            <a:lvl8pPr marL="1371600" algn="l" rtl="0" fontAlgn="base">
              <a:lnSpc>
                <a:spcPct val="90000"/>
              </a:lnSpc>
              <a:spcBef>
                <a:spcPct val="0"/>
              </a:spcBef>
              <a:spcAft>
                <a:spcPct val="0"/>
              </a:spcAft>
              <a:defRPr sz="4400">
                <a:solidFill>
                  <a:schemeClr val="tx1"/>
                </a:solidFill>
                <a:latin typeface="Corbel" panose="020B0503020204020204" pitchFamily="34" charset="0"/>
              </a:defRPr>
            </a:lvl8pPr>
            <a:lvl9pPr marL="1828800" algn="l" rtl="0" fontAlgn="base">
              <a:lnSpc>
                <a:spcPct val="90000"/>
              </a:lnSpc>
              <a:spcBef>
                <a:spcPct val="0"/>
              </a:spcBef>
              <a:spcAft>
                <a:spcPct val="0"/>
              </a:spcAft>
              <a:defRPr sz="4400">
                <a:solidFill>
                  <a:schemeClr val="tx1"/>
                </a:solidFill>
                <a:latin typeface="Corbel" panose="020B0503020204020204" pitchFamily="34" charset="0"/>
              </a:defRPr>
            </a:lvl9pPr>
          </a:lstStyle>
          <a:p>
            <a:pPr algn="ctr" eaLnBrk="1" fontAlgn="auto" hangingPunct="1">
              <a:spcAft>
                <a:spcPts val="0"/>
              </a:spcAft>
              <a:defRPr/>
            </a:pPr>
            <a:r>
              <a:rPr lang="en-US" altLang="en-US" sz="3200" b="1" dirty="0">
                <a:solidFill>
                  <a:srgbClr val="00B0F0"/>
                </a:solidFill>
                <a:latin typeface="Calibri" panose="020F0502020204030204" pitchFamily="34" charset="0"/>
                <a:cs typeface="Calibri" panose="020F0502020204030204" pitchFamily="34" charset="0"/>
              </a:rPr>
              <a:t>Data Acquisition Methods: Surveys and Questionnaires</a:t>
            </a:r>
            <a:endParaRPr lang="en-US" altLang="en-US" sz="3200" b="1" dirty="0">
              <a:solidFill>
                <a:srgbClr val="00B0F0"/>
              </a:solidFill>
              <a:latin typeface="Calibri" panose="020F0502020204030204" pitchFamily="34" charset="0"/>
              <a:cs typeface="Calibri" panose="020F0502020204030204" pitchFamily="34" charset="0"/>
            </a:endParaRPr>
          </a:p>
        </p:txBody>
      </p:sp>
      <p:sp>
        <p:nvSpPr>
          <p:cNvPr id="5" name="Rectangle 4"/>
          <p:cNvSpPr/>
          <p:nvPr/>
        </p:nvSpPr>
        <p:spPr>
          <a:xfrm>
            <a:off x="734672" y="1302345"/>
            <a:ext cx="11103541" cy="2554545"/>
          </a:xfrm>
          <a:prstGeom prst="rect">
            <a:avLst/>
          </a:prstGeom>
        </p:spPr>
        <p:txBody>
          <a:bodyPr wrap="square">
            <a:spAutoFit/>
          </a:bodyPr>
          <a:lstStyle/>
          <a:p>
            <a:pPr marL="0" lvl="1" indent="0" algn="just" eaLnBrk="1" hangingPunct="1">
              <a:buClr>
                <a:srgbClr val="0B5395"/>
              </a:buClr>
              <a:buNone/>
            </a:pPr>
            <a:r>
              <a:rPr lang="en-US" altLang="en-US" sz="2000" b="1" dirty="0">
                <a:latin typeface="Times New Roman" pitchFamily="18" charset="0"/>
                <a:cs typeface="Times New Roman" pitchFamily="18" charset="0"/>
              </a:rPr>
              <a:t>Why </a:t>
            </a:r>
            <a:r>
              <a:rPr lang="en-US" altLang="en-US" sz="2000" b="1" dirty="0" smtClean="0">
                <a:latin typeface="Times New Roman" pitchFamily="18" charset="0"/>
                <a:cs typeface="Times New Roman" pitchFamily="18" charset="0"/>
              </a:rPr>
              <a:t>Surveys?</a:t>
            </a:r>
          </a:p>
          <a:p>
            <a:r>
              <a:rPr lang="en-US" sz="2000" dirty="0">
                <a:latin typeface="Times New Roman" pitchFamily="18" charset="0"/>
                <a:cs typeface="Times New Roman" pitchFamily="18" charset="0"/>
              </a:rPr>
              <a:t>Sometimes data does not already exist.</a:t>
            </a:r>
          </a:p>
          <a:p>
            <a:r>
              <a:rPr lang="en-US" sz="2000" dirty="0">
                <a:latin typeface="Times New Roman" pitchFamily="18" charset="0"/>
                <a:cs typeface="Times New Roman" pitchFamily="18" charset="0"/>
              </a:rPr>
              <a:t>Need to ask people directly.</a:t>
            </a:r>
          </a:p>
          <a:p>
            <a:endParaRPr lang="en-US" sz="2000" dirty="0" smtClean="0">
              <a:latin typeface="Times New Roman" pitchFamily="18" charset="0"/>
              <a:cs typeface="Times New Roman" pitchFamily="18" charset="0"/>
            </a:endParaRPr>
          </a:p>
          <a:p>
            <a:r>
              <a:rPr lang="en-US" sz="2000" b="1" dirty="0" smtClean="0">
                <a:latin typeface="Times New Roman" pitchFamily="18" charset="0"/>
                <a:cs typeface="Times New Roman" pitchFamily="18" charset="0"/>
              </a:rPr>
              <a:t>Examples</a:t>
            </a:r>
            <a:r>
              <a:rPr lang="en-US" sz="2000" b="1" dirty="0">
                <a:latin typeface="Times New Roman" pitchFamily="18" charset="0"/>
                <a:cs typeface="Times New Roman" pitchFamily="18" charset="0"/>
              </a:rPr>
              <a:t>:</a:t>
            </a:r>
          </a:p>
          <a:p>
            <a:pPr marL="342900" indent="-342900">
              <a:buFont typeface="Arial" pitchFamily="34" charset="0"/>
              <a:buChar char="•"/>
            </a:pPr>
            <a:r>
              <a:rPr lang="en-US" sz="2000" dirty="0">
                <a:latin typeface="Times New Roman" pitchFamily="18" charset="0"/>
                <a:cs typeface="Times New Roman" pitchFamily="18" charset="0"/>
              </a:rPr>
              <a:t>Customer satisfaction </a:t>
            </a:r>
          </a:p>
          <a:p>
            <a:pPr marL="342900" indent="-342900">
              <a:buFont typeface="Arial" pitchFamily="34" charset="0"/>
              <a:buChar char="•"/>
            </a:pPr>
            <a:r>
              <a:rPr lang="en-US" sz="2000" dirty="0">
                <a:latin typeface="Times New Roman" pitchFamily="18" charset="0"/>
                <a:cs typeface="Times New Roman" pitchFamily="18" charset="0"/>
              </a:rPr>
              <a:t>Student feedback </a:t>
            </a:r>
          </a:p>
          <a:p>
            <a:pPr marL="342900" indent="-342900">
              <a:buFont typeface="Arial" pitchFamily="34" charset="0"/>
              <a:buChar char="•"/>
            </a:pPr>
            <a:r>
              <a:rPr lang="en-US" sz="2000" dirty="0">
                <a:latin typeface="Times New Roman" pitchFamily="18" charset="0"/>
                <a:cs typeface="Times New Roman" pitchFamily="18" charset="0"/>
              </a:rPr>
              <a:t>Public opinion </a:t>
            </a:r>
          </a:p>
        </p:txBody>
      </p:sp>
      <p:sp>
        <p:nvSpPr>
          <p:cNvPr id="9" name="TextBox 8"/>
          <p:cNvSpPr txBox="1"/>
          <p:nvPr/>
        </p:nvSpPr>
        <p:spPr>
          <a:xfrm>
            <a:off x="5592536" y="1269688"/>
            <a:ext cx="4703532" cy="5324535"/>
          </a:xfrm>
          <a:prstGeom prst="rect">
            <a:avLst/>
          </a:prstGeom>
          <a:noFill/>
        </p:spPr>
        <p:txBody>
          <a:bodyPr wrap="none" rtlCol="0">
            <a:spAutoFit/>
          </a:bodyPr>
          <a:lstStyle/>
          <a:p>
            <a:r>
              <a:rPr lang="en-US" sz="2000" b="1" dirty="0">
                <a:latin typeface="Times New Roman" pitchFamily="18" charset="0"/>
                <a:cs typeface="Times New Roman" pitchFamily="18" charset="0"/>
              </a:rPr>
              <a:t>Good Survey Design</a:t>
            </a:r>
          </a:p>
          <a:p>
            <a:r>
              <a:rPr lang="en-US" sz="2000" b="1" dirty="0">
                <a:latin typeface="Times New Roman" pitchFamily="18" charset="0"/>
                <a:cs typeface="Times New Roman" pitchFamily="18" charset="0"/>
              </a:rPr>
              <a:t>Good Question</a:t>
            </a:r>
          </a:p>
          <a:p>
            <a:r>
              <a:rPr lang="en-US" sz="2000" dirty="0">
                <a:latin typeface="Times New Roman" pitchFamily="18" charset="0"/>
                <a:cs typeface="Times New Roman" pitchFamily="18" charset="0"/>
              </a:rPr>
              <a:t>How satisfied are you with the course?</a:t>
            </a:r>
          </a:p>
          <a:p>
            <a:endParaRPr lang="en-US" sz="2000" b="1" dirty="0" smtClean="0">
              <a:latin typeface="Times New Roman" pitchFamily="18" charset="0"/>
              <a:cs typeface="Times New Roman" pitchFamily="18" charset="0"/>
            </a:endParaRPr>
          </a:p>
          <a:p>
            <a:r>
              <a:rPr lang="en-US" sz="2000" b="1" dirty="0" smtClean="0">
                <a:latin typeface="Times New Roman" pitchFamily="18" charset="0"/>
                <a:cs typeface="Times New Roman" pitchFamily="18" charset="0"/>
              </a:rPr>
              <a:t>Poor </a:t>
            </a:r>
            <a:r>
              <a:rPr lang="en-US" sz="2000" b="1" dirty="0">
                <a:latin typeface="Times New Roman" pitchFamily="18" charset="0"/>
                <a:cs typeface="Times New Roman" pitchFamily="18" charset="0"/>
              </a:rPr>
              <a:t>Question</a:t>
            </a:r>
          </a:p>
          <a:p>
            <a:r>
              <a:rPr lang="en-US" sz="2000" dirty="0">
                <a:latin typeface="Times New Roman" pitchFamily="18" charset="0"/>
                <a:cs typeface="Times New Roman" pitchFamily="18" charset="0"/>
              </a:rPr>
              <a:t>Don't you agree that the course is excellent?</a:t>
            </a:r>
          </a:p>
          <a:p>
            <a:r>
              <a:rPr lang="en-US" sz="2000" dirty="0">
                <a:latin typeface="Times New Roman" pitchFamily="18" charset="0"/>
                <a:cs typeface="Times New Roman" pitchFamily="18" charset="0"/>
              </a:rPr>
              <a:t>Explain:</a:t>
            </a:r>
          </a:p>
          <a:p>
            <a:pPr marL="800100" lvl="1" indent="-342900">
              <a:buFont typeface="Arial" pitchFamily="34" charset="0"/>
              <a:buChar char="•"/>
            </a:pPr>
            <a:r>
              <a:rPr lang="en-US" sz="2000" dirty="0">
                <a:latin typeface="Times New Roman" pitchFamily="18" charset="0"/>
                <a:cs typeface="Times New Roman" pitchFamily="18" charset="0"/>
              </a:rPr>
              <a:t>Neutral wording </a:t>
            </a:r>
          </a:p>
          <a:p>
            <a:pPr marL="800100" lvl="1" indent="-342900">
              <a:buFont typeface="Arial" pitchFamily="34" charset="0"/>
              <a:buChar char="•"/>
            </a:pPr>
            <a:r>
              <a:rPr lang="en-US" sz="2000" dirty="0">
                <a:latin typeface="Times New Roman" pitchFamily="18" charset="0"/>
                <a:cs typeface="Times New Roman" pitchFamily="18" charset="0"/>
              </a:rPr>
              <a:t>Avoid leading questions </a:t>
            </a:r>
          </a:p>
          <a:p>
            <a:pPr marL="800100" lvl="1" indent="-342900">
              <a:buFont typeface="Arial" pitchFamily="34" charset="0"/>
              <a:buChar char="•"/>
            </a:pPr>
            <a:r>
              <a:rPr lang="en-US" sz="2000" dirty="0">
                <a:latin typeface="Times New Roman" pitchFamily="18" charset="0"/>
                <a:cs typeface="Times New Roman" pitchFamily="18" charset="0"/>
              </a:rPr>
              <a:t>Avoid ambiguity </a:t>
            </a:r>
          </a:p>
          <a:p>
            <a:endParaRPr lang="en-US" sz="2000" b="1" dirty="0" smtClean="0">
              <a:latin typeface="Times New Roman" pitchFamily="18" charset="0"/>
              <a:cs typeface="Times New Roman" pitchFamily="18" charset="0"/>
            </a:endParaRPr>
          </a:p>
          <a:p>
            <a:r>
              <a:rPr lang="en-US" sz="2000" b="1" dirty="0" smtClean="0">
                <a:latin typeface="Times New Roman" pitchFamily="18" charset="0"/>
                <a:cs typeface="Times New Roman" pitchFamily="18" charset="0"/>
              </a:rPr>
              <a:t>Types </a:t>
            </a:r>
            <a:r>
              <a:rPr lang="en-US" sz="2000" b="1" dirty="0">
                <a:latin typeface="Times New Roman" pitchFamily="18" charset="0"/>
                <a:cs typeface="Times New Roman" pitchFamily="18" charset="0"/>
              </a:rPr>
              <a:t>of Questions</a:t>
            </a:r>
          </a:p>
          <a:p>
            <a:r>
              <a:rPr lang="en-US" sz="2000" b="1" dirty="0">
                <a:latin typeface="Times New Roman" pitchFamily="18" charset="0"/>
                <a:cs typeface="Times New Roman" pitchFamily="18" charset="0"/>
              </a:rPr>
              <a:t>Open-ended</a:t>
            </a:r>
          </a:p>
          <a:p>
            <a:r>
              <a:rPr lang="en-US" sz="2000" dirty="0">
                <a:latin typeface="Times New Roman" pitchFamily="18" charset="0"/>
                <a:cs typeface="Times New Roman" pitchFamily="18" charset="0"/>
              </a:rPr>
              <a:t>What improvements would you suggest?</a:t>
            </a:r>
          </a:p>
          <a:p>
            <a:r>
              <a:rPr lang="en-US" sz="2000" b="1" dirty="0">
                <a:latin typeface="Times New Roman" pitchFamily="18" charset="0"/>
                <a:cs typeface="Times New Roman" pitchFamily="18" charset="0"/>
              </a:rPr>
              <a:t>Closed-ended</a:t>
            </a:r>
          </a:p>
          <a:p>
            <a:r>
              <a:rPr lang="en-US" sz="2000" dirty="0">
                <a:latin typeface="Times New Roman" pitchFamily="18" charset="0"/>
                <a:cs typeface="Times New Roman" pitchFamily="18" charset="0"/>
              </a:rPr>
              <a:t>Rate the course from 1–5.</a:t>
            </a:r>
          </a:p>
          <a:p>
            <a:endParaRPr lang="en-US" sz="2000" dirty="0">
              <a:latin typeface="Times New Roman" pitchFamily="18" charset="0"/>
              <a:cs typeface="Times New Roman" pitchFamily="18" charset="0"/>
            </a:endParaRPr>
          </a:p>
        </p:txBody>
      </p:sp>
    </p:spTree>
    <p:extLst>
      <p:ext uri="{BB962C8B-B14F-4D97-AF65-F5344CB8AC3E}">
        <p14:creationId xmlns:p14="http://schemas.microsoft.com/office/powerpoint/2010/main" val="393108061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1DDC0F6-81F6-4F00-8B59-D73436E3555A}" type="slidenum">
              <a:rPr lang="en-US" altLang="en-US" smtClean="0"/>
              <a:pPr/>
              <a:t>6</a:t>
            </a:fld>
            <a:endParaRPr lang="en-US" altLang="en-US" dirty="0"/>
          </a:p>
        </p:txBody>
      </p:sp>
      <p:sp>
        <p:nvSpPr>
          <p:cNvPr id="4" name="Title 1"/>
          <p:cNvSpPr txBox="1">
            <a:spLocks/>
          </p:cNvSpPr>
          <p:nvPr/>
        </p:nvSpPr>
        <p:spPr>
          <a:xfrm>
            <a:off x="1143000" y="447676"/>
            <a:ext cx="9875838" cy="677862"/>
          </a:xfrm>
          <a:prstGeom prst="rect">
            <a:avLst/>
          </a:prstGeom>
        </p:spPr>
        <p:txBody>
          <a:bodyPr rtlCol="0">
            <a:normAutofit/>
          </a:bodyPr>
          <a:lst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Tw Cen MT" pitchFamily="34" charset="0"/>
              </a:defRPr>
            </a:lvl2pPr>
            <a:lvl3pPr algn="l" rtl="0" eaLnBrk="0" fontAlgn="base" hangingPunct="0">
              <a:lnSpc>
                <a:spcPct val="90000"/>
              </a:lnSpc>
              <a:spcBef>
                <a:spcPct val="0"/>
              </a:spcBef>
              <a:spcAft>
                <a:spcPct val="0"/>
              </a:spcAft>
              <a:defRPr sz="4400">
                <a:solidFill>
                  <a:schemeClr val="tx1"/>
                </a:solidFill>
                <a:latin typeface="Tw Cen MT" pitchFamily="34" charset="0"/>
              </a:defRPr>
            </a:lvl3pPr>
            <a:lvl4pPr algn="l" rtl="0" eaLnBrk="0" fontAlgn="base" hangingPunct="0">
              <a:lnSpc>
                <a:spcPct val="90000"/>
              </a:lnSpc>
              <a:spcBef>
                <a:spcPct val="0"/>
              </a:spcBef>
              <a:spcAft>
                <a:spcPct val="0"/>
              </a:spcAft>
              <a:defRPr sz="4400">
                <a:solidFill>
                  <a:schemeClr val="tx1"/>
                </a:solidFill>
                <a:latin typeface="Tw Cen MT" pitchFamily="34" charset="0"/>
              </a:defRPr>
            </a:lvl4pPr>
            <a:lvl5pPr algn="l" rtl="0" eaLnBrk="0" fontAlgn="base" hangingPunct="0">
              <a:lnSpc>
                <a:spcPct val="90000"/>
              </a:lnSpc>
              <a:spcBef>
                <a:spcPct val="0"/>
              </a:spcBef>
              <a:spcAft>
                <a:spcPct val="0"/>
              </a:spcAft>
              <a:defRPr sz="4400">
                <a:solidFill>
                  <a:schemeClr val="tx1"/>
                </a:solidFill>
                <a:latin typeface="Tw Cen MT" pitchFamily="34" charset="0"/>
              </a:defRPr>
            </a:lvl5pPr>
            <a:lvl6pPr marL="457200" algn="l" rtl="0" fontAlgn="base">
              <a:lnSpc>
                <a:spcPct val="90000"/>
              </a:lnSpc>
              <a:spcBef>
                <a:spcPct val="0"/>
              </a:spcBef>
              <a:spcAft>
                <a:spcPct val="0"/>
              </a:spcAft>
              <a:defRPr sz="4400">
                <a:solidFill>
                  <a:schemeClr val="tx1"/>
                </a:solidFill>
                <a:latin typeface="Corbel" panose="020B0503020204020204" pitchFamily="34" charset="0"/>
              </a:defRPr>
            </a:lvl6pPr>
            <a:lvl7pPr marL="914400" algn="l" rtl="0" fontAlgn="base">
              <a:lnSpc>
                <a:spcPct val="90000"/>
              </a:lnSpc>
              <a:spcBef>
                <a:spcPct val="0"/>
              </a:spcBef>
              <a:spcAft>
                <a:spcPct val="0"/>
              </a:spcAft>
              <a:defRPr sz="4400">
                <a:solidFill>
                  <a:schemeClr val="tx1"/>
                </a:solidFill>
                <a:latin typeface="Corbel" panose="020B0503020204020204" pitchFamily="34" charset="0"/>
              </a:defRPr>
            </a:lvl7pPr>
            <a:lvl8pPr marL="1371600" algn="l" rtl="0" fontAlgn="base">
              <a:lnSpc>
                <a:spcPct val="90000"/>
              </a:lnSpc>
              <a:spcBef>
                <a:spcPct val="0"/>
              </a:spcBef>
              <a:spcAft>
                <a:spcPct val="0"/>
              </a:spcAft>
              <a:defRPr sz="4400">
                <a:solidFill>
                  <a:schemeClr val="tx1"/>
                </a:solidFill>
                <a:latin typeface="Corbel" panose="020B0503020204020204" pitchFamily="34" charset="0"/>
              </a:defRPr>
            </a:lvl8pPr>
            <a:lvl9pPr marL="1828800" algn="l" rtl="0" fontAlgn="base">
              <a:lnSpc>
                <a:spcPct val="90000"/>
              </a:lnSpc>
              <a:spcBef>
                <a:spcPct val="0"/>
              </a:spcBef>
              <a:spcAft>
                <a:spcPct val="0"/>
              </a:spcAft>
              <a:defRPr sz="4400">
                <a:solidFill>
                  <a:schemeClr val="tx1"/>
                </a:solidFill>
                <a:latin typeface="Corbel" panose="020B0503020204020204" pitchFamily="34" charset="0"/>
              </a:defRPr>
            </a:lvl9pPr>
          </a:lstStyle>
          <a:p>
            <a:pPr algn="ctr" eaLnBrk="1" fontAlgn="auto" hangingPunct="1">
              <a:spcAft>
                <a:spcPts val="0"/>
              </a:spcAft>
              <a:defRPr/>
            </a:pPr>
            <a:r>
              <a:rPr lang="en-US" altLang="en-US" sz="3200" b="1" dirty="0">
                <a:solidFill>
                  <a:srgbClr val="00B0F0"/>
                </a:solidFill>
                <a:latin typeface="Calibri" panose="020F0502020204030204" pitchFamily="34" charset="0"/>
                <a:cs typeface="Calibri" panose="020F0502020204030204" pitchFamily="34" charset="0"/>
              </a:rPr>
              <a:t>Data Governance, Privacy, and Ethics</a:t>
            </a:r>
            <a:endParaRPr lang="en-US" altLang="en-US" sz="3200" b="1" dirty="0">
              <a:solidFill>
                <a:srgbClr val="00B0F0"/>
              </a:solidFill>
              <a:latin typeface="Calibri" panose="020F0502020204030204" pitchFamily="34" charset="0"/>
              <a:cs typeface="Calibri" panose="020F0502020204030204" pitchFamily="34" charset="0"/>
            </a:endParaRPr>
          </a:p>
        </p:txBody>
      </p:sp>
      <p:sp>
        <p:nvSpPr>
          <p:cNvPr id="5" name="Rectangle 4"/>
          <p:cNvSpPr/>
          <p:nvPr/>
        </p:nvSpPr>
        <p:spPr>
          <a:xfrm>
            <a:off x="734672" y="1302345"/>
            <a:ext cx="11103541" cy="3477875"/>
          </a:xfrm>
          <a:prstGeom prst="rect">
            <a:avLst/>
          </a:prstGeom>
        </p:spPr>
        <p:txBody>
          <a:bodyPr wrap="square">
            <a:spAutoFit/>
          </a:bodyPr>
          <a:lstStyle/>
          <a:p>
            <a:r>
              <a:rPr lang="en-US" sz="2000" b="1" dirty="0">
                <a:latin typeface="Times New Roman" pitchFamily="18" charset="0"/>
                <a:cs typeface="Times New Roman" pitchFamily="18" charset="0"/>
              </a:rPr>
              <a:t>What is Data Ethics?</a:t>
            </a:r>
          </a:p>
          <a:p>
            <a:r>
              <a:rPr lang="en-US" sz="2000" dirty="0" smtClean="0">
                <a:latin typeface="Times New Roman" pitchFamily="18" charset="0"/>
                <a:cs typeface="Times New Roman" pitchFamily="18" charset="0"/>
              </a:rPr>
              <a:t>The </a:t>
            </a:r>
            <a:r>
              <a:rPr lang="en-US" sz="2000" dirty="0">
                <a:latin typeface="Times New Roman" pitchFamily="18" charset="0"/>
                <a:cs typeface="Times New Roman" pitchFamily="18" charset="0"/>
              </a:rPr>
              <a:t>responsible use of data throughout its lifecycle.</a:t>
            </a:r>
          </a:p>
          <a:p>
            <a:endParaRPr lang="en-US" sz="2000" b="1" dirty="0" smtClean="0">
              <a:latin typeface="Times New Roman" pitchFamily="18" charset="0"/>
              <a:cs typeface="Times New Roman" pitchFamily="18" charset="0"/>
            </a:endParaRPr>
          </a:p>
          <a:p>
            <a:r>
              <a:rPr lang="en-US" sz="2000" b="1" dirty="0" smtClean="0">
                <a:latin typeface="Times New Roman" pitchFamily="18" charset="0"/>
                <a:cs typeface="Times New Roman" pitchFamily="18" charset="0"/>
              </a:rPr>
              <a:t>Ethical </a:t>
            </a:r>
            <a:r>
              <a:rPr lang="en-US" sz="2000" b="1" dirty="0">
                <a:latin typeface="Times New Roman" pitchFamily="18" charset="0"/>
                <a:cs typeface="Times New Roman" pitchFamily="18" charset="0"/>
              </a:rPr>
              <a:t>Questions</a:t>
            </a:r>
          </a:p>
          <a:p>
            <a:pPr marL="342900" indent="-342900">
              <a:buFont typeface="Arial" pitchFamily="34" charset="0"/>
              <a:buChar char="•"/>
            </a:pPr>
            <a:r>
              <a:rPr lang="en-US" sz="2000" dirty="0">
                <a:latin typeface="Times New Roman" pitchFamily="18" charset="0"/>
                <a:cs typeface="Times New Roman" pitchFamily="18" charset="0"/>
              </a:rPr>
              <a:t>Was consent obtained? </a:t>
            </a:r>
          </a:p>
          <a:p>
            <a:pPr marL="342900" indent="-342900">
              <a:buFont typeface="Arial" pitchFamily="34" charset="0"/>
              <a:buChar char="•"/>
            </a:pPr>
            <a:r>
              <a:rPr lang="en-US" sz="2000" dirty="0">
                <a:latin typeface="Times New Roman" pitchFamily="18" charset="0"/>
                <a:cs typeface="Times New Roman" pitchFamily="18" charset="0"/>
              </a:rPr>
              <a:t>Is data collection transparent? </a:t>
            </a:r>
          </a:p>
          <a:p>
            <a:pPr marL="342900" indent="-342900">
              <a:buFont typeface="Arial" pitchFamily="34" charset="0"/>
              <a:buChar char="•"/>
            </a:pPr>
            <a:r>
              <a:rPr lang="en-US" sz="2000" dirty="0">
                <a:latin typeface="Times New Roman" pitchFamily="18" charset="0"/>
                <a:cs typeface="Times New Roman" pitchFamily="18" charset="0"/>
              </a:rPr>
              <a:t>Can the data harm individuals? </a:t>
            </a:r>
          </a:p>
          <a:p>
            <a:pPr marL="342900" indent="-342900">
              <a:buFont typeface="Arial" pitchFamily="34" charset="0"/>
              <a:buChar char="•"/>
            </a:pPr>
            <a:r>
              <a:rPr lang="en-US" sz="2000" dirty="0">
                <a:latin typeface="Times New Roman" pitchFamily="18" charset="0"/>
                <a:cs typeface="Times New Roman" pitchFamily="18" charset="0"/>
              </a:rPr>
              <a:t>Is the analysis fair? </a:t>
            </a:r>
          </a:p>
          <a:p>
            <a:endParaRPr lang="en-US" sz="2000" b="1" dirty="0" smtClean="0">
              <a:latin typeface="Times New Roman" pitchFamily="18" charset="0"/>
              <a:cs typeface="Times New Roman" pitchFamily="18" charset="0"/>
            </a:endParaRPr>
          </a:p>
          <a:p>
            <a:r>
              <a:rPr lang="en-US" sz="2000" b="1" dirty="0" smtClean="0">
                <a:latin typeface="Times New Roman" pitchFamily="18" charset="0"/>
                <a:cs typeface="Times New Roman" pitchFamily="18" charset="0"/>
              </a:rPr>
              <a:t>Famous </a:t>
            </a:r>
            <a:r>
              <a:rPr lang="en-US" sz="2000" b="1" dirty="0">
                <a:latin typeface="Times New Roman" pitchFamily="18" charset="0"/>
                <a:cs typeface="Times New Roman" pitchFamily="18" charset="0"/>
              </a:rPr>
              <a:t>Example</a:t>
            </a:r>
          </a:p>
          <a:p>
            <a:r>
              <a:rPr lang="en-US" sz="2000" dirty="0">
                <a:latin typeface="Times New Roman" pitchFamily="18" charset="0"/>
                <a:cs typeface="Times New Roman" pitchFamily="18" charset="0"/>
              </a:rPr>
              <a:t>Discuss the importance of responsible handling of social media data and user information.</a:t>
            </a:r>
          </a:p>
        </p:txBody>
      </p:sp>
    </p:spTree>
    <p:extLst>
      <p:ext uri="{BB962C8B-B14F-4D97-AF65-F5344CB8AC3E}">
        <p14:creationId xmlns:p14="http://schemas.microsoft.com/office/powerpoint/2010/main" val="18360448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1DDC0F6-81F6-4F00-8B59-D73436E3555A}" type="slidenum">
              <a:rPr lang="en-US" altLang="en-US" smtClean="0"/>
              <a:pPr/>
              <a:t>7</a:t>
            </a:fld>
            <a:endParaRPr lang="en-US" altLang="en-US" dirty="0"/>
          </a:p>
        </p:txBody>
      </p:sp>
      <p:sp>
        <p:nvSpPr>
          <p:cNvPr id="4" name="Title 1"/>
          <p:cNvSpPr txBox="1">
            <a:spLocks/>
          </p:cNvSpPr>
          <p:nvPr/>
        </p:nvSpPr>
        <p:spPr>
          <a:xfrm>
            <a:off x="1143000" y="447676"/>
            <a:ext cx="9875838" cy="677862"/>
          </a:xfrm>
          <a:prstGeom prst="rect">
            <a:avLst/>
          </a:prstGeom>
        </p:spPr>
        <p:txBody>
          <a:bodyPr rtlCol="0">
            <a:normAutofit/>
          </a:bodyPr>
          <a:lst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Tw Cen MT" pitchFamily="34" charset="0"/>
              </a:defRPr>
            </a:lvl2pPr>
            <a:lvl3pPr algn="l" rtl="0" eaLnBrk="0" fontAlgn="base" hangingPunct="0">
              <a:lnSpc>
                <a:spcPct val="90000"/>
              </a:lnSpc>
              <a:spcBef>
                <a:spcPct val="0"/>
              </a:spcBef>
              <a:spcAft>
                <a:spcPct val="0"/>
              </a:spcAft>
              <a:defRPr sz="4400">
                <a:solidFill>
                  <a:schemeClr val="tx1"/>
                </a:solidFill>
                <a:latin typeface="Tw Cen MT" pitchFamily="34" charset="0"/>
              </a:defRPr>
            </a:lvl3pPr>
            <a:lvl4pPr algn="l" rtl="0" eaLnBrk="0" fontAlgn="base" hangingPunct="0">
              <a:lnSpc>
                <a:spcPct val="90000"/>
              </a:lnSpc>
              <a:spcBef>
                <a:spcPct val="0"/>
              </a:spcBef>
              <a:spcAft>
                <a:spcPct val="0"/>
              </a:spcAft>
              <a:defRPr sz="4400">
                <a:solidFill>
                  <a:schemeClr val="tx1"/>
                </a:solidFill>
                <a:latin typeface="Tw Cen MT" pitchFamily="34" charset="0"/>
              </a:defRPr>
            </a:lvl4pPr>
            <a:lvl5pPr algn="l" rtl="0" eaLnBrk="0" fontAlgn="base" hangingPunct="0">
              <a:lnSpc>
                <a:spcPct val="90000"/>
              </a:lnSpc>
              <a:spcBef>
                <a:spcPct val="0"/>
              </a:spcBef>
              <a:spcAft>
                <a:spcPct val="0"/>
              </a:spcAft>
              <a:defRPr sz="4400">
                <a:solidFill>
                  <a:schemeClr val="tx1"/>
                </a:solidFill>
                <a:latin typeface="Tw Cen MT" pitchFamily="34" charset="0"/>
              </a:defRPr>
            </a:lvl5pPr>
            <a:lvl6pPr marL="457200" algn="l" rtl="0" fontAlgn="base">
              <a:lnSpc>
                <a:spcPct val="90000"/>
              </a:lnSpc>
              <a:spcBef>
                <a:spcPct val="0"/>
              </a:spcBef>
              <a:spcAft>
                <a:spcPct val="0"/>
              </a:spcAft>
              <a:defRPr sz="4400">
                <a:solidFill>
                  <a:schemeClr val="tx1"/>
                </a:solidFill>
                <a:latin typeface="Corbel" panose="020B0503020204020204" pitchFamily="34" charset="0"/>
              </a:defRPr>
            </a:lvl6pPr>
            <a:lvl7pPr marL="914400" algn="l" rtl="0" fontAlgn="base">
              <a:lnSpc>
                <a:spcPct val="90000"/>
              </a:lnSpc>
              <a:spcBef>
                <a:spcPct val="0"/>
              </a:spcBef>
              <a:spcAft>
                <a:spcPct val="0"/>
              </a:spcAft>
              <a:defRPr sz="4400">
                <a:solidFill>
                  <a:schemeClr val="tx1"/>
                </a:solidFill>
                <a:latin typeface="Corbel" panose="020B0503020204020204" pitchFamily="34" charset="0"/>
              </a:defRPr>
            </a:lvl7pPr>
            <a:lvl8pPr marL="1371600" algn="l" rtl="0" fontAlgn="base">
              <a:lnSpc>
                <a:spcPct val="90000"/>
              </a:lnSpc>
              <a:spcBef>
                <a:spcPct val="0"/>
              </a:spcBef>
              <a:spcAft>
                <a:spcPct val="0"/>
              </a:spcAft>
              <a:defRPr sz="4400">
                <a:solidFill>
                  <a:schemeClr val="tx1"/>
                </a:solidFill>
                <a:latin typeface="Corbel" panose="020B0503020204020204" pitchFamily="34" charset="0"/>
              </a:defRPr>
            </a:lvl8pPr>
            <a:lvl9pPr marL="1828800" algn="l" rtl="0" fontAlgn="base">
              <a:lnSpc>
                <a:spcPct val="90000"/>
              </a:lnSpc>
              <a:spcBef>
                <a:spcPct val="0"/>
              </a:spcBef>
              <a:spcAft>
                <a:spcPct val="0"/>
              </a:spcAft>
              <a:defRPr sz="4400">
                <a:solidFill>
                  <a:schemeClr val="tx1"/>
                </a:solidFill>
                <a:latin typeface="Corbel" panose="020B0503020204020204" pitchFamily="34" charset="0"/>
              </a:defRPr>
            </a:lvl9pPr>
          </a:lstStyle>
          <a:p>
            <a:pPr algn="ctr" eaLnBrk="1" fontAlgn="auto" hangingPunct="1">
              <a:spcAft>
                <a:spcPts val="0"/>
              </a:spcAft>
              <a:defRPr/>
            </a:pPr>
            <a:r>
              <a:rPr lang="en-US" altLang="en-US" sz="3200" b="1" dirty="0">
                <a:solidFill>
                  <a:srgbClr val="00B0F0"/>
                </a:solidFill>
                <a:latin typeface="Calibri" panose="020F0502020204030204" pitchFamily="34" charset="0"/>
                <a:cs typeface="Calibri" panose="020F0502020204030204" pitchFamily="34" charset="0"/>
              </a:rPr>
              <a:t>Data Governance, Privacy, and Ethics</a:t>
            </a:r>
            <a:endParaRPr lang="en-US" altLang="en-US" sz="3200" b="1" dirty="0">
              <a:solidFill>
                <a:srgbClr val="00B0F0"/>
              </a:solidFill>
              <a:latin typeface="Calibri" panose="020F0502020204030204" pitchFamily="34" charset="0"/>
              <a:cs typeface="Calibri" panose="020F0502020204030204" pitchFamily="34" charset="0"/>
            </a:endParaRPr>
          </a:p>
        </p:txBody>
      </p:sp>
      <p:sp>
        <p:nvSpPr>
          <p:cNvPr id="5" name="Rectangle 4"/>
          <p:cNvSpPr/>
          <p:nvPr/>
        </p:nvSpPr>
        <p:spPr>
          <a:xfrm>
            <a:off x="734672" y="1302345"/>
            <a:ext cx="11103541" cy="5324535"/>
          </a:xfrm>
          <a:prstGeom prst="rect">
            <a:avLst/>
          </a:prstGeom>
        </p:spPr>
        <p:txBody>
          <a:bodyPr wrap="square">
            <a:spAutoFit/>
          </a:bodyPr>
          <a:lstStyle/>
          <a:p>
            <a:r>
              <a:rPr lang="en-US" sz="2000" b="1" dirty="0">
                <a:latin typeface="Times New Roman" pitchFamily="18" charset="0"/>
                <a:cs typeface="Times New Roman" pitchFamily="18" charset="0"/>
              </a:rPr>
              <a:t>What is Bias?</a:t>
            </a:r>
          </a:p>
          <a:p>
            <a:r>
              <a:rPr lang="en-US" sz="2000" dirty="0" smtClean="0">
                <a:latin typeface="Times New Roman" pitchFamily="18" charset="0"/>
                <a:cs typeface="Times New Roman" pitchFamily="18" charset="0"/>
              </a:rPr>
              <a:t>Systematic </a:t>
            </a:r>
            <a:r>
              <a:rPr lang="en-US" sz="2000" dirty="0">
                <a:latin typeface="Times New Roman" pitchFamily="18" charset="0"/>
                <a:cs typeface="Times New Roman" pitchFamily="18" charset="0"/>
              </a:rPr>
              <a:t>errors embedded within the collected data that lead to unfair or inaccurate </a:t>
            </a:r>
            <a:r>
              <a:rPr lang="en-US" sz="2000" dirty="0" smtClean="0">
                <a:latin typeface="Times New Roman" pitchFamily="18" charset="0"/>
                <a:cs typeface="Times New Roman" pitchFamily="18" charset="0"/>
              </a:rPr>
              <a:t>outcomes.</a:t>
            </a:r>
            <a:endParaRPr lang="en-US" sz="2000" dirty="0">
              <a:latin typeface="Times New Roman" pitchFamily="18" charset="0"/>
              <a:cs typeface="Times New Roman" pitchFamily="18" charset="0"/>
            </a:endParaRPr>
          </a:p>
          <a:p>
            <a:endParaRPr lang="en-US" sz="2000" b="1" dirty="0" smtClean="0">
              <a:latin typeface="Times New Roman" pitchFamily="18" charset="0"/>
              <a:cs typeface="Times New Roman" pitchFamily="18" charset="0"/>
            </a:endParaRPr>
          </a:p>
          <a:p>
            <a:r>
              <a:rPr lang="en-US" sz="2000" b="1" dirty="0" smtClean="0">
                <a:latin typeface="Times New Roman" pitchFamily="18" charset="0"/>
                <a:cs typeface="Times New Roman" pitchFamily="18" charset="0"/>
              </a:rPr>
              <a:t>Example </a:t>
            </a:r>
            <a:r>
              <a:rPr lang="en-US" sz="2000" b="1" dirty="0">
                <a:latin typeface="Times New Roman" pitchFamily="18" charset="0"/>
                <a:cs typeface="Times New Roman" pitchFamily="18" charset="0"/>
              </a:rPr>
              <a:t>1: Sampling Bias</a:t>
            </a:r>
          </a:p>
          <a:p>
            <a:r>
              <a:rPr lang="en-US" sz="2000" dirty="0">
                <a:latin typeface="Times New Roman" pitchFamily="18" charset="0"/>
                <a:cs typeface="Times New Roman" pitchFamily="18" charset="0"/>
              </a:rPr>
              <a:t>Survey only university students.</a:t>
            </a:r>
          </a:p>
          <a:p>
            <a:r>
              <a:rPr lang="en-US" sz="2000" dirty="0">
                <a:latin typeface="Times New Roman" pitchFamily="18" charset="0"/>
                <a:cs typeface="Times New Roman" pitchFamily="18" charset="0"/>
              </a:rPr>
              <a:t>Question</a:t>
            </a:r>
            <a:r>
              <a:rPr lang="en-US" sz="2000" dirty="0" smtClean="0">
                <a:latin typeface="Times New Roman" pitchFamily="18" charset="0"/>
                <a:cs typeface="Times New Roman" pitchFamily="18" charset="0"/>
              </a:rPr>
              <a:t>: Do </a:t>
            </a:r>
            <a:r>
              <a:rPr lang="en-US" sz="2000" dirty="0">
                <a:latin typeface="Times New Roman" pitchFamily="18" charset="0"/>
                <a:cs typeface="Times New Roman" pitchFamily="18" charset="0"/>
              </a:rPr>
              <a:t>the results represent all citizens?</a:t>
            </a:r>
          </a:p>
          <a:p>
            <a:r>
              <a:rPr lang="en-US" sz="2000" dirty="0">
                <a:latin typeface="Times New Roman" pitchFamily="18" charset="0"/>
                <a:cs typeface="Times New Roman" pitchFamily="18" charset="0"/>
              </a:rPr>
              <a:t>Answer</a:t>
            </a:r>
            <a:r>
              <a:rPr lang="en-US" sz="2000" dirty="0" smtClean="0">
                <a:latin typeface="Times New Roman" pitchFamily="18" charset="0"/>
                <a:cs typeface="Times New Roman" pitchFamily="18" charset="0"/>
              </a:rPr>
              <a:t>: No</a:t>
            </a:r>
          </a:p>
          <a:p>
            <a:endParaRPr lang="en-US" sz="2000" dirty="0">
              <a:latin typeface="Times New Roman" pitchFamily="18" charset="0"/>
              <a:cs typeface="Times New Roman" pitchFamily="18" charset="0"/>
            </a:endParaRPr>
          </a:p>
          <a:p>
            <a:r>
              <a:rPr lang="en-US" sz="2000" b="1" dirty="0">
                <a:latin typeface="Times New Roman" pitchFamily="18" charset="0"/>
                <a:cs typeface="Times New Roman" pitchFamily="18" charset="0"/>
              </a:rPr>
              <a:t>Example 2: Gender Bias</a:t>
            </a:r>
          </a:p>
          <a:p>
            <a:r>
              <a:rPr lang="en-US" sz="2000" dirty="0">
                <a:latin typeface="Times New Roman" pitchFamily="18" charset="0"/>
                <a:cs typeface="Times New Roman" pitchFamily="18" charset="0"/>
              </a:rPr>
              <a:t>Suppose a hiring dataset contains mostly male applicants.</a:t>
            </a:r>
          </a:p>
          <a:p>
            <a:r>
              <a:rPr lang="en-US" sz="2000" dirty="0">
                <a:latin typeface="Times New Roman" pitchFamily="18" charset="0"/>
                <a:cs typeface="Times New Roman" pitchFamily="18" charset="0"/>
              </a:rPr>
              <a:t>A model trained on such data may learn biased patterns.</a:t>
            </a:r>
          </a:p>
          <a:p>
            <a:endParaRPr lang="en-US" sz="2000" b="1" dirty="0" smtClean="0">
              <a:latin typeface="Times New Roman" pitchFamily="18" charset="0"/>
              <a:cs typeface="Times New Roman" pitchFamily="18" charset="0"/>
            </a:endParaRPr>
          </a:p>
          <a:p>
            <a:r>
              <a:rPr lang="en-US" sz="2000" b="1" dirty="0" smtClean="0">
                <a:latin typeface="Times New Roman" pitchFamily="18" charset="0"/>
                <a:cs typeface="Times New Roman" pitchFamily="18" charset="0"/>
              </a:rPr>
              <a:t>What </a:t>
            </a:r>
            <a:r>
              <a:rPr lang="en-US" sz="2000" b="1" dirty="0">
                <a:latin typeface="Times New Roman" pitchFamily="18" charset="0"/>
                <a:cs typeface="Times New Roman" pitchFamily="18" charset="0"/>
              </a:rPr>
              <a:t>is Fairness?</a:t>
            </a:r>
          </a:p>
          <a:p>
            <a:r>
              <a:rPr lang="en-US" sz="2000" dirty="0">
                <a:latin typeface="Times New Roman" pitchFamily="18" charset="0"/>
                <a:cs typeface="Times New Roman" pitchFamily="18" charset="0"/>
              </a:rPr>
              <a:t>Ensuring that decisions do not unfairly disadvantage particular groups.</a:t>
            </a:r>
          </a:p>
          <a:p>
            <a:endParaRPr lang="en-US" sz="2000" b="1" dirty="0">
              <a:latin typeface="Times New Roman" pitchFamily="18" charset="0"/>
              <a:cs typeface="Times New Roman" pitchFamily="18" charset="0"/>
            </a:endParaRPr>
          </a:p>
          <a:p>
            <a:r>
              <a:rPr lang="en-US" sz="2000" b="1" dirty="0">
                <a:latin typeface="Times New Roman" pitchFamily="18" charset="0"/>
                <a:cs typeface="Times New Roman" pitchFamily="18" charset="0"/>
              </a:rPr>
              <a:t>Discussion Activity</a:t>
            </a:r>
          </a:p>
          <a:p>
            <a:r>
              <a:rPr lang="en-US" sz="2000" dirty="0">
                <a:latin typeface="Times New Roman" pitchFamily="18" charset="0"/>
                <a:cs typeface="Times New Roman" pitchFamily="18" charset="0"/>
              </a:rPr>
              <a:t>Ask: If an AI system approves loans for one group more often than another, is it necessarily fair</a:t>
            </a:r>
            <a:r>
              <a:rPr lang="en-US" sz="2000" dirty="0" smtClean="0">
                <a:latin typeface="Times New Roman" pitchFamily="18" charset="0"/>
                <a:cs typeface="Times New Roman" pitchFamily="18" charset="0"/>
              </a:rPr>
              <a:t>?</a:t>
            </a:r>
            <a:endParaRPr lang="en-US" sz="2000" dirty="0">
              <a:latin typeface="Times New Roman" pitchFamily="18" charset="0"/>
              <a:cs typeface="Times New Roman" pitchFamily="18" charset="0"/>
            </a:endParaRPr>
          </a:p>
        </p:txBody>
      </p:sp>
    </p:spTree>
    <p:extLst>
      <p:ext uri="{BB962C8B-B14F-4D97-AF65-F5344CB8AC3E}">
        <p14:creationId xmlns:p14="http://schemas.microsoft.com/office/powerpoint/2010/main" val="1101332797"/>
      </p:ext>
    </p:extLst>
  </p:cSld>
  <p:clrMapOvr>
    <a:masterClrMapping/>
  </p:clrMapOvr>
  <p:timing>
    <p:tnLst>
      <p:par>
        <p:cTn id="1" dur="indefinite" restart="never" nodeType="tmRoot"/>
      </p:par>
    </p:tnLst>
  </p:timing>
</p:sld>
</file>

<file path=ppt/theme/theme1.xml><?xml version="1.0" encoding="utf-8"?>
<a:theme xmlns:a="http://schemas.openxmlformats.org/drawingml/2006/main" name="Basis">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Tw Cen MT-Rockwell">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Rockwell"/>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Basis">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xmlns="" name="Basis" id="{5665723A-49BA-4B57-8411-A56F8F207965}" vid="{ACC63D00-1EE0-4159-BF5A-6FF02000B71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33464</TotalTime>
  <Words>669</Words>
  <Application>Microsoft Office PowerPoint</Application>
  <PresentationFormat>Custom</PresentationFormat>
  <Paragraphs>134</Paragraphs>
  <Slides>7</Slides>
  <Notes>0</Notes>
  <HiddenSlides>0</HiddenSlides>
  <MMClips>0</MMClip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Basis</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Data Mining</dc:title>
  <dc:creator>HP</dc:creator>
  <cp:lastModifiedBy>Ashraf</cp:lastModifiedBy>
  <cp:revision>859</cp:revision>
  <dcterms:created xsi:type="dcterms:W3CDTF">2016-09-26T17:30:27Z</dcterms:created>
  <dcterms:modified xsi:type="dcterms:W3CDTF">2026-06-15T15:30:11Z</dcterms:modified>
</cp:coreProperties>
</file>