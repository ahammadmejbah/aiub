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7"/>
  </p:notesMasterIdLst>
  <p:sldIdLst>
    <p:sldId id="256" r:id="rId5"/>
    <p:sldId id="257" r:id="rId6"/>
    <p:sldId id="258" r:id="rId7"/>
    <p:sldId id="414" r:id="rId8"/>
    <p:sldId id="419" r:id="rId9"/>
    <p:sldId id="269" r:id="rId10"/>
    <p:sldId id="420" r:id="rId11"/>
    <p:sldId id="423" r:id="rId12"/>
    <p:sldId id="430" r:id="rId13"/>
    <p:sldId id="432" r:id="rId14"/>
    <p:sldId id="433" r:id="rId15"/>
    <p:sldId id="434" r:id="rId16"/>
    <p:sldId id="435" r:id="rId17"/>
    <p:sldId id="436" r:id="rId18"/>
    <p:sldId id="437" r:id="rId19"/>
    <p:sldId id="438" r:id="rId20"/>
    <p:sldId id="439" r:id="rId21"/>
    <p:sldId id="440" r:id="rId22"/>
    <p:sldId id="441" r:id="rId23"/>
    <p:sldId id="418" r:id="rId24"/>
    <p:sldId id="417" r:id="rId25"/>
    <p:sldId id="422" r:id="rId26"/>
    <p:sldId id="450" r:id="rId27"/>
    <p:sldId id="443" r:id="rId28"/>
    <p:sldId id="431" r:id="rId29"/>
    <p:sldId id="444" r:id="rId30"/>
    <p:sldId id="445" r:id="rId31"/>
    <p:sldId id="446" r:id="rId32"/>
    <p:sldId id="447" r:id="rId33"/>
    <p:sldId id="448" r:id="rId34"/>
    <p:sldId id="421" r:id="rId35"/>
    <p:sldId id="271" r:id="rId36"/>
    <p:sldId id="379" r:id="rId37"/>
    <p:sldId id="382" r:id="rId38"/>
    <p:sldId id="383" r:id="rId39"/>
    <p:sldId id="386" r:id="rId40"/>
    <p:sldId id="387" r:id="rId41"/>
    <p:sldId id="389" r:id="rId42"/>
    <p:sldId id="390" r:id="rId43"/>
    <p:sldId id="392" r:id="rId44"/>
    <p:sldId id="393" r:id="rId45"/>
    <p:sldId id="395" r:id="rId46"/>
    <p:sldId id="396" r:id="rId47"/>
    <p:sldId id="398" r:id="rId48"/>
    <p:sldId id="399" r:id="rId49"/>
    <p:sldId id="401" r:id="rId50"/>
    <p:sldId id="402" r:id="rId51"/>
    <p:sldId id="403" r:id="rId52"/>
    <p:sldId id="405" r:id="rId53"/>
    <p:sldId id="407" r:id="rId54"/>
    <p:sldId id="408" r:id="rId55"/>
    <p:sldId id="410" r:id="rId56"/>
    <p:sldId id="411" r:id="rId57"/>
    <p:sldId id="413" r:id="rId58"/>
    <p:sldId id="415" r:id="rId59"/>
    <p:sldId id="416" r:id="rId60"/>
    <p:sldId id="453" r:id="rId61"/>
    <p:sldId id="454" r:id="rId62"/>
    <p:sldId id="455" r:id="rId63"/>
    <p:sldId id="457" r:id="rId64"/>
    <p:sldId id="458" r:id="rId65"/>
    <p:sldId id="425" r:id="rId66"/>
    <p:sldId id="426" r:id="rId67"/>
    <p:sldId id="428" r:id="rId68"/>
    <p:sldId id="459" r:id="rId69"/>
    <p:sldId id="460" r:id="rId70"/>
    <p:sldId id="462" r:id="rId71"/>
    <p:sldId id="463" r:id="rId72"/>
    <p:sldId id="465" r:id="rId73"/>
    <p:sldId id="449" r:id="rId74"/>
    <p:sldId id="264" r:id="rId75"/>
    <p:sldId id="265" r:id="rId7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7D9E94-7A52-49EB-8F41-E308E549A65B}" v="121" dt="2023-02-07T06:02:27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3" d="100"/>
          <a:sy n="63" d="100"/>
        </p:scale>
        <p:origin x="137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2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uk Abdullah" userId="e52374dd587ef96a" providerId="LiveId" clId="{647D9E94-7A52-49EB-8F41-E308E549A65B}"/>
    <pc:docChg chg="undo redo custSel addSld delSld modSld sldOrd">
      <pc:chgData name="Faruk Abdullah" userId="e52374dd587ef96a" providerId="LiveId" clId="{647D9E94-7A52-49EB-8F41-E308E549A65B}" dt="2023-02-08T06:58:20.850" v="491" actId="1076"/>
      <pc:docMkLst>
        <pc:docMk/>
      </pc:docMkLst>
      <pc:sldChg chg="modSp mod">
        <pc:chgData name="Faruk Abdullah" userId="e52374dd587ef96a" providerId="LiveId" clId="{647D9E94-7A52-49EB-8F41-E308E549A65B}" dt="2023-02-01T04:57:18.125" v="240" actId="20577"/>
        <pc:sldMkLst>
          <pc:docMk/>
          <pc:sldMk cId="700707328" sldId="256"/>
        </pc:sldMkLst>
        <pc:graphicFrameChg chg="modGraphic">
          <ac:chgData name="Faruk Abdullah" userId="e52374dd587ef96a" providerId="LiveId" clId="{647D9E94-7A52-49EB-8F41-E308E549A65B}" dt="2023-02-01T04:57:18.125" v="24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addSp delSp modSp add del mod">
        <pc:chgData name="Faruk Abdullah" userId="e52374dd587ef96a" providerId="LiveId" clId="{647D9E94-7A52-49EB-8F41-E308E549A65B}" dt="2023-02-01T04:18:56.281" v="98" actId="47"/>
        <pc:sldMkLst>
          <pc:docMk/>
          <pc:sldMk cId="710300186" sldId="260"/>
        </pc:sldMkLst>
        <pc:spChg chg="add mod">
          <ac:chgData name="Faruk Abdullah" userId="e52374dd587ef96a" providerId="LiveId" clId="{647D9E94-7A52-49EB-8F41-E308E549A65B}" dt="2023-02-01T04:18:40.905" v="95" actId="21"/>
          <ac:spMkLst>
            <pc:docMk/>
            <pc:sldMk cId="710300186" sldId="260"/>
            <ac:spMk id="3" creationId="{723E7F48-6927-F3A7-CC5D-D67A35793D89}"/>
          </ac:spMkLst>
        </pc:spChg>
        <pc:graphicFrameChg chg="del">
          <ac:chgData name="Faruk Abdullah" userId="e52374dd587ef96a" providerId="LiveId" clId="{647D9E94-7A52-49EB-8F41-E308E549A65B}" dt="2023-02-01T04:18:40.905" v="95" actId="21"/>
          <ac:graphicFrameMkLst>
            <pc:docMk/>
            <pc:sldMk cId="710300186" sldId="260"/>
            <ac:graphicFrameMk id="4" creationId="{BC6151E0-AFFF-4E9A-9CC4-CD48539CFB19}"/>
          </ac:graphicFrameMkLst>
        </pc:graphicFrameChg>
      </pc:sldChg>
      <pc:sldChg chg="addSp delSp modSp add del mod">
        <pc:chgData name="Faruk Abdullah" userId="e52374dd587ef96a" providerId="LiveId" clId="{647D9E94-7A52-49EB-8F41-E308E549A65B}" dt="2023-02-01T04:20:13.831" v="110" actId="47"/>
        <pc:sldMkLst>
          <pc:docMk/>
          <pc:sldMk cId="3603077489" sldId="261"/>
        </pc:sldMkLst>
        <pc:spChg chg="add mod">
          <ac:chgData name="Faruk Abdullah" userId="e52374dd587ef96a" providerId="LiveId" clId="{647D9E94-7A52-49EB-8F41-E308E549A65B}" dt="2023-02-01T04:19:05.429" v="100" actId="21"/>
          <ac:spMkLst>
            <pc:docMk/>
            <pc:sldMk cId="3603077489" sldId="261"/>
            <ac:spMk id="3" creationId="{094B7EB6-044C-3D6A-5A1A-3A3FA97F68E9}"/>
          </ac:spMkLst>
        </pc:spChg>
        <pc:graphicFrameChg chg="del">
          <ac:chgData name="Faruk Abdullah" userId="e52374dd587ef96a" providerId="LiveId" clId="{647D9E94-7A52-49EB-8F41-E308E549A65B}" dt="2023-02-01T04:19:05.429" v="100" actId="21"/>
          <ac:graphicFrameMkLst>
            <pc:docMk/>
            <pc:sldMk cId="3603077489" sldId="261"/>
            <ac:graphicFrameMk id="4" creationId="{BC6151E0-AFFF-4E9A-9CC4-CD48539CFB19}"/>
          </ac:graphicFrameMkLst>
        </pc:graphicFrameChg>
      </pc:sldChg>
      <pc:sldChg chg="addSp delSp modSp add del mod">
        <pc:chgData name="Faruk Abdullah" userId="e52374dd587ef96a" providerId="LiveId" clId="{647D9E94-7A52-49EB-8F41-E308E549A65B}" dt="2023-02-01T04:23:35.471" v="121" actId="47"/>
        <pc:sldMkLst>
          <pc:docMk/>
          <pc:sldMk cId="940254606" sldId="262"/>
        </pc:sldMkLst>
        <pc:spChg chg="del">
          <ac:chgData name="Faruk Abdullah" userId="e52374dd587ef96a" providerId="LiveId" clId="{647D9E94-7A52-49EB-8F41-E308E549A65B}" dt="2023-02-01T04:20:44.953" v="111" actId="21"/>
          <ac:spMkLst>
            <pc:docMk/>
            <pc:sldMk cId="940254606" sldId="262"/>
            <ac:spMk id="2" creationId="{F41D9725-9AA6-45C4-88D5-2F83F6F5BAD3}"/>
          </ac:spMkLst>
        </pc:spChg>
        <pc:spChg chg="add mod">
          <ac:chgData name="Faruk Abdullah" userId="e52374dd587ef96a" providerId="LiveId" clId="{647D9E94-7A52-49EB-8F41-E308E549A65B}" dt="2023-02-01T04:20:44.953" v="111" actId="21"/>
          <ac:spMkLst>
            <pc:docMk/>
            <pc:sldMk cId="940254606" sldId="262"/>
            <ac:spMk id="5" creationId="{87E8A939-01BA-745B-2E10-4B3BB1E2BE67}"/>
          </ac:spMkLst>
        </pc:spChg>
        <pc:graphicFrameChg chg="del">
          <ac:chgData name="Faruk Abdullah" userId="e52374dd587ef96a" providerId="LiveId" clId="{647D9E94-7A52-49EB-8F41-E308E549A65B}" dt="2023-02-01T04:20:44.953" v="111" actId="21"/>
          <ac:graphicFrameMkLst>
            <pc:docMk/>
            <pc:sldMk cId="940254606" sldId="262"/>
            <ac:graphicFrameMk id="4" creationId="{BC6151E0-AFFF-4E9A-9CC4-CD48539CFB19}"/>
          </ac:graphicFrameMkLst>
        </pc:graphicFrameChg>
      </pc:sldChg>
      <pc:sldChg chg="add del">
        <pc:chgData name="Faruk Abdullah" userId="e52374dd587ef96a" providerId="LiveId" clId="{647D9E94-7A52-49EB-8F41-E308E549A65B}" dt="2023-02-01T04:24:18.688" v="125" actId="47"/>
        <pc:sldMkLst>
          <pc:docMk/>
          <pc:sldMk cId="2327258221" sldId="263"/>
        </pc:sldMkLst>
      </pc:sldChg>
      <pc:sldChg chg="modSp mod">
        <pc:chgData name="Faruk Abdullah" userId="e52374dd587ef96a" providerId="LiveId" clId="{647D9E94-7A52-49EB-8F41-E308E549A65B}" dt="2023-02-01T05:00:22.847" v="255" actId="1076"/>
        <pc:sldMkLst>
          <pc:docMk/>
          <pc:sldMk cId="3224969828" sldId="265"/>
        </pc:sldMkLst>
        <pc:spChg chg="mod">
          <ac:chgData name="Faruk Abdullah" userId="e52374dd587ef96a" providerId="LiveId" clId="{647D9E94-7A52-49EB-8F41-E308E549A65B}" dt="2023-02-01T05:00:11.793" v="253" actId="1076"/>
          <ac:spMkLst>
            <pc:docMk/>
            <pc:sldMk cId="3224969828" sldId="265"/>
            <ac:spMk id="2" creationId="{98E0FF49-8518-467A-A1BB-C4CB1DF0F1E9}"/>
          </ac:spMkLst>
        </pc:spChg>
        <pc:spChg chg="mod">
          <ac:chgData name="Faruk Abdullah" userId="e52374dd587ef96a" providerId="LiveId" clId="{647D9E94-7A52-49EB-8F41-E308E549A65B}" dt="2023-02-01T05:00:17.717" v="254" actId="1076"/>
          <ac:spMkLst>
            <pc:docMk/>
            <pc:sldMk cId="3224969828" sldId="265"/>
            <ac:spMk id="5" creationId="{9AB4EDF2-1990-4043-A440-B22959F8C618}"/>
          </ac:spMkLst>
        </pc:spChg>
        <pc:spChg chg="mod">
          <ac:chgData name="Faruk Abdullah" userId="e52374dd587ef96a" providerId="LiveId" clId="{647D9E94-7A52-49EB-8F41-E308E549A65B}" dt="2023-02-01T05:00:22.847" v="255" actId="1076"/>
          <ac:spMkLst>
            <pc:docMk/>
            <pc:sldMk cId="3224969828" sldId="265"/>
            <ac:spMk id="6" creationId="{978E8825-3D79-4B4E-96A9-A5802CCCCE98}"/>
          </ac:spMkLst>
        </pc:spChg>
      </pc:sldChg>
      <pc:sldChg chg="addSp delSp modSp add del mod">
        <pc:chgData name="Faruk Abdullah" userId="e52374dd587ef96a" providerId="LiveId" clId="{647D9E94-7A52-49EB-8F41-E308E549A65B}" dt="2023-02-01T04:45:57.045" v="211" actId="47"/>
        <pc:sldMkLst>
          <pc:docMk/>
          <pc:sldMk cId="630218954" sldId="267"/>
        </pc:sldMkLst>
        <pc:spChg chg="del">
          <ac:chgData name="Faruk Abdullah" userId="e52374dd587ef96a" providerId="LiveId" clId="{647D9E94-7A52-49EB-8F41-E308E549A65B}" dt="2023-02-01T04:44:22.113" v="197" actId="21"/>
          <ac:spMkLst>
            <pc:docMk/>
            <pc:sldMk cId="630218954" sldId="267"/>
            <ac:spMk id="3" creationId="{6A0F7311-39DA-4D7C-85D7-E70652D30DAC}"/>
          </ac:spMkLst>
        </pc:spChg>
        <pc:spChg chg="del mod">
          <ac:chgData name="Faruk Abdullah" userId="e52374dd587ef96a" providerId="LiveId" clId="{647D9E94-7A52-49EB-8F41-E308E549A65B}" dt="2023-02-01T04:44:08.855" v="195" actId="21"/>
          <ac:spMkLst>
            <pc:docMk/>
            <pc:sldMk cId="630218954" sldId="267"/>
            <ac:spMk id="4" creationId="{33E3B9CA-2346-481D-A50C-28EE840C1587}"/>
          </ac:spMkLst>
        </pc:spChg>
        <pc:spChg chg="add mod">
          <ac:chgData name="Faruk Abdullah" userId="e52374dd587ef96a" providerId="LiveId" clId="{647D9E94-7A52-49EB-8F41-E308E549A65B}" dt="2023-02-01T04:44:08.855" v="195" actId="21"/>
          <ac:spMkLst>
            <pc:docMk/>
            <pc:sldMk cId="630218954" sldId="267"/>
            <ac:spMk id="5" creationId="{D0C8297C-6D28-B1DF-C2B2-D869CFC0C000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3962129296" sldId="268"/>
        </pc:sldMkLst>
      </pc:sldChg>
      <pc:sldChg chg="addSp delSp modSp mod">
        <pc:chgData name="Faruk Abdullah" userId="e52374dd587ef96a" providerId="LiveId" clId="{647D9E94-7A52-49EB-8F41-E308E549A65B}" dt="2023-02-08T06:58:20.850" v="491" actId="1076"/>
        <pc:sldMkLst>
          <pc:docMk/>
          <pc:sldMk cId="217983692" sldId="269"/>
        </pc:sldMkLst>
        <pc:spChg chg="del mod">
          <ac:chgData name="Faruk Abdullah" userId="e52374dd587ef96a" providerId="LiveId" clId="{647D9E94-7A52-49EB-8F41-E308E549A65B}" dt="2023-02-01T06:02:31.192" v="261" actId="478"/>
          <ac:spMkLst>
            <pc:docMk/>
            <pc:sldMk cId="217983692" sldId="269"/>
            <ac:spMk id="4" creationId="{A46F39B0-78BA-8BBE-6058-C738EF6DB4FB}"/>
          </ac:spMkLst>
        </pc:spChg>
        <pc:spChg chg="add mod">
          <ac:chgData name="Faruk Abdullah" userId="e52374dd587ef96a" providerId="LiveId" clId="{647D9E94-7A52-49EB-8F41-E308E549A65B}" dt="2023-02-08T06:58:20.850" v="491" actId="1076"/>
          <ac:spMkLst>
            <pc:docMk/>
            <pc:sldMk cId="217983692" sldId="269"/>
            <ac:spMk id="5" creationId="{95851137-C1F5-3806-83E5-77A3C994B3CC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3620413939" sldId="270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447499832" sldId="271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581194810" sldId="272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3264567279" sldId="273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3915939931" sldId="275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3864000227" sldId="276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892782887" sldId="277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2304816393" sldId="279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3023057138" sldId="280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2576266663" sldId="281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168635088" sldId="282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373069046" sldId="305"/>
        </pc:sldMkLst>
      </pc:sldChg>
      <pc:sldChg chg="addSp delSp modSp add del mod setBg delDesignElem">
        <pc:chgData name="Faruk Abdullah" userId="e52374dd587ef96a" providerId="LiveId" clId="{647D9E94-7A52-49EB-8F41-E308E549A65B}" dt="2023-02-01T04:18:24.148" v="93" actId="47"/>
        <pc:sldMkLst>
          <pc:docMk/>
          <pc:sldMk cId="924476211" sldId="322"/>
        </pc:sldMkLst>
        <pc:spChg chg="del">
          <ac:chgData name="Faruk Abdullah" userId="e52374dd587ef96a" providerId="LiveId" clId="{647D9E94-7A52-49EB-8F41-E308E549A65B}" dt="2023-02-01T04:18:09.460" v="90" actId="21"/>
          <ac:spMkLst>
            <pc:docMk/>
            <pc:sldMk cId="924476211" sldId="322"/>
            <ac:spMk id="2" creationId="{9B3B1C4D-07B7-418D-BDB0-314229DAB64E}"/>
          </ac:spMkLst>
        </pc:spChg>
        <pc:spChg chg="add mod">
          <ac:chgData name="Faruk Abdullah" userId="e52374dd587ef96a" providerId="LiveId" clId="{647D9E94-7A52-49EB-8F41-E308E549A65B}" dt="2023-02-01T04:18:09.460" v="90" actId="21"/>
          <ac:spMkLst>
            <pc:docMk/>
            <pc:sldMk cId="924476211" sldId="322"/>
            <ac:spMk id="4" creationId="{878938F5-19A8-32F2-42E1-6A3C8C0E7AEB}"/>
          </ac:spMkLst>
        </pc:spChg>
        <pc:spChg chg="del">
          <ac:chgData name="Faruk Abdullah" userId="e52374dd587ef96a" providerId="LiveId" clId="{647D9E94-7A52-49EB-8F41-E308E549A65B}" dt="2023-02-01T04:17:20.132" v="89"/>
          <ac:spMkLst>
            <pc:docMk/>
            <pc:sldMk cId="924476211" sldId="322"/>
            <ac:spMk id="7" creationId="{FFD48BC7-DC40-47DE-87EE-9F4B6ECB9ABB}"/>
          </ac:spMkLst>
        </pc:spChg>
        <pc:spChg chg="del">
          <ac:chgData name="Faruk Abdullah" userId="e52374dd587ef96a" providerId="LiveId" clId="{647D9E94-7A52-49EB-8F41-E308E549A65B}" dt="2023-02-01T04:17:20.132" v="89"/>
          <ac:spMkLst>
            <pc:docMk/>
            <pc:sldMk cId="924476211" sldId="322"/>
            <ac:spMk id="9" creationId="{E502BBC7-2C76-46F3-BC24-5985BC13DB88}"/>
          </ac:spMkLst>
        </pc:spChg>
        <pc:spChg chg="del">
          <ac:chgData name="Faruk Abdullah" userId="e52374dd587ef96a" providerId="LiveId" clId="{647D9E94-7A52-49EB-8F41-E308E549A65B}" dt="2023-02-01T04:17:20.132" v="89"/>
          <ac:spMkLst>
            <pc:docMk/>
            <pc:sldMk cId="924476211" sldId="322"/>
            <ac:spMk id="11" creationId="{C7F28D52-2A5F-4D23-81AE-7CB8B591C7AF}"/>
          </ac:spMkLst>
        </pc:spChg>
        <pc:spChg chg="del">
          <ac:chgData name="Faruk Abdullah" userId="e52374dd587ef96a" providerId="LiveId" clId="{647D9E94-7A52-49EB-8F41-E308E549A65B}" dt="2023-02-01T04:17:20.132" v="89"/>
          <ac:spMkLst>
            <pc:docMk/>
            <pc:sldMk cId="924476211" sldId="322"/>
            <ac:spMk id="13" creationId="{3629484E-3792-4B3D-89AD-7C8A1ED0E0D4}"/>
          </ac:spMkLst>
        </pc:spChg>
      </pc:sldChg>
      <pc:sldChg chg="addSp modSp mod">
        <pc:chgData name="Faruk Abdullah" userId="e52374dd587ef96a" providerId="LiveId" clId="{647D9E94-7A52-49EB-8F41-E308E549A65B}" dt="2023-02-06T03:56:08.415" v="435" actId="404"/>
        <pc:sldMkLst>
          <pc:docMk/>
          <pc:sldMk cId="0" sldId="379"/>
        </pc:sldMkLst>
        <pc:spChg chg="add mod">
          <ac:chgData name="Faruk Abdullah" userId="e52374dd587ef96a" providerId="LiveId" clId="{647D9E94-7A52-49EB-8F41-E308E549A65B}" dt="2023-02-06T03:56:08.415" v="435" actId="404"/>
          <ac:spMkLst>
            <pc:docMk/>
            <pc:sldMk cId="0" sldId="379"/>
            <ac:spMk id="8" creationId="{D856D939-18D9-3DAF-5906-DE9906F8E40F}"/>
          </ac:spMkLst>
        </pc:spChg>
      </pc:sldChg>
      <pc:sldChg chg="addSp modSp">
        <pc:chgData name="Faruk Abdullah" userId="e52374dd587ef96a" providerId="LiveId" clId="{647D9E94-7A52-49EB-8F41-E308E549A65B}" dt="2023-02-06T03:56:16.237" v="436"/>
        <pc:sldMkLst>
          <pc:docMk/>
          <pc:sldMk cId="0" sldId="382"/>
        </pc:sldMkLst>
        <pc:spChg chg="add mod">
          <ac:chgData name="Faruk Abdullah" userId="e52374dd587ef96a" providerId="LiveId" clId="{647D9E94-7A52-49EB-8F41-E308E549A65B}" dt="2023-02-06T03:56:16.237" v="436"/>
          <ac:spMkLst>
            <pc:docMk/>
            <pc:sldMk cId="0" sldId="382"/>
            <ac:spMk id="3" creationId="{71EB1A5A-A2C5-566D-DC4B-4C55453133AD}"/>
          </ac:spMkLst>
        </pc:spChg>
      </pc:sldChg>
      <pc:sldChg chg="addSp modSp">
        <pc:chgData name="Faruk Abdullah" userId="e52374dd587ef96a" providerId="LiveId" clId="{647D9E94-7A52-49EB-8F41-E308E549A65B}" dt="2023-02-06T03:56:20.411" v="437"/>
        <pc:sldMkLst>
          <pc:docMk/>
          <pc:sldMk cId="0" sldId="383"/>
        </pc:sldMkLst>
        <pc:spChg chg="add mod">
          <ac:chgData name="Faruk Abdullah" userId="e52374dd587ef96a" providerId="LiveId" clId="{647D9E94-7A52-49EB-8F41-E308E549A65B}" dt="2023-02-06T03:56:20.411" v="437"/>
          <ac:spMkLst>
            <pc:docMk/>
            <pc:sldMk cId="0" sldId="383"/>
            <ac:spMk id="4" creationId="{02792355-242A-A263-9B1D-7461848A7133}"/>
          </ac:spMkLst>
        </pc:spChg>
      </pc:sldChg>
      <pc:sldChg chg="addSp modSp">
        <pc:chgData name="Faruk Abdullah" userId="e52374dd587ef96a" providerId="LiveId" clId="{647D9E94-7A52-49EB-8F41-E308E549A65B}" dt="2023-02-06T03:56:24.158" v="438"/>
        <pc:sldMkLst>
          <pc:docMk/>
          <pc:sldMk cId="0" sldId="386"/>
        </pc:sldMkLst>
        <pc:spChg chg="add mod">
          <ac:chgData name="Faruk Abdullah" userId="e52374dd587ef96a" providerId="LiveId" clId="{647D9E94-7A52-49EB-8F41-E308E549A65B}" dt="2023-02-06T03:56:24.158" v="438"/>
          <ac:spMkLst>
            <pc:docMk/>
            <pc:sldMk cId="0" sldId="386"/>
            <ac:spMk id="3" creationId="{4AF229A4-B745-97D1-A6A5-B37D4EFB6AB3}"/>
          </ac:spMkLst>
        </pc:spChg>
      </pc:sldChg>
      <pc:sldChg chg="addSp modSp">
        <pc:chgData name="Faruk Abdullah" userId="e52374dd587ef96a" providerId="LiveId" clId="{647D9E94-7A52-49EB-8F41-E308E549A65B}" dt="2023-02-06T03:56:27.825" v="439"/>
        <pc:sldMkLst>
          <pc:docMk/>
          <pc:sldMk cId="0" sldId="387"/>
        </pc:sldMkLst>
        <pc:spChg chg="add mod">
          <ac:chgData name="Faruk Abdullah" userId="e52374dd587ef96a" providerId="LiveId" clId="{647D9E94-7A52-49EB-8F41-E308E549A65B}" dt="2023-02-06T03:56:27.825" v="439"/>
          <ac:spMkLst>
            <pc:docMk/>
            <pc:sldMk cId="0" sldId="387"/>
            <ac:spMk id="4" creationId="{1163396A-B079-B9E5-917E-EEBF86B58262}"/>
          </ac:spMkLst>
        </pc:spChg>
      </pc:sldChg>
      <pc:sldChg chg="addSp modSp">
        <pc:chgData name="Faruk Abdullah" userId="e52374dd587ef96a" providerId="LiveId" clId="{647D9E94-7A52-49EB-8F41-E308E549A65B}" dt="2023-02-06T03:56:31.078" v="440"/>
        <pc:sldMkLst>
          <pc:docMk/>
          <pc:sldMk cId="0" sldId="389"/>
        </pc:sldMkLst>
        <pc:spChg chg="add mod">
          <ac:chgData name="Faruk Abdullah" userId="e52374dd587ef96a" providerId="LiveId" clId="{647D9E94-7A52-49EB-8F41-E308E549A65B}" dt="2023-02-06T03:56:31.078" v="440"/>
          <ac:spMkLst>
            <pc:docMk/>
            <pc:sldMk cId="0" sldId="389"/>
            <ac:spMk id="3" creationId="{0A89100F-F4D1-BB59-3B34-4DD3F8B79E78}"/>
          </ac:spMkLst>
        </pc:spChg>
      </pc:sldChg>
      <pc:sldChg chg="addSp modSp modAnim">
        <pc:chgData name="Faruk Abdullah" userId="e52374dd587ef96a" providerId="LiveId" clId="{647D9E94-7A52-49EB-8F41-E308E549A65B}" dt="2023-02-06T03:56:34.814" v="441"/>
        <pc:sldMkLst>
          <pc:docMk/>
          <pc:sldMk cId="0" sldId="390"/>
        </pc:sldMkLst>
        <pc:spChg chg="add mod">
          <ac:chgData name="Faruk Abdullah" userId="e52374dd587ef96a" providerId="LiveId" clId="{647D9E94-7A52-49EB-8F41-E308E549A65B}" dt="2023-02-06T03:54:25.063" v="410"/>
          <ac:spMkLst>
            <pc:docMk/>
            <pc:sldMk cId="0" sldId="390"/>
            <ac:spMk id="3" creationId="{4A1EBCAF-5754-713C-78BE-05060B2596AE}"/>
          </ac:spMkLst>
        </pc:spChg>
        <pc:spChg chg="add mod">
          <ac:chgData name="Faruk Abdullah" userId="e52374dd587ef96a" providerId="LiveId" clId="{647D9E94-7A52-49EB-8F41-E308E549A65B}" dt="2023-02-06T03:56:34.814" v="441"/>
          <ac:spMkLst>
            <pc:docMk/>
            <pc:sldMk cId="0" sldId="390"/>
            <ac:spMk id="4" creationId="{8F6EE4D7-B547-BFA8-9527-3038E0A75878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946143493" sldId="390"/>
        </pc:sldMkLst>
      </pc:sldChg>
      <pc:sldChg chg="delSp add del">
        <pc:chgData name="Faruk Abdullah" userId="e52374dd587ef96a" providerId="LiveId" clId="{647D9E94-7A52-49EB-8F41-E308E549A65B}" dt="2023-02-06T03:55:16.574" v="418" actId="47"/>
        <pc:sldMkLst>
          <pc:docMk/>
          <pc:sldMk cId="0" sldId="391"/>
        </pc:sldMkLst>
        <pc:spChg chg="del">
          <ac:chgData name="Faruk Abdullah" userId="e52374dd587ef96a" providerId="LiveId" clId="{647D9E94-7A52-49EB-8F41-E308E549A65B}" dt="2023-02-06T03:54:21.626" v="409" actId="21"/>
          <ac:spMkLst>
            <pc:docMk/>
            <pc:sldMk cId="0" sldId="391"/>
            <ac:spMk id="240662" creationId="{7F4F9490-1CF7-4FD0-87B5-D59DAD1F6234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010023608" sldId="391"/>
        </pc:sldMkLst>
      </pc:sldChg>
      <pc:sldChg chg="addSp modSp">
        <pc:chgData name="Faruk Abdullah" userId="e52374dd587ef96a" providerId="LiveId" clId="{647D9E94-7A52-49EB-8F41-E308E549A65B}" dt="2023-02-06T03:56:38.244" v="442"/>
        <pc:sldMkLst>
          <pc:docMk/>
          <pc:sldMk cId="0" sldId="392"/>
        </pc:sldMkLst>
        <pc:spChg chg="add mod">
          <ac:chgData name="Faruk Abdullah" userId="e52374dd587ef96a" providerId="LiveId" clId="{647D9E94-7A52-49EB-8F41-E308E549A65B}" dt="2023-02-06T03:56:38.244" v="442"/>
          <ac:spMkLst>
            <pc:docMk/>
            <pc:sldMk cId="0" sldId="392"/>
            <ac:spMk id="3" creationId="{F0E54037-A56B-C020-6C6E-76688473445B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2237029781" sldId="392"/>
        </pc:sldMkLst>
      </pc:sldChg>
      <pc:sldChg chg="addSp modSp">
        <pc:chgData name="Faruk Abdullah" userId="e52374dd587ef96a" providerId="LiveId" clId="{647D9E94-7A52-49EB-8F41-E308E549A65B}" dt="2023-02-06T03:56:40.869" v="443"/>
        <pc:sldMkLst>
          <pc:docMk/>
          <pc:sldMk cId="0" sldId="393"/>
        </pc:sldMkLst>
        <pc:spChg chg="add mod">
          <ac:chgData name="Faruk Abdullah" userId="e52374dd587ef96a" providerId="LiveId" clId="{647D9E94-7A52-49EB-8F41-E308E549A65B}" dt="2023-02-06T03:56:40.869" v="443"/>
          <ac:spMkLst>
            <pc:docMk/>
            <pc:sldMk cId="0" sldId="393"/>
            <ac:spMk id="4" creationId="{658FCD1F-06D4-1094-1988-7240A64C51FB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496541322" sldId="393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3250455887" sldId="394"/>
        </pc:sldMkLst>
      </pc:sldChg>
      <pc:sldChg chg="addSp modSp">
        <pc:chgData name="Faruk Abdullah" userId="e52374dd587ef96a" providerId="LiveId" clId="{647D9E94-7A52-49EB-8F41-E308E549A65B}" dt="2023-02-06T03:56:43.330" v="444"/>
        <pc:sldMkLst>
          <pc:docMk/>
          <pc:sldMk cId="0" sldId="395"/>
        </pc:sldMkLst>
        <pc:spChg chg="add mod">
          <ac:chgData name="Faruk Abdullah" userId="e52374dd587ef96a" providerId="LiveId" clId="{647D9E94-7A52-49EB-8F41-E308E549A65B}" dt="2023-02-06T03:56:43.330" v="444"/>
          <ac:spMkLst>
            <pc:docMk/>
            <pc:sldMk cId="0" sldId="395"/>
            <ac:spMk id="3" creationId="{8FA11EA6-49AE-496C-9E32-93F9ABB3D080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968765383" sldId="395"/>
        </pc:sldMkLst>
      </pc:sldChg>
      <pc:sldChg chg="addSp modSp">
        <pc:chgData name="Faruk Abdullah" userId="e52374dd587ef96a" providerId="LiveId" clId="{647D9E94-7A52-49EB-8F41-E308E549A65B}" dt="2023-02-06T03:56:47.652" v="445"/>
        <pc:sldMkLst>
          <pc:docMk/>
          <pc:sldMk cId="0" sldId="396"/>
        </pc:sldMkLst>
        <pc:spChg chg="add mod">
          <ac:chgData name="Faruk Abdullah" userId="e52374dd587ef96a" providerId="LiveId" clId="{647D9E94-7A52-49EB-8F41-E308E549A65B}" dt="2023-02-06T03:56:47.652" v="445"/>
          <ac:spMkLst>
            <pc:docMk/>
            <pc:sldMk cId="0" sldId="396"/>
            <ac:spMk id="4" creationId="{8F9C4AF7-9224-2024-5D9A-DD7FA6BCCB59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483741140" sldId="396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275612819" sldId="397"/>
        </pc:sldMkLst>
      </pc:sldChg>
      <pc:sldChg chg="addSp modSp">
        <pc:chgData name="Faruk Abdullah" userId="e52374dd587ef96a" providerId="LiveId" clId="{647D9E94-7A52-49EB-8F41-E308E549A65B}" dt="2023-02-06T03:56:52.651" v="446"/>
        <pc:sldMkLst>
          <pc:docMk/>
          <pc:sldMk cId="0" sldId="398"/>
        </pc:sldMkLst>
        <pc:spChg chg="add mod">
          <ac:chgData name="Faruk Abdullah" userId="e52374dd587ef96a" providerId="LiveId" clId="{647D9E94-7A52-49EB-8F41-E308E549A65B}" dt="2023-02-06T03:56:52.651" v="446"/>
          <ac:spMkLst>
            <pc:docMk/>
            <pc:sldMk cId="0" sldId="398"/>
            <ac:spMk id="3" creationId="{9EF2D478-F416-FCD6-3E67-83A7A340EFAF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3501922457" sldId="398"/>
        </pc:sldMkLst>
      </pc:sldChg>
      <pc:sldChg chg="addSp modSp">
        <pc:chgData name="Faruk Abdullah" userId="e52374dd587ef96a" providerId="LiveId" clId="{647D9E94-7A52-49EB-8F41-E308E549A65B}" dt="2023-02-06T03:56:55.993" v="447"/>
        <pc:sldMkLst>
          <pc:docMk/>
          <pc:sldMk cId="0" sldId="399"/>
        </pc:sldMkLst>
        <pc:spChg chg="add mod">
          <ac:chgData name="Faruk Abdullah" userId="e52374dd587ef96a" providerId="LiveId" clId="{647D9E94-7A52-49EB-8F41-E308E549A65B}" dt="2023-02-06T03:56:55.993" v="447"/>
          <ac:spMkLst>
            <pc:docMk/>
            <pc:sldMk cId="0" sldId="399"/>
            <ac:spMk id="4" creationId="{FFC20C81-FE0C-5B0E-A646-AF19D75F8D24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695320237" sldId="399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756336428" sldId="400"/>
        </pc:sldMkLst>
      </pc:sldChg>
      <pc:sldChg chg="addSp modSp">
        <pc:chgData name="Faruk Abdullah" userId="e52374dd587ef96a" providerId="LiveId" clId="{647D9E94-7A52-49EB-8F41-E308E549A65B}" dt="2023-02-06T03:56:58.851" v="448"/>
        <pc:sldMkLst>
          <pc:docMk/>
          <pc:sldMk cId="0" sldId="401"/>
        </pc:sldMkLst>
        <pc:spChg chg="add mod">
          <ac:chgData name="Faruk Abdullah" userId="e52374dd587ef96a" providerId="LiveId" clId="{647D9E94-7A52-49EB-8F41-E308E549A65B}" dt="2023-02-06T03:56:58.851" v="448"/>
          <ac:spMkLst>
            <pc:docMk/>
            <pc:sldMk cId="0" sldId="401"/>
            <ac:spMk id="3" creationId="{1AA92D12-5867-D49B-CE07-DEEE6A7D5AEC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617222915" sldId="401"/>
        </pc:sldMkLst>
      </pc:sldChg>
      <pc:sldChg chg="addSp delSp modSp mod">
        <pc:chgData name="Faruk Abdullah" userId="e52374dd587ef96a" providerId="LiveId" clId="{647D9E94-7A52-49EB-8F41-E308E549A65B}" dt="2023-02-06T03:57:03.397" v="449"/>
        <pc:sldMkLst>
          <pc:docMk/>
          <pc:sldMk cId="0" sldId="402"/>
        </pc:sldMkLst>
        <pc:spChg chg="add del mod">
          <ac:chgData name="Faruk Abdullah" userId="e52374dd587ef96a" providerId="LiveId" clId="{647D9E94-7A52-49EB-8F41-E308E549A65B}" dt="2023-02-06T03:55:11.454" v="416"/>
          <ac:spMkLst>
            <pc:docMk/>
            <pc:sldMk cId="0" sldId="402"/>
            <ac:spMk id="3" creationId="{C897AF6C-357F-203B-B160-70F3DF4EC506}"/>
          </ac:spMkLst>
        </pc:spChg>
        <pc:spChg chg="add mod">
          <ac:chgData name="Faruk Abdullah" userId="e52374dd587ef96a" providerId="LiveId" clId="{647D9E94-7A52-49EB-8F41-E308E549A65B}" dt="2023-02-06T03:57:03.397" v="449"/>
          <ac:spMkLst>
            <pc:docMk/>
            <pc:sldMk cId="0" sldId="402"/>
            <ac:spMk id="4" creationId="{EF312EF3-2CD9-4CC9-3469-F318739B467D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3635875047" sldId="402"/>
        </pc:sldMkLst>
      </pc:sldChg>
      <pc:sldChg chg="addSp modSp mod">
        <pc:chgData name="Faruk Abdullah" userId="e52374dd587ef96a" providerId="LiveId" clId="{647D9E94-7A52-49EB-8F41-E308E549A65B}" dt="2023-02-06T03:57:11.257" v="452" actId="20577"/>
        <pc:sldMkLst>
          <pc:docMk/>
          <pc:sldMk cId="0" sldId="403"/>
        </pc:sldMkLst>
        <pc:spChg chg="add mod">
          <ac:chgData name="Faruk Abdullah" userId="e52374dd587ef96a" providerId="LiveId" clId="{647D9E94-7A52-49EB-8F41-E308E549A65B}" dt="2023-02-06T03:57:11.257" v="452" actId="20577"/>
          <ac:spMkLst>
            <pc:docMk/>
            <pc:sldMk cId="0" sldId="403"/>
            <ac:spMk id="2" creationId="{F012AD07-3EAC-F2FE-81BB-C3D5860F5D90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2944027508" sldId="403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9050426" sldId="404"/>
        </pc:sldMkLst>
      </pc:sldChg>
      <pc:sldChg chg="addSp modSp modAnim">
        <pc:chgData name="Faruk Abdullah" userId="e52374dd587ef96a" providerId="LiveId" clId="{647D9E94-7A52-49EB-8F41-E308E549A65B}" dt="2023-02-06T03:57:16.804" v="453"/>
        <pc:sldMkLst>
          <pc:docMk/>
          <pc:sldMk cId="0" sldId="405"/>
        </pc:sldMkLst>
        <pc:spChg chg="add mod">
          <ac:chgData name="Faruk Abdullah" userId="e52374dd587ef96a" providerId="LiveId" clId="{647D9E94-7A52-49EB-8F41-E308E549A65B}" dt="2023-02-06T03:41:10.713" v="270"/>
          <ac:spMkLst>
            <pc:docMk/>
            <pc:sldMk cId="0" sldId="405"/>
            <ac:spMk id="2" creationId="{48DA6787-B575-2384-67F1-9E9643052341}"/>
          </ac:spMkLst>
        </pc:spChg>
        <pc:spChg chg="add mod">
          <ac:chgData name="Faruk Abdullah" userId="e52374dd587ef96a" providerId="LiveId" clId="{647D9E94-7A52-49EB-8F41-E308E549A65B}" dt="2023-02-06T03:57:16.804" v="453"/>
          <ac:spMkLst>
            <pc:docMk/>
            <pc:sldMk cId="0" sldId="405"/>
            <ac:spMk id="4" creationId="{EC9A8E83-2CCA-A830-E5B9-9AEEA61DCA8B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2185443574" sldId="405"/>
        </pc:sldMkLst>
      </pc:sldChg>
      <pc:sldChg chg="delSp del">
        <pc:chgData name="Faruk Abdullah" userId="e52374dd587ef96a" providerId="LiveId" clId="{647D9E94-7A52-49EB-8F41-E308E549A65B}" dt="2023-02-06T03:41:20.033" v="272" actId="47"/>
        <pc:sldMkLst>
          <pc:docMk/>
          <pc:sldMk cId="0" sldId="406"/>
        </pc:sldMkLst>
        <pc:spChg chg="del">
          <ac:chgData name="Faruk Abdullah" userId="e52374dd587ef96a" providerId="LiveId" clId="{647D9E94-7A52-49EB-8F41-E308E549A65B}" dt="2023-02-06T03:41:07.986" v="269" actId="21"/>
          <ac:spMkLst>
            <pc:docMk/>
            <pc:sldMk cId="0" sldId="406"/>
            <ac:spMk id="257048" creationId="{4D075F37-BA70-4780-AD42-DF59DFDF4A3F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194508834" sldId="406"/>
        </pc:sldMkLst>
      </pc:sldChg>
      <pc:sldChg chg="addSp delSp modSp">
        <pc:chgData name="Faruk Abdullah" userId="e52374dd587ef96a" providerId="LiveId" clId="{647D9E94-7A52-49EB-8F41-E308E549A65B}" dt="2023-02-06T03:57:19.022" v="454"/>
        <pc:sldMkLst>
          <pc:docMk/>
          <pc:sldMk cId="0" sldId="407"/>
        </pc:sldMkLst>
        <pc:spChg chg="add mod">
          <ac:chgData name="Faruk Abdullah" userId="e52374dd587ef96a" providerId="LiveId" clId="{647D9E94-7A52-49EB-8F41-E308E549A65B}" dt="2023-02-06T03:42:22.549" v="274"/>
          <ac:spMkLst>
            <pc:docMk/>
            <pc:sldMk cId="0" sldId="407"/>
            <ac:spMk id="2" creationId="{B9E533B8-9EEB-E1D1-B90B-668BB14DEE93}"/>
          </ac:spMkLst>
        </pc:spChg>
        <pc:spChg chg="add mod">
          <ac:chgData name="Faruk Abdullah" userId="e52374dd587ef96a" providerId="LiveId" clId="{647D9E94-7A52-49EB-8F41-E308E549A65B}" dt="2023-02-06T03:57:19.022" v="454"/>
          <ac:spMkLst>
            <pc:docMk/>
            <pc:sldMk cId="0" sldId="407"/>
            <ac:spMk id="3" creationId="{8A66A0DE-ECDE-58E3-7A3A-48D5A38EF7CF}"/>
          </ac:spMkLst>
        </pc:spChg>
        <pc:spChg chg="del">
          <ac:chgData name="Faruk Abdullah" userId="e52374dd587ef96a" providerId="LiveId" clId="{647D9E94-7A52-49EB-8F41-E308E549A65B}" dt="2023-02-06T03:42:21.707" v="273" actId="478"/>
          <ac:spMkLst>
            <pc:docMk/>
            <pc:sldMk cId="0" sldId="407"/>
            <ac:spMk id="258059" creationId="{C3137A22-F2F0-4F08-9150-38B85DDFF1A4}"/>
          </ac:spMkLst>
        </pc:spChg>
      </pc:sldChg>
      <pc:sldChg chg="addSp delSp modSp modAnim">
        <pc:chgData name="Faruk Abdullah" userId="e52374dd587ef96a" providerId="LiveId" clId="{647D9E94-7A52-49EB-8F41-E308E549A65B}" dt="2023-02-06T03:46:34.185" v="320"/>
        <pc:sldMkLst>
          <pc:docMk/>
          <pc:sldMk cId="0" sldId="408"/>
        </pc:sldMkLst>
        <pc:spChg chg="add mod">
          <ac:chgData name="Faruk Abdullah" userId="e52374dd587ef96a" providerId="LiveId" clId="{647D9E94-7A52-49EB-8F41-E308E549A65B}" dt="2023-02-06T03:42:31.781" v="276"/>
          <ac:spMkLst>
            <pc:docMk/>
            <pc:sldMk cId="0" sldId="408"/>
            <ac:spMk id="2" creationId="{81057A15-C054-1BDD-57C5-4081736D9E47}"/>
          </ac:spMkLst>
        </pc:spChg>
        <pc:spChg chg="add mod">
          <ac:chgData name="Faruk Abdullah" userId="e52374dd587ef96a" providerId="LiveId" clId="{647D9E94-7A52-49EB-8F41-E308E549A65B}" dt="2023-02-06T03:46:31.717" v="319"/>
          <ac:spMkLst>
            <pc:docMk/>
            <pc:sldMk cId="0" sldId="408"/>
            <ac:spMk id="3" creationId="{CE1FD6FB-4C0A-8908-3935-44BA32337986}"/>
          </ac:spMkLst>
        </pc:spChg>
        <pc:spChg chg="del">
          <ac:chgData name="Faruk Abdullah" userId="e52374dd587ef96a" providerId="LiveId" clId="{647D9E94-7A52-49EB-8F41-E308E549A65B}" dt="2023-02-06T03:42:30.900" v="275" actId="478"/>
          <ac:spMkLst>
            <pc:docMk/>
            <pc:sldMk cId="0" sldId="408"/>
            <ac:spMk id="259083" creationId="{29FCE53E-C448-4CEB-AED6-9D12CC2142DE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25924003" sldId="408"/>
        </pc:sldMkLst>
      </pc:sldChg>
      <pc:sldChg chg="delSp del">
        <pc:chgData name="Faruk Abdullah" userId="e52374dd587ef96a" providerId="LiveId" clId="{647D9E94-7A52-49EB-8F41-E308E549A65B}" dt="2023-02-06T03:46:37.920" v="321" actId="47"/>
        <pc:sldMkLst>
          <pc:docMk/>
          <pc:sldMk cId="0" sldId="409"/>
        </pc:sldMkLst>
        <pc:spChg chg="del">
          <ac:chgData name="Faruk Abdullah" userId="e52374dd587ef96a" providerId="LiveId" clId="{647D9E94-7A52-49EB-8F41-E308E549A65B}" dt="2023-02-06T03:42:38.417" v="277" actId="478"/>
          <ac:spMkLst>
            <pc:docMk/>
            <pc:sldMk cId="0" sldId="409"/>
            <ac:spMk id="260107" creationId="{51A4078C-B873-4A27-BF5F-5A9EB0C78BD6}"/>
          </ac:spMkLst>
        </pc:spChg>
        <pc:spChg chg="del">
          <ac:chgData name="Faruk Abdullah" userId="e52374dd587ef96a" providerId="LiveId" clId="{647D9E94-7A52-49EB-8F41-E308E549A65B}" dt="2023-02-06T03:46:27.717" v="318" actId="21"/>
          <ac:spMkLst>
            <pc:docMk/>
            <pc:sldMk cId="0" sldId="409"/>
            <ac:spMk id="260120" creationId="{DDC051B3-D348-4043-93EB-C32DCC5D66BE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3335876339" sldId="409"/>
        </pc:sldMkLst>
      </pc:sldChg>
      <pc:sldChg chg="addSp delSp modSp">
        <pc:chgData name="Faruk Abdullah" userId="e52374dd587ef96a" providerId="LiveId" clId="{647D9E94-7A52-49EB-8F41-E308E549A65B}" dt="2023-02-06T03:57:21.437" v="455"/>
        <pc:sldMkLst>
          <pc:docMk/>
          <pc:sldMk cId="0" sldId="410"/>
        </pc:sldMkLst>
        <pc:spChg chg="add mod">
          <ac:chgData name="Faruk Abdullah" userId="e52374dd587ef96a" providerId="LiveId" clId="{647D9E94-7A52-49EB-8F41-E308E549A65B}" dt="2023-02-06T03:42:43.754" v="279"/>
          <ac:spMkLst>
            <pc:docMk/>
            <pc:sldMk cId="0" sldId="410"/>
            <ac:spMk id="2" creationId="{45DE8AF1-4513-9076-CE38-19A90914BD29}"/>
          </ac:spMkLst>
        </pc:spChg>
        <pc:spChg chg="add mod">
          <ac:chgData name="Faruk Abdullah" userId="e52374dd587ef96a" providerId="LiveId" clId="{647D9E94-7A52-49EB-8F41-E308E549A65B}" dt="2023-02-06T03:57:21.437" v="455"/>
          <ac:spMkLst>
            <pc:docMk/>
            <pc:sldMk cId="0" sldId="410"/>
            <ac:spMk id="3" creationId="{8345D428-132A-3AB4-605F-87493B2ADD0C}"/>
          </ac:spMkLst>
        </pc:spChg>
        <pc:spChg chg="del">
          <ac:chgData name="Faruk Abdullah" userId="e52374dd587ef96a" providerId="LiveId" clId="{647D9E94-7A52-49EB-8F41-E308E549A65B}" dt="2023-02-06T03:42:43.207" v="278" actId="478"/>
          <ac:spMkLst>
            <pc:docMk/>
            <pc:sldMk cId="0" sldId="410"/>
            <ac:spMk id="261131" creationId="{5FF10A3A-7ED6-4D4B-8E04-05D4B98403BC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2905050568" sldId="410"/>
        </pc:sldMkLst>
      </pc:sldChg>
      <pc:sldChg chg="addSp delSp modSp modAnim">
        <pc:chgData name="Faruk Abdullah" userId="e52374dd587ef96a" providerId="LiveId" clId="{647D9E94-7A52-49EB-8F41-E308E549A65B}" dt="2023-02-06T03:57:25.404" v="456"/>
        <pc:sldMkLst>
          <pc:docMk/>
          <pc:sldMk cId="0" sldId="411"/>
        </pc:sldMkLst>
        <pc:spChg chg="add mod">
          <ac:chgData name="Faruk Abdullah" userId="e52374dd587ef96a" providerId="LiveId" clId="{647D9E94-7A52-49EB-8F41-E308E549A65B}" dt="2023-02-06T03:42:50.666" v="281"/>
          <ac:spMkLst>
            <pc:docMk/>
            <pc:sldMk cId="0" sldId="411"/>
            <ac:spMk id="2" creationId="{F8177BB3-F946-C149-6204-01709A392FD2}"/>
          </ac:spMkLst>
        </pc:spChg>
        <pc:spChg chg="add mod">
          <ac:chgData name="Faruk Abdullah" userId="e52374dd587ef96a" providerId="LiveId" clId="{647D9E94-7A52-49EB-8F41-E308E549A65B}" dt="2023-02-06T03:46:55.413" v="323"/>
          <ac:spMkLst>
            <pc:docMk/>
            <pc:sldMk cId="0" sldId="411"/>
            <ac:spMk id="3" creationId="{1C627287-8BF6-FF46-00CA-FD30D22F1890}"/>
          </ac:spMkLst>
        </pc:spChg>
        <pc:spChg chg="add mod">
          <ac:chgData name="Faruk Abdullah" userId="e52374dd587ef96a" providerId="LiveId" clId="{647D9E94-7A52-49EB-8F41-E308E549A65B}" dt="2023-02-06T03:57:25.404" v="456"/>
          <ac:spMkLst>
            <pc:docMk/>
            <pc:sldMk cId="0" sldId="411"/>
            <ac:spMk id="4" creationId="{9AD5F7D7-7D2A-E4E2-CB94-6A88F2AC8D87}"/>
          </ac:spMkLst>
        </pc:spChg>
        <pc:spChg chg="del">
          <ac:chgData name="Faruk Abdullah" userId="e52374dd587ef96a" providerId="LiveId" clId="{647D9E94-7A52-49EB-8F41-E308E549A65B}" dt="2023-02-06T03:42:50.084" v="280" actId="478"/>
          <ac:spMkLst>
            <pc:docMk/>
            <pc:sldMk cId="0" sldId="411"/>
            <ac:spMk id="262155" creationId="{96388CE1-4B34-4D8D-B4F3-7F1C9C8AF91A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2653503319" sldId="411"/>
        </pc:sldMkLst>
      </pc:sldChg>
      <pc:sldChg chg="delSp del">
        <pc:chgData name="Faruk Abdullah" userId="e52374dd587ef96a" providerId="LiveId" clId="{647D9E94-7A52-49EB-8F41-E308E549A65B}" dt="2023-02-06T03:47:02.381" v="325" actId="47"/>
        <pc:sldMkLst>
          <pc:docMk/>
          <pc:sldMk cId="0" sldId="412"/>
        </pc:sldMkLst>
        <pc:spChg chg="del">
          <ac:chgData name="Faruk Abdullah" userId="e52374dd587ef96a" providerId="LiveId" clId="{647D9E94-7A52-49EB-8F41-E308E549A65B}" dt="2023-02-06T03:42:58.977" v="282" actId="478"/>
          <ac:spMkLst>
            <pc:docMk/>
            <pc:sldMk cId="0" sldId="412"/>
            <ac:spMk id="263179" creationId="{ED1D3A84-11D4-419F-95AF-81919432C05F}"/>
          </ac:spMkLst>
        </pc:spChg>
        <pc:spChg chg="del">
          <ac:chgData name="Faruk Abdullah" userId="e52374dd587ef96a" providerId="LiveId" clId="{647D9E94-7A52-49EB-8F41-E308E549A65B}" dt="2023-02-06T03:46:52.458" v="322" actId="21"/>
          <ac:spMkLst>
            <pc:docMk/>
            <pc:sldMk cId="0" sldId="412"/>
            <ac:spMk id="263192" creationId="{2F4C830C-60F5-4B94-B70B-CCA1AC59A5A1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834282712" sldId="412"/>
        </pc:sldMkLst>
      </pc:sldChg>
      <pc:sldChg chg="addSp delSp modSp modAnim">
        <pc:chgData name="Faruk Abdullah" userId="e52374dd587ef96a" providerId="LiveId" clId="{647D9E94-7A52-49EB-8F41-E308E549A65B}" dt="2023-02-06T03:57:27.103" v="457"/>
        <pc:sldMkLst>
          <pc:docMk/>
          <pc:sldMk cId="0" sldId="413"/>
        </pc:sldMkLst>
        <pc:spChg chg="add del mod">
          <ac:chgData name="Faruk Abdullah" userId="e52374dd587ef96a" providerId="LiveId" clId="{647D9E94-7A52-49EB-8F41-E308E549A65B}" dt="2023-02-06T03:43:07.775" v="284"/>
          <ac:spMkLst>
            <pc:docMk/>
            <pc:sldMk cId="0" sldId="413"/>
            <ac:spMk id="2" creationId="{4DED7B3B-505A-AEC7-BD12-7407957D3D07}"/>
          </ac:spMkLst>
        </pc:spChg>
        <pc:spChg chg="add mod">
          <ac:chgData name="Faruk Abdullah" userId="e52374dd587ef96a" providerId="LiveId" clId="{647D9E94-7A52-49EB-8F41-E308E549A65B}" dt="2023-02-06T03:57:27.103" v="457"/>
          <ac:spMkLst>
            <pc:docMk/>
            <pc:sldMk cId="0" sldId="413"/>
            <ac:spMk id="2" creationId="{CA376EAD-71DA-D9B4-590E-AEC8FA48EE39}"/>
          </ac:spMkLst>
        </pc:spChg>
        <pc:spChg chg="add mod">
          <ac:chgData name="Faruk Abdullah" userId="e52374dd587ef96a" providerId="LiveId" clId="{647D9E94-7A52-49EB-8F41-E308E549A65B}" dt="2023-02-06T03:43:10.930" v="286"/>
          <ac:spMkLst>
            <pc:docMk/>
            <pc:sldMk cId="0" sldId="413"/>
            <ac:spMk id="3" creationId="{01187AEA-22A8-EB5A-778D-0079E054DF42}"/>
          </ac:spMkLst>
        </pc:spChg>
        <pc:spChg chg="add mod">
          <ac:chgData name="Faruk Abdullah" userId="e52374dd587ef96a" providerId="LiveId" clId="{647D9E94-7A52-49EB-8F41-E308E549A65B}" dt="2023-02-06T03:47:23.840" v="327"/>
          <ac:spMkLst>
            <pc:docMk/>
            <pc:sldMk cId="0" sldId="413"/>
            <ac:spMk id="4" creationId="{2B573AA8-E7C0-F7A1-BEB6-D67B4D0BD42F}"/>
          </ac:spMkLst>
        </pc:spChg>
        <pc:spChg chg="del">
          <ac:chgData name="Faruk Abdullah" userId="e52374dd587ef96a" providerId="LiveId" clId="{647D9E94-7A52-49EB-8F41-E308E549A65B}" dt="2023-02-06T03:43:09.753" v="285" actId="478"/>
          <ac:spMkLst>
            <pc:docMk/>
            <pc:sldMk cId="0" sldId="413"/>
            <ac:spMk id="264203" creationId="{F99047E0-BCE4-40AC-9636-9E012C97A4E0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612497528" sldId="413"/>
        </pc:sldMkLst>
      </pc:sldChg>
      <pc:sldChg chg="modSp mod">
        <pc:chgData name="Faruk Abdullah" userId="e52374dd587ef96a" providerId="LiveId" clId="{647D9E94-7A52-49EB-8F41-E308E549A65B}" dt="2023-02-01T05:02:49.044" v="260" actId="1076"/>
        <pc:sldMkLst>
          <pc:docMk/>
          <pc:sldMk cId="3680364912" sldId="414"/>
        </pc:sldMkLst>
        <pc:spChg chg="mod">
          <ac:chgData name="Faruk Abdullah" userId="e52374dd587ef96a" providerId="LiveId" clId="{647D9E94-7A52-49EB-8F41-E308E549A65B}" dt="2023-02-01T05:02:49.044" v="260" actId="1076"/>
          <ac:spMkLst>
            <pc:docMk/>
            <pc:sldMk cId="3680364912" sldId="414"/>
            <ac:spMk id="2" creationId="{8D4CDB73-9D17-41C9-9B86-275410F7A95F}"/>
          </ac:spMkLst>
        </pc:spChg>
      </pc:sldChg>
      <pc:sldChg chg="addSp delSp modSp">
        <pc:chgData name="Faruk Abdullah" userId="e52374dd587ef96a" providerId="LiveId" clId="{647D9E94-7A52-49EB-8F41-E308E549A65B}" dt="2023-02-06T03:57:28.921" v="458"/>
        <pc:sldMkLst>
          <pc:docMk/>
          <pc:sldMk cId="0" sldId="415"/>
        </pc:sldMkLst>
        <pc:spChg chg="add mod">
          <ac:chgData name="Faruk Abdullah" userId="e52374dd587ef96a" providerId="LiveId" clId="{647D9E94-7A52-49EB-8F41-E308E549A65B}" dt="2023-02-06T03:43:29.922" v="289"/>
          <ac:spMkLst>
            <pc:docMk/>
            <pc:sldMk cId="0" sldId="415"/>
            <ac:spMk id="2" creationId="{4F950384-D185-0389-DA4A-9E7081724835}"/>
          </ac:spMkLst>
        </pc:spChg>
        <pc:spChg chg="add mod">
          <ac:chgData name="Faruk Abdullah" userId="e52374dd587ef96a" providerId="LiveId" clId="{647D9E94-7A52-49EB-8F41-E308E549A65B}" dt="2023-02-06T03:57:28.921" v="458"/>
          <ac:spMkLst>
            <pc:docMk/>
            <pc:sldMk cId="0" sldId="415"/>
            <ac:spMk id="3" creationId="{9FED4905-9654-76B8-5738-0F4FBAAEDB7C}"/>
          </ac:spMkLst>
        </pc:spChg>
        <pc:spChg chg="del">
          <ac:chgData name="Faruk Abdullah" userId="e52374dd587ef96a" providerId="LiveId" clId="{647D9E94-7A52-49EB-8F41-E308E549A65B}" dt="2023-02-06T03:43:29.412" v="288" actId="478"/>
          <ac:spMkLst>
            <pc:docMk/>
            <pc:sldMk cId="0" sldId="415"/>
            <ac:spMk id="266251" creationId="{6748C9F5-F30C-4E5C-AF7D-41AC22C23B1B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3173754620" sldId="415"/>
        </pc:sldMkLst>
      </pc:sldChg>
      <pc:sldChg chg="addSp delSp modSp modAnim">
        <pc:chgData name="Faruk Abdullah" userId="e52374dd587ef96a" providerId="LiveId" clId="{647D9E94-7A52-49EB-8F41-E308E549A65B}" dt="2023-02-06T03:57:32.038" v="459"/>
        <pc:sldMkLst>
          <pc:docMk/>
          <pc:sldMk cId="0" sldId="416"/>
        </pc:sldMkLst>
        <pc:spChg chg="add mod">
          <ac:chgData name="Faruk Abdullah" userId="e52374dd587ef96a" providerId="LiveId" clId="{647D9E94-7A52-49EB-8F41-E308E549A65B}" dt="2023-02-06T03:43:38.460" v="291"/>
          <ac:spMkLst>
            <pc:docMk/>
            <pc:sldMk cId="0" sldId="416"/>
            <ac:spMk id="2" creationId="{0695EF50-7FE9-2139-83E2-0E6CD0A383F4}"/>
          </ac:spMkLst>
        </pc:spChg>
        <pc:spChg chg="add mod">
          <ac:chgData name="Faruk Abdullah" userId="e52374dd587ef96a" providerId="LiveId" clId="{647D9E94-7A52-49EB-8F41-E308E549A65B}" dt="2023-02-06T03:47:40.711" v="331"/>
          <ac:spMkLst>
            <pc:docMk/>
            <pc:sldMk cId="0" sldId="416"/>
            <ac:spMk id="3" creationId="{E189038B-A3CF-1AED-C2F0-BECA72C67D49}"/>
          </ac:spMkLst>
        </pc:spChg>
        <pc:spChg chg="add mod">
          <ac:chgData name="Faruk Abdullah" userId="e52374dd587ef96a" providerId="LiveId" clId="{647D9E94-7A52-49EB-8F41-E308E549A65B}" dt="2023-02-06T03:57:32.038" v="459"/>
          <ac:spMkLst>
            <pc:docMk/>
            <pc:sldMk cId="0" sldId="416"/>
            <ac:spMk id="4" creationId="{54FD6561-51E1-13B4-A992-DF2FA8390942}"/>
          </ac:spMkLst>
        </pc:spChg>
        <pc:spChg chg="del">
          <ac:chgData name="Faruk Abdullah" userId="e52374dd587ef96a" providerId="LiveId" clId="{647D9E94-7A52-49EB-8F41-E308E549A65B}" dt="2023-02-06T03:43:37.910" v="290" actId="478"/>
          <ac:spMkLst>
            <pc:docMk/>
            <pc:sldMk cId="0" sldId="416"/>
            <ac:spMk id="267275" creationId="{C56A2100-8C39-43D3-9C21-A9CDF0962B1A}"/>
          </ac:spMkLst>
        </pc:s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103490916" sldId="416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503986730" sldId="417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473464163" sldId="418"/>
        </pc:sldMkLst>
      </pc:sldChg>
      <pc:sldChg chg="modSp mod">
        <pc:chgData name="Faruk Abdullah" userId="e52374dd587ef96a" providerId="LiveId" clId="{647D9E94-7A52-49EB-8F41-E308E549A65B}" dt="2023-01-29T07:30:47.378" v="1" actId="11"/>
        <pc:sldMkLst>
          <pc:docMk/>
          <pc:sldMk cId="2920541934" sldId="419"/>
        </pc:sldMkLst>
        <pc:spChg chg="mod">
          <ac:chgData name="Faruk Abdullah" userId="e52374dd587ef96a" providerId="LiveId" clId="{647D9E94-7A52-49EB-8F41-E308E549A65B}" dt="2023-01-29T07:30:47.378" v="1" actId="11"/>
          <ac:spMkLst>
            <pc:docMk/>
            <pc:sldMk cId="2920541934" sldId="419"/>
            <ac:spMk id="3" creationId="{EF1E23C6-AA2C-513F-0C67-5AB5B7EA6256}"/>
          </ac:spMkLst>
        </pc:spChg>
      </pc:sldChg>
      <pc:sldChg chg="modSp mod">
        <pc:chgData name="Faruk Abdullah" userId="e52374dd587ef96a" providerId="LiveId" clId="{647D9E94-7A52-49EB-8F41-E308E549A65B}" dt="2023-02-01T04:59:39.889" v="250" actId="1076"/>
        <pc:sldMkLst>
          <pc:docMk/>
          <pc:sldMk cId="3905083673" sldId="420"/>
        </pc:sldMkLst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58" creationId="{F7D85D2E-3A62-8F39-F70B-69AEA6619218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59" creationId="{C5B1A2D3-D541-D713-410F-08785D15D6F1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60" creationId="{BD06509A-2AAF-C403-5477-A6AA1EBED03D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61" creationId="{C09956ED-999C-AA95-A0B9-2E5BAE16C2D5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62" creationId="{0021A66E-25D0-06FA-7A6C-098805334959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63" creationId="{EEF4417D-EADA-E5B5-2583-012370E72BD2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64" creationId="{13C6263C-621D-CD3D-3B96-CE340F799303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65" creationId="{1FF71CB5-6596-5266-F45D-130C6DD7E500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66" creationId="{26AF99C3-D481-9BA6-075E-8A4AFA15D35F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67" creationId="{968FDD04-816C-04F8-0267-E1D09FF6B9C0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68" creationId="{52586623-9849-23B7-DCAF-E170DC34AC9B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69" creationId="{D6F4A40F-47DF-C510-AF0F-B0C1368E040A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70" creationId="{FD318473-2B59-3653-E9AF-BC54B1859C51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71" creationId="{F4738BCA-884A-E6FC-6796-F842EED9763F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72" creationId="{195183A5-B98A-6138-C209-D1CCF0C80DE8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73" creationId="{F2B8EE64-332B-00A7-583A-CC1005ECB095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74" creationId="{D4D178C4-E7CB-10C9-258D-EBFAAE0EEFD7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75" creationId="{E9667E12-51A9-BE79-91E8-8AE7383D2A9B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76" creationId="{2128977B-5D8B-E886-5ED9-B0D7F3B63A5F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77" creationId="{13B39D0E-BFC7-9B8A-7150-31508451C3AE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78" creationId="{BE2795D7-2594-11DD-3666-B643A194F4ED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79" creationId="{4C04FAE4-DBFF-B997-965A-B4AE70DEFD78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80" creationId="{B25463CE-B7C6-1240-654B-8DCD1B1B9C94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81" creationId="{ABB2E2AF-4130-2F7A-4BA5-7DD506E81BEA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82" creationId="{570BD486-4CB7-1DEC-0D0C-FF26800B2F44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83" creationId="{B554000C-5E78-88AE-1B38-335F15402D5E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84" creationId="{3D131FB9-857F-AA06-9379-AA70916A9387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85" creationId="{F851F1FB-7261-F001-16F9-D9243F6A8669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86" creationId="{05ED4428-7850-9F08-D9EB-FD54CF0595A9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87" creationId="{8B0B755D-133E-1C34-7C88-F266A7BF90BE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88" creationId="{E29209D4-04B1-B9FC-FCD5-FA3F4EE3B4A9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89" creationId="{DEF12FAE-E4D6-F92E-24BE-376714A2CDB6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90" creationId="{8916C1D4-37B0-BED6-4005-704737EA9D0E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91" creationId="{202758F9-7DBF-0CBA-56E2-1063F3DDB437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92" creationId="{BE940A99-E8F7-09CB-8DE5-6364124A1C63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93" creationId="{C952BAD1-C91F-1145-470D-E4003E4DD3C8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94" creationId="{8C0A8A00-F228-4119-AA5A-DAD294D1AAAB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95" creationId="{CC4F03AC-43FF-1E78-F7EE-AA1A73339833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96" creationId="{4B29C105-F96D-ABC3-809B-2754FF24B909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97" creationId="{16A11DAF-4175-AEB3-34E3-2E5138F7AD1A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98" creationId="{56D18E3C-BCFE-5973-06B2-58D21096DA19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99" creationId="{4865D2D6-259F-DD8D-8DEA-BFA37385EDB2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00" creationId="{D5F83E73-4F5D-3296-0FB7-AFBE45F45F39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01" creationId="{10610D9E-60EF-F70B-F678-8C5CEF95428C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02" creationId="{82FEB9B5-5F5A-A999-BA02-91D37AE740FD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03" creationId="{ED28CD9F-C032-BEEE-FEB9-B2D429F0749C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04" creationId="{1DC3C6C5-0945-DC37-BCBB-131A358C13F3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05" creationId="{C6E50784-13DA-8A0D-5F70-6087C97E15DE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06" creationId="{BE0FC8F1-B9EC-E9ED-D856-9BF6D2E6BF23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07" creationId="{AC2B2530-5CB6-1294-261E-8C9D6F2C26BB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08" creationId="{5FE378F7-092B-6613-A39A-3E992E1D8350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09" creationId="{FFBB5C69-0FC8-2817-019E-172D704230E2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10" creationId="{C10375D5-7170-209E-43B3-B569C2A06FDD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11" creationId="{10F7C13D-0981-A520-5C1C-034343F26562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12" creationId="{71133C92-231F-6568-5F69-A4CE9E20DF24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13" creationId="{1689957D-ED76-BA6B-1430-A041375115F8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14" creationId="{DD158BFC-1D0C-C699-42AB-0865620DCA17}"/>
          </ac:spMkLst>
        </pc:spChg>
        <pc:spChg chg="mod">
          <ac:chgData name="Faruk Abdullah" userId="e52374dd587ef96a" providerId="LiveId" clId="{647D9E94-7A52-49EB-8F41-E308E549A65B}" dt="2023-02-01T04:59:39.889" v="250" actId="1076"/>
          <ac:spMkLst>
            <pc:docMk/>
            <pc:sldMk cId="3905083673" sldId="420"/>
            <ac:spMk id="115" creationId="{EDEFAAB5-DD1F-1D6C-446E-3A5857762239}"/>
          </ac:spMkLst>
        </pc:s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3" creationId="{4E6F5BA5-C625-0AE7-CDC3-C520A86EED59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7" creationId="{574A7BC4-71D1-6D48-6476-ABC2FBF1E0A9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10" creationId="{112358F7-8C88-3DED-EE0B-E6B3F40115E9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13" creationId="{8572538A-F695-CB9A-C711-641CC11421A0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16" creationId="{F0B7975A-1F21-8EA1-5D05-1EA5510F57BB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19" creationId="{E0DAC822-0818-9FEC-B200-73F9E70B4F84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22" creationId="{1181EA67-BE86-F30E-A2C3-01984E893219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25" creationId="{479D563F-B375-B679-87F4-A032A14F70BF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28" creationId="{42F63728-D082-8251-4FEF-0A375FF262E6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31" creationId="{573544A9-7A05-C313-9469-63F05BD7E28A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34" creationId="{5C6C3EBE-BC24-209A-3028-50BE56B660F5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37" creationId="{461A9CAE-3EE2-96F9-3706-8C04F8E72F0A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40" creationId="{F24132ED-E648-6BC5-4D8D-31548619AA6E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43" creationId="{A3B1CBAE-2EC9-1FC8-D921-40D93E63983F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46" creationId="{9D7DA37F-E0FB-6C6B-DEA7-98F0D8C38045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49" creationId="{92DFEBF7-6C8F-E6A2-A89A-6650F3F36879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52" creationId="{1EFDCB37-5044-E646-746F-DB6E7C31F8D7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55" creationId="{47224F22-7316-1D5E-BFB9-0AD2E00840BA}"/>
          </ac:grpSpMkLst>
        </pc:grpChg>
        <pc:grpChg chg="mod">
          <ac:chgData name="Faruk Abdullah" userId="e52374dd587ef96a" providerId="LiveId" clId="{647D9E94-7A52-49EB-8F41-E308E549A65B}" dt="2023-02-01T04:59:39.889" v="250" actId="1076"/>
          <ac:grpSpMkLst>
            <pc:docMk/>
            <pc:sldMk cId="3905083673" sldId="420"/>
            <ac:grpSpMk id="116" creationId="{21DF63B1-5533-922E-B4A0-CA1F1E134FA2}"/>
          </ac:grpSpMkLst>
        </pc:grpChg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1912258291" sldId="421"/>
        </pc:sldMkLst>
      </pc:sldChg>
      <pc:sldChg chg="del">
        <pc:chgData name="Faruk Abdullah" userId="e52374dd587ef96a" providerId="LiveId" clId="{647D9E94-7A52-49EB-8F41-E308E549A65B}" dt="2023-02-01T04:51:56.098" v="223" actId="47"/>
        <pc:sldMkLst>
          <pc:docMk/>
          <pc:sldMk cId="723296228" sldId="422"/>
        </pc:sldMkLst>
      </pc:sldChg>
      <pc:sldChg chg="new del">
        <pc:chgData name="Faruk Abdullah" userId="e52374dd587ef96a" providerId="LiveId" clId="{647D9E94-7A52-49EB-8F41-E308E549A65B}" dt="2023-02-01T04:15:16.971" v="86" actId="680"/>
        <pc:sldMkLst>
          <pc:docMk/>
          <pc:sldMk cId="1718963250" sldId="423"/>
        </pc:sldMkLst>
      </pc:sldChg>
      <pc:sldChg chg="addSp modSp new mod">
        <pc:chgData name="Faruk Abdullah" userId="e52374dd587ef96a" providerId="LiveId" clId="{647D9E94-7A52-49EB-8F41-E308E549A65B}" dt="2023-02-01T04:18:19.485" v="92" actId="113"/>
        <pc:sldMkLst>
          <pc:docMk/>
          <pc:sldMk cId="2352807135" sldId="423"/>
        </pc:sldMkLst>
        <pc:spChg chg="add mod">
          <ac:chgData name="Faruk Abdullah" userId="e52374dd587ef96a" providerId="LiveId" clId="{647D9E94-7A52-49EB-8F41-E308E549A65B}" dt="2023-02-01T04:18:19.485" v="92" actId="113"/>
          <ac:spMkLst>
            <pc:docMk/>
            <pc:sldMk cId="2352807135" sldId="423"/>
            <ac:spMk id="2" creationId="{9596B622-1406-6BCA-A363-5BA273D80DD6}"/>
          </ac:spMkLst>
        </pc:spChg>
      </pc:sldChg>
      <pc:sldChg chg="delSp del">
        <pc:chgData name="Faruk Abdullah" userId="e52374dd587ef96a" providerId="LiveId" clId="{647D9E94-7A52-49EB-8F41-E308E549A65B}" dt="2023-02-06T03:50:24.442" v="348" actId="47"/>
        <pc:sldMkLst>
          <pc:docMk/>
          <pc:sldMk cId="0" sldId="424"/>
        </pc:sldMkLst>
        <pc:spChg chg="del">
          <ac:chgData name="Faruk Abdullah" userId="e52374dd587ef96a" providerId="LiveId" clId="{647D9E94-7A52-49EB-8F41-E308E549A65B}" dt="2023-02-06T03:50:16.582" v="345" actId="21"/>
          <ac:spMkLst>
            <pc:docMk/>
            <pc:sldMk cId="0" sldId="424"/>
            <ac:spMk id="275480" creationId="{45F01500-F5F5-4CF9-8C31-D51272A2FBB5}"/>
          </ac:spMkLst>
        </pc:spChg>
      </pc:sldChg>
      <pc:sldChg chg="delSp modSp add del mod">
        <pc:chgData name="Faruk Abdullah" userId="e52374dd587ef96a" providerId="LiveId" clId="{647D9E94-7A52-49EB-8F41-E308E549A65B}" dt="2023-02-01T04:26:24.558" v="132" actId="47"/>
        <pc:sldMkLst>
          <pc:docMk/>
          <pc:sldMk cId="442867878" sldId="424"/>
        </pc:sldMkLst>
        <pc:spChg chg="del">
          <ac:chgData name="Faruk Abdullah" userId="e52374dd587ef96a" providerId="LiveId" clId="{647D9E94-7A52-49EB-8F41-E308E549A65B}" dt="2023-02-01T04:24:53.235" v="129" actId="21"/>
          <ac:spMkLst>
            <pc:docMk/>
            <pc:sldMk cId="442867878" sldId="424"/>
            <ac:spMk id="2" creationId="{F41D9725-9AA6-45C4-88D5-2F83F6F5BAD3}"/>
          </ac:spMkLst>
        </pc:spChg>
        <pc:graphicFrameChg chg="mod">
          <ac:chgData name="Faruk Abdullah" userId="e52374dd587ef96a" providerId="LiveId" clId="{647D9E94-7A52-49EB-8F41-E308E549A65B}" dt="2023-02-01T04:24:37.163" v="127" actId="21"/>
          <ac:graphicFrameMkLst>
            <pc:docMk/>
            <pc:sldMk cId="442867878" sldId="424"/>
            <ac:graphicFrameMk id="4" creationId="{BC6151E0-AFFF-4E9A-9CC4-CD48539CFB19}"/>
          </ac:graphicFrameMkLst>
        </pc:graphicFrameChg>
      </pc:sldChg>
      <pc:sldChg chg="addSp delSp modSp">
        <pc:chgData name="Faruk Abdullah" userId="e52374dd587ef96a" providerId="LiveId" clId="{647D9E94-7A52-49EB-8F41-E308E549A65B}" dt="2023-02-06T03:58:03.579" v="467"/>
        <pc:sldMkLst>
          <pc:docMk/>
          <pc:sldMk cId="0" sldId="425"/>
        </pc:sldMkLst>
        <pc:spChg chg="add mod">
          <ac:chgData name="Faruk Abdullah" userId="e52374dd587ef96a" providerId="LiveId" clId="{647D9E94-7A52-49EB-8F41-E308E549A65B}" dt="2023-02-06T03:45:00.700" v="305"/>
          <ac:spMkLst>
            <pc:docMk/>
            <pc:sldMk cId="0" sldId="425"/>
            <ac:spMk id="2" creationId="{6EA0ACEE-55DF-BBE0-E0C2-676D571CCF3E}"/>
          </ac:spMkLst>
        </pc:spChg>
        <pc:spChg chg="add mod">
          <ac:chgData name="Faruk Abdullah" userId="e52374dd587ef96a" providerId="LiveId" clId="{647D9E94-7A52-49EB-8F41-E308E549A65B}" dt="2023-02-06T03:58:03.579" v="467"/>
          <ac:spMkLst>
            <pc:docMk/>
            <pc:sldMk cId="0" sldId="425"/>
            <ac:spMk id="3" creationId="{5B81DD8B-9B15-99D6-6E45-9A8CBBFBBFF5}"/>
          </ac:spMkLst>
        </pc:spChg>
        <pc:spChg chg="del">
          <ac:chgData name="Faruk Abdullah" userId="e52374dd587ef96a" providerId="LiveId" clId="{647D9E94-7A52-49EB-8F41-E308E549A65B}" dt="2023-02-06T03:44:59.784" v="304" actId="478"/>
          <ac:spMkLst>
            <pc:docMk/>
            <pc:sldMk cId="0" sldId="425"/>
            <ac:spMk id="276491" creationId="{08A0A43B-D08F-46FA-8FE1-00946C4A21AC}"/>
          </ac:spMkLst>
        </pc:spChg>
      </pc:sldChg>
      <pc:sldChg chg="delSp modSp add del mod">
        <pc:chgData name="Faruk Abdullah" userId="e52374dd587ef96a" providerId="LiveId" clId="{647D9E94-7A52-49EB-8F41-E308E549A65B}" dt="2023-02-01T04:29:20.651" v="143" actId="47"/>
        <pc:sldMkLst>
          <pc:docMk/>
          <pc:sldMk cId="1228838205" sldId="425"/>
        </pc:sldMkLst>
        <pc:spChg chg="del">
          <ac:chgData name="Faruk Abdullah" userId="e52374dd587ef96a" providerId="LiveId" clId="{647D9E94-7A52-49EB-8F41-E308E549A65B}" dt="2023-02-01T04:28:40.637" v="136" actId="21"/>
          <ac:spMkLst>
            <pc:docMk/>
            <pc:sldMk cId="1228838205" sldId="425"/>
            <ac:spMk id="5" creationId="{FAA5DEEE-51F7-4D57-B3C3-EC006BCD797F}"/>
          </ac:spMkLst>
        </pc:spChg>
        <pc:graphicFrameChg chg="mod">
          <ac:chgData name="Faruk Abdullah" userId="e52374dd587ef96a" providerId="LiveId" clId="{647D9E94-7A52-49EB-8F41-E308E549A65B}" dt="2023-02-01T04:28:24.942" v="134" actId="21"/>
          <ac:graphicFrameMkLst>
            <pc:docMk/>
            <pc:sldMk cId="1228838205" sldId="425"/>
            <ac:graphicFrameMk id="4" creationId="{BC6151E0-AFFF-4E9A-9CC4-CD48539CFB19}"/>
          </ac:graphicFrameMkLst>
        </pc:graphicFrameChg>
      </pc:sldChg>
      <pc:sldChg chg="addSp delSp modSp modAnim">
        <pc:chgData name="Faruk Abdullah" userId="e52374dd587ef96a" providerId="LiveId" clId="{647D9E94-7A52-49EB-8F41-E308E549A65B}" dt="2023-02-06T03:58:06.578" v="468"/>
        <pc:sldMkLst>
          <pc:docMk/>
          <pc:sldMk cId="0" sldId="426"/>
        </pc:sldMkLst>
        <pc:spChg chg="add mod">
          <ac:chgData name="Faruk Abdullah" userId="e52374dd587ef96a" providerId="LiveId" clId="{647D9E94-7A52-49EB-8F41-E308E549A65B}" dt="2023-02-06T03:45:08.661" v="307"/>
          <ac:spMkLst>
            <pc:docMk/>
            <pc:sldMk cId="0" sldId="426"/>
            <ac:spMk id="2" creationId="{92D9BF01-6F1C-BA34-A94B-94F69571850B}"/>
          </ac:spMkLst>
        </pc:spChg>
        <pc:spChg chg="add mod">
          <ac:chgData name="Faruk Abdullah" userId="e52374dd587ef96a" providerId="LiveId" clId="{647D9E94-7A52-49EB-8F41-E308E549A65B}" dt="2023-02-06T03:50:45.162" v="350"/>
          <ac:spMkLst>
            <pc:docMk/>
            <pc:sldMk cId="0" sldId="426"/>
            <ac:spMk id="3" creationId="{3F18A46B-409E-E07B-5827-59C91ED4F4E2}"/>
          </ac:spMkLst>
        </pc:spChg>
        <pc:spChg chg="add mod">
          <ac:chgData name="Faruk Abdullah" userId="e52374dd587ef96a" providerId="LiveId" clId="{647D9E94-7A52-49EB-8F41-E308E549A65B}" dt="2023-02-06T03:58:06.578" v="468"/>
          <ac:spMkLst>
            <pc:docMk/>
            <pc:sldMk cId="0" sldId="426"/>
            <ac:spMk id="4" creationId="{D9850ACF-F5ED-1F97-17C0-79BD03DD16E4}"/>
          </ac:spMkLst>
        </pc:spChg>
        <pc:spChg chg="del">
          <ac:chgData name="Faruk Abdullah" userId="e52374dd587ef96a" providerId="LiveId" clId="{647D9E94-7A52-49EB-8F41-E308E549A65B}" dt="2023-02-06T03:45:08.183" v="306" actId="478"/>
          <ac:spMkLst>
            <pc:docMk/>
            <pc:sldMk cId="0" sldId="426"/>
            <ac:spMk id="277515" creationId="{89F7C2FE-C7DE-4964-BC54-6DD192D750A8}"/>
          </ac:spMkLst>
        </pc:spChg>
      </pc:sldChg>
      <pc:sldChg chg="delSp add del mod">
        <pc:chgData name="Faruk Abdullah" userId="e52374dd587ef96a" providerId="LiveId" clId="{647D9E94-7A52-49EB-8F41-E308E549A65B}" dt="2023-02-01T04:37:43.889" v="150" actId="47"/>
        <pc:sldMkLst>
          <pc:docMk/>
          <pc:sldMk cId="3913539260" sldId="426"/>
        </pc:sldMkLst>
        <pc:spChg chg="del">
          <ac:chgData name="Faruk Abdullah" userId="e52374dd587ef96a" providerId="LiveId" clId="{647D9E94-7A52-49EB-8F41-E308E549A65B}" dt="2023-02-01T04:37:36.086" v="147" actId="21"/>
          <ac:spMkLst>
            <pc:docMk/>
            <pc:sldMk cId="3913539260" sldId="426"/>
            <ac:spMk id="6" creationId="{D1934438-DCCE-4626-8883-73C71544B358}"/>
          </ac:spMkLst>
        </pc:spChg>
      </pc:sldChg>
      <pc:sldChg chg="delSp del">
        <pc:chgData name="Faruk Abdullah" userId="e52374dd587ef96a" providerId="LiveId" clId="{647D9E94-7A52-49EB-8F41-E308E549A65B}" dt="2023-02-06T03:50:53.331" v="352" actId="47"/>
        <pc:sldMkLst>
          <pc:docMk/>
          <pc:sldMk cId="0" sldId="427"/>
        </pc:sldMkLst>
        <pc:spChg chg="del">
          <ac:chgData name="Faruk Abdullah" userId="e52374dd587ef96a" providerId="LiveId" clId="{647D9E94-7A52-49EB-8F41-E308E549A65B}" dt="2023-02-06T03:50:42.326" v="349" actId="21"/>
          <ac:spMkLst>
            <pc:docMk/>
            <pc:sldMk cId="0" sldId="427"/>
            <ac:spMk id="278552" creationId="{E9D826A7-7742-4036-8364-F48170CA8BC6}"/>
          </ac:spMkLst>
        </pc:spChg>
      </pc:sldChg>
      <pc:sldChg chg="delSp modSp add del mod">
        <pc:chgData name="Faruk Abdullah" userId="e52374dd587ef96a" providerId="LiveId" clId="{647D9E94-7A52-49EB-8F41-E308E549A65B}" dt="2023-02-01T04:42:29.820" v="187" actId="47"/>
        <pc:sldMkLst>
          <pc:docMk/>
          <pc:sldMk cId="1309008071" sldId="427"/>
        </pc:sldMkLst>
        <pc:spChg chg="del">
          <ac:chgData name="Faruk Abdullah" userId="e52374dd587ef96a" providerId="LiveId" clId="{647D9E94-7A52-49EB-8F41-E308E549A65B}" dt="2023-02-01T04:42:10.665" v="183" actId="21"/>
          <ac:spMkLst>
            <pc:docMk/>
            <pc:sldMk cId="1309008071" sldId="427"/>
            <ac:spMk id="5" creationId="{FAA5DEEE-51F7-4D57-B3C3-EC006BCD797F}"/>
          </ac:spMkLst>
        </pc:spChg>
        <pc:graphicFrameChg chg="mod">
          <ac:chgData name="Faruk Abdullah" userId="e52374dd587ef96a" providerId="LiveId" clId="{647D9E94-7A52-49EB-8F41-E308E549A65B}" dt="2023-02-01T04:40:40.116" v="169" actId="21"/>
          <ac:graphicFrameMkLst>
            <pc:docMk/>
            <pc:sldMk cId="1309008071" sldId="427"/>
            <ac:graphicFrameMk id="4" creationId="{BC6151E0-AFFF-4E9A-9CC4-CD48539CFB19}"/>
          </ac:graphicFrameMkLst>
        </pc:graphicFrameChg>
      </pc:sldChg>
      <pc:sldChg chg="addSp delSp modSp modAnim">
        <pc:chgData name="Faruk Abdullah" userId="e52374dd587ef96a" providerId="LiveId" clId="{647D9E94-7A52-49EB-8F41-E308E549A65B}" dt="2023-02-06T03:58:09.856" v="469"/>
        <pc:sldMkLst>
          <pc:docMk/>
          <pc:sldMk cId="0" sldId="428"/>
        </pc:sldMkLst>
        <pc:spChg chg="add mod">
          <ac:chgData name="Faruk Abdullah" userId="e52374dd587ef96a" providerId="LiveId" clId="{647D9E94-7A52-49EB-8F41-E308E549A65B}" dt="2023-02-06T03:45:16.760" v="309"/>
          <ac:spMkLst>
            <pc:docMk/>
            <pc:sldMk cId="0" sldId="428"/>
            <ac:spMk id="2" creationId="{D01BC626-600B-CD9D-A87B-8863B16BDE44}"/>
          </ac:spMkLst>
        </pc:spChg>
        <pc:spChg chg="add mod">
          <ac:chgData name="Faruk Abdullah" userId="e52374dd587ef96a" providerId="LiveId" clId="{647D9E94-7A52-49EB-8F41-E308E549A65B}" dt="2023-02-06T03:51:04.952" v="354"/>
          <ac:spMkLst>
            <pc:docMk/>
            <pc:sldMk cId="0" sldId="428"/>
            <ac:spMk id="3" creationId="{59AE4AE6-ACB9-0C28-9AB4-1A68179ABFE4}"/>
          </ac:spMkLst>
        </pc:spChg>
        <pc:spChg chg="add mod">
          <ac:chgData name="Faruk Abdullah" userId="e52374dd587ef96a" providerId="LiveId" clId="{647D9E94-7A52-49EB-8F41-E308E549A65B}" dt="2023-02-06T03:58:09.856" v="469"/>
          <ac:spMkLst>
            <pc:docMk/>
            <pc:sldMk cId="0" sldId="428"/>
            <ac:spMk id="4" creationId="{47CA8E26-C84F-6C6A-32AC-AB9CFC6D4692}"/>
          </ac:spMkLst>
        </pc:spChg>
        <pc:spChg chg="del">
          <ac:chgData name="Faruk Abdullah" userId="e52374dd587ef96a" providerId="LiveId" clId="{647D9E94-7A52-49EB-8F41-E308E549A65B}" dt="2023-02-06T03:45:16.266" v="308" actId="478"/>
          <ac:spMkLst>
            <pc:docMk/>
            <pc:sldMk cId="0" sldId="428"/>
            <ac:spMk id="279563" creationId="{A22CA2F1-0064-44DC-BA35-1E03E95E5752}"/>
          </ac:spMkLst>
        </pc:spChg>
      </pc:sldChg>
      <pc:sldChg chg="delSp add del mod">
        <pc:chgData name="Faruk Abdullah" userId="e52374dd587ef96a" providerId="LiveId" clId="{647D9E94-7A52-49EB-8F41-E308E549A65B}" dt="2023-02-01T04:46:26.583" v="216" actId="47"/>
        <pc:sldMkLst>
          <pc:docMk/>
          <pc:sldMk cId="3700822438" sldId="428"/>
        </pc:sldMkLst>
        <pc:spChg chg="del">
          <ac:chgData name="Faruk Abdullah" userId="e52374dd587ef96a" providerId="LiveId" clId="{647D9E94-7A52-49EB-8F41-E308E549A65B}" dt="2023-02-01T04:46:10.273" v="213" actId="21"/>
          <ac:spMkLst>
            <pc:docMk/>
            <pc:sldMk cId="3700822438" sldId="428"/>
            <ac:spMk id="6" creationId="{D1934438-DCCE-4626-8883-73C71544B358}"/>
          </ac:spMkLst>
        </pc:spChg>
      </pc:sldChg>
      <pc:sldChg chg="delSp del">
        <pc:chgData name="Faruk Abdullah" userId="e52374dd587ef96a" providerId="LiveId" clId="{647D9E94-7A52-49EB-8F41-E308E549A65B}" dt="2023-02-06T03:51:10.461" v="356" actId="47"/>
        <pc:sldMkLst>
          <pc:docMk/>
          <pc:sldMk cId="0" sldId="429"/>
        </pc:sldMkLst>
        <pc:spChg chg="del">
          <ac:chgData name="Faruk Abdullah" userId="e52374dd587ef96a" providerId="LiveId" clId="{647D9E94-7A52-49EB-8F41-E308E549A65B}" dt="2023-02-06T03:51:02.637" v="353" actId="21"/>
          <ac:spMkLst>
            <pc:docMk/>
            <pc:sldMk cId="0" sldId="429"/>
            <ac:spMk id="280600" creationId="{FA5CCB0E-0C42-4013-81ED-BBC9517908A6}"/>
          </ac:spMkLst>
        </pc:spChg>
      </pc:sldChg>
      <pc:sldChg chg="delSp add del mod">
        <pc:chgData name="Faruk Abdullah" userId="e52374dd587ef96a" providerId="LiveId" clId="{647D9E94-7A52-49EB-8F41-E308E549A65B}" dt="2023-02-01T04:46:51.957" v="222" actId="47"/>
        <pc:sldMkLst>
          <pc:docMk/>
          <pc:sldMk cId="3455237365" sldId="429"/>
        </pc:sldMkLst>
        <pc:spChg chg="del">
          <ac:chgData name="Faruk Abdullah" userId="e52374dd587ef96a" providerId="LiveId" clId="{647D9E94-7A52-49EB-8F41-E308E549A65B}" dt="2023-02-01T04:46:37.770" v="218" actId="21"/>
          <ac:spMkLst>
            <pc:docMk/>
            <pc:sldMk cId="3455237365" sldId="429"/>
            <ac:spMk id="6" creationId="{D1934438-DCCE-4626-8883-73C71544B358}"/>
          </ac:spMkLst>
        </pc:spChg>
      </pc:sldChg>
      <pc:sldChg chg="addSp modSp new mod">
        <pc:chgData name="Faruk Abdullah" userId="e52374dd587ef96a" providerId="LiveId" clId="{647D9E94-7A52-49EB-8F41-E308E549A65B}" dt="2023-02-01T04:52:43.445" v="224" actId="798"/>
        <pc:sldMkLst>
          <pc:docMk/>
          <pc:sldMk cId="2133975335" sldId="430"/>
        </pc:sldMkLst>
        <pc:graphicFrameChg chg="add mod modGraphic">
          <ac:chgData name="Faruk Abdullah" userId="e52374dd587ef96a" providerId="LiveId" clId="{647D9E94-7A52-49EB-8F41-E308E549A65B}" dt="2023-02-01T04:52:43.445" v="224" actId="798"/>
          <ac:graphicFrameMkLst>
            <pc:docMk/>
            <pc:sldMk cId="2133975335" sldId="430"/>
            <ac:graphicFrameMk id="2" creationId="{12F0B17B-D7D2-B663-119E-43957E10575D}"/>
          </ac:graphicFrameMkLst>
        </pc:graphicFrameChg>
      </pc:sldChg>
      <pc:sldChg chg="addSp delSp modSp new del mod">
        <pc:chgData name="Faruk Abdullah" userId="e52374dd587ef96a" providerId="LiveId" clId="{647D9E94-7A52-49EB-8F41-E308E549A65B}" dt="2023-02-01T04:23:32.526" v="120" actId="47"/>
        <pc:sldMkLst>
          <pc:docMk/>
          <pc:sldMk cId="1843630687" sldId="431"/>
        </pc:sldMkLst>
        <pc:spChg chg="add del mod">
          <ac:chgData name="Faruk Abdullah" userId="e52374dd587ef96a" providerId="LiveId" clId="{647D9E94-7A52-49EB-8F41-E308E549A65B}" dt="2023-02-01T04:23:14.417" v="117" actId="21"/>
          <ac:spMkLst>
            <pc:docMk/>
            <pc:sldMk cId="1843630687" sldId="431"/>
            <ac:spMk id="4" creationId="{AB20BC1D-C2D3-F2D1-EEF9-F59F73B38A37}"/>
          </ac:spMkLst>
        </pc:spChg>
        <pc:graphicFrameChg chg="add del mod">
          <ac:chgData name="Faruk Abdullah" userId="e52374dd587ef96a" providerId="LiveId" clId="{647D9E94-7A52-49EB-8F41-E308E549A65B}" dt="2023-02-01T04:19:25.852" v="103" actId="21"/>
          <ac:graphicFrameMkLst>
            <pc:docMk/>
            <pc:sldMk cId="1843630687" sldId="431"/>
            <ac:graphicFrameMk id="2" creationId="{00C033B8-E7D9-8F64-6DCA-D20DD76AB65D}"/>
          </ac:graphicFrameMkLst>
        </pc:graphicFrameChg>
        <pc:graphicFrameChg chg="add mod">
          <ac:chgData name="Faruk Abdullah" userId="e52374dd587ef96a" providerId="LiveId" clId="{647D9E94-7A52-49EB-8F41-E308E549A65B}" dt="2023-02-01T04:22:43.070" v="115" actId="21"/>
          <ac:graphicFrameMkLst>
            <pc:docMk/>
            <pc:sldMk cId="1843630687" sldId="431"/>
            <ac:graphicFrameMk id="3" creationId="{92BD91CF-CB9C-AD7E-AA92-07968C2AA027}"/>
          </ac:graphicFrameMkLst>
        </pc:graphicFrameChg>
      </pc:sldChg>
      <pc:sldChg chg="addSp delSp modSp add mod">
        <pc:chgData name="Faruk Abdullah" userId="e52374dd587ef96a" providerId="LiveId" clId="{647D9E94-7A52-49EB-8F41-E308E549A65B}" dt="2023-02-01T04:20:06.617" v="109" actId="478"/>
        <pc:sldMkLst>
          <pc:docMk/>
          <pc:sldMk cId="198236752" sldId="432"/>
        </pc:sldMkLst>
        <pc:graphicFrameChg chg="mod modGraphic">
          <ac:chgData name="Faruk Abdullah" userId="e52374dd587ef96a" providerId="LiveId" clId="{647D9E94-7A52-49EB-8F41-E308E549A65B}" dt="2023-02-01T04:19:59.767" v="108"/>
          <ac:graphicFrameMkLst>
            <pc:docMk/>
            <pc:sldMk cId="198236752" sldId="432"/>
            <ac:graphicFrameMk id="2" creationId="{12F0B17B-D7D2-B663-119E-43957E10575D}"/>
          </ac:graphicFrameMkLst>
        </pc:graphicFrameChg>
        <pc:graphicFrameChg chg="add del mod">
          <ac:chgData name="Faruk Abdullah" userId="e52374dd587ef96a" providerId="LiveId" clId="{647D9E94-7A52-49EB-8F41-E308E549A65B}" dt="2023-02-01T04:20:06.617" v="109" actId="478"/>
          <ac:graphicFrameMkLst>
            <pc:docMk/>
            <pc:sldMk cId="198236752" sldId="432"/>
            <ac:graphicFrameMk id="3" creationId="{CB30CDA3-2AAD-25EA-8BEC-28579B905FE4}"/>
          </ac:graphicFrameMkLst>
        </pc:graphicFrameChg>
      </pc:sldChg>
      <pc:sldChg chg="addSp modSp add">
        <pc:chgData name="Faruk Abdullah" userId="e52374dd587ef96a" providerId="LiveId" clId="{647D9E94-7A52-49EB-8F41-E308E549A65B}" dt="2023-02-01T04:23:18.307" v="118"/>
        <pc:sldMkLst>
          <pc:docMk/>
          <pc:sldMk cId="3300768716" sldId="433"/>
        </pc:sldMkLst>
        <pc:spChg chg="add mod">
          <ac:chgData name="Faruk Abdullah" userId="e52374dd587ef96a" providerId="LiveId" clId="{647D9E94-7A52-49EB-8F41-E308E549A65B}" dt="2023-02-01T04:23:18.307" v="118"/>
          <ac:spMkLst>
            <pc:docMk/>
            <pc:sldMk cId="3300768716" sldId="433"/>
            <ac:spMk id="3" creationId="{CE0F7026-9DA4-7068-62B1-7BCFC3096A49}"/>
          </ac:spMkLst>
        </pc:spChg>
        <pc:graphicFrameChg chg="mod">
          <ac:chgData name="Faruk Abdullah" userId="e52374dd587ef96a" providerId="LiveId" clId="{647D9E94-7A52-49EB-8F41-E308E549A65B}" dt="2023-02-01T04:22:59.459" v="116"/>
          <ac:graphicFrameMkLst>
            <pc:docMk/>
            <pc:sldMk cId="3300768716" sldId="433"/>
            <ac:graphicFrameMk id="2" creationId="{12F0B17B-D7D2-B663-119E-43957E10575D}"/>
          </ac:graphicFrameMkLst>
        </pc:graphicFrameChg>
      </pc:sldChg>
      <pc:sldChg chg="addSp modSp add mod">
        <pc:chgData name="Faruk Abdullah" userId="e52374dd587ef96a" providerId="LiveId" clId="{647D9E94-7A52-49EB-8F41-E308E549A65B}" dt="2023-02-01T04:24:12.074" v="124" actId="1076"/>
        <pc:sldMkLst>
          <pc:docMk/>
          <pc:sldMk cId="1553892950" sldId="434"/>
        </pc:sldMkLst>
        <pc:spChg chg="add mod">
          <ac:chgData name="Faruk Abdullah" userId="e52374dd587ef96a" providerId="LiveId" clId="{647D9E94-7A52-49EB-8F41-E308E549A65B}" dt="2023-02-01T04:24:12.074" v="124" actId="1076"/>
          <ac:spMkLst>
            <pc:docMk/>
            <pc:sldMk cId="1553892950" sldId="434"/>
            <ac:spMk id="4" creationId="{F04F6267-1375-AA33-E0DA-5A8CDE9EE595}"/>
          </ac:spMkLst>
        </pc:spChg>
        <pc:graphicFrameChg chg="mod">
          <ac:chgData name="Faruk Abdullah" userId="e52374dd587ef96a" providerId="LiveId" clId="{647D9E94-7A52-49EB-8F41-E308E549A65B}" dt="2023-02-01T04:23:53.956" v="122"/>
          <ac:graphicFrameMkLst>
            <pc:docMk/>
            <pc:sldMk cId="1553892950" sldId="434"/>
            <ac:graphicFrameMk id="2" creationId="{12F0B17B-D7D2-B663-119E-43957E10575D}"/>
          </ac:graphicFrameMkLst>
        </pc:graphicFrameChg>
      </pc:sldChg>
      <pc:sldChg chg="addSp modSp add mod">
        <pc:chgData name="Faruk Abdullah" userId="e52374dd587ef96a" providerId="LiveId" clId="{647D9E94-7A52-49EB-8F41-E308E549A65B}" dt="2023-02-01T04:25:03.731" v="131" actId="1076"/>
        <pc:sldMkLst>
          <pc:docMk/>
          <pc:sldMk cId="3377421218" sldId="435"/>
        </pc:sldMkLst>
        <pc:spChg chg="add mod">
          <ac:chgData name="Faruk Abdullah" userId="e52374dd587ef96a" providerId="LiveId" clId="{647D9E94-7A52-49EB-8F41-E308E549A65B}" dt="2023-02-01T04:25:03.731" v="131" actId="1076"/>
          <ac:spMkLst>
            <pc:docMk/>
            <pc:sldMk cId="3377421218" sldId="435"/>
            <ac:spMk id="5" creationId="{D26C7ECF-0EE4-2FC6-9854-E34F324EFE40}"/>
          </ac:spMkLst>
        </pc:spChg>
        <pc:graphicFrameChg chg="mod">
          <ac:chgData name="Faruk Abdullah" userId="e52374dd587ef96a" providerId="LiveId" clId="{647D9E94-7A52-49EB-8F41-E308E549A65B}" dt="2023-02-01T04:24:44.590" v="128"/>
          <ac:graphicFrameMkLst>
            <pc:docMk/>
            <pc:sldMk cId="3377421218" sldId="435"/>
            <ac:graphicFrameMk id="2" creationId="{12F0B17B-D7D2-B663-119E-43957E10575D}"/>
          </ac:graphicFrameMkLst>
        </pc:graphicFrameChg>
      </pc:sldChg>
      <pc:sldChg chg="addSp delSp modSp add mod">
        <pc:chgData name="Faruk Abdullah" userId="e52374dd587ef96a" providerId="LiveId" clId="{647D9E94-7A52-49EB-8F41-E308E549A65B}" dt="2023-02-01T04:38:32.147" v="165" actId="313"/>
        <pc:sldMkLst>
          <pc:docMk/>
          <pc:sldMk cId="2332290107" sldId="436"/>
        </pc:sldMkLst>
        <pc:spChg chg="del">
          <ac:chgData name="Faruk Abdullah" userId="e52374dd587ef96a" providerId="LiveId" clId="{647D9E94-7A52-49EB-8F41-E308E549A65B}" dt="2023-02-01T04:29:01.283" v="139" actId="478"/>
          <ac:spMkLst>
            <pc:docMk/>
            <pc:sldMk cId="2332290107" sldId="436"/>
            <ac:spMk id="3" creationId="{CE0F7026-9DA4-7068-62B1-7BCFC3096A49}"/>
          </ac:spMkLst>
        </pc:spChg>
        <pc:spChg chg="del">
          <ac:chgData name="Faruk Abdullah" userId="e52374dd587ef96a" providerId="LiveId" clId="{647D9E94-7A52-49EB-8F41-E308E549A65B}" dt="2023-02-01T04:29:04.594" v="140" actId="478"/>
          <ac:spMkLst>
            <pc:docMk/>
            <pc:sldMk cId="2332290107" sldId="436"/>
            <ac:spMk id="4" creationId="{F04F6267-1375-AA33-E0DA-5A8CDE9EE595}"/>
          </ac:spMkLst>
        </pc:spChg>
        <pc:spChg chg="del mod">
          <ac:chgData name="Faruk Abdullah" userId="e52374dd587ef96a" providerId="LiveId" clId="{647D9E94-7A52-49EB-8F41-E308E549A65B}" dt="2023-02-01T04:28:56.872" v="138" actId="478"/>
          <ac:spMkLst>
            <pc:docMk/>
            <pc:sldMk cId="2332290107" sldId="436"/>
            <ac:spMk id="5" creationId="{D26C7ECF-0EE4-2FC6-9854-E34F324EFE40}"/>
          </ac:spMkLst>
        </pc:spChg>
        <pc:spChg chg="add mod">
          <ac:chgData name="Faruk Abdullah" userId="e52374dd587ef96a" providerId="LiveId" clId="{647D9E94-7A52-49EB-8F41-E308E549A65B}" dt="2023-02-01T04:29:10.970" v="142" actId="1076"/>
          <ac:spMkLst>
            <pc:docMk/>
            <pc:sldMk cId="2332290107" sldId="436"/>
            <ac:spMk id="6" creationId="{B8FE4302-404B-A4A9-FC58-0C0715753AFB}"/>
          </ac:spMkLst>
        </pc:spChg>
        <pc:graphicFrameChg chg="mod modGraphic">
          <ac:chgData name="Faruk Abdullah" userId="e52374dd587ef96a" providerId="LiveId" clId="{647D9E94-7A52-49EB-8F41-E308E549A65B}" dt="2023-02-01T04:38:32.147" v="165" actId="313"/>
          <ac:graphicFrameMkLst>
            <pc:docMk/>
            <pc:sldMk cId="2332290107" sldId="436"/>
            <ac:graphicFrameMk id="2" creationId="{12F0B17B-D7D2-B663-119E-43957E10575D}"/>
          </ac:graphicFrameMkLst>
        </pc:graphicFrameChg>
      </pc:sldChg>
      <pc:sldChg chg="add del">
        <pc:chgData name="Faruk Abdullah" userId="e52374dd587ef96a" providerId="LiveId" clId="{647D9E94-7A52-49EB-8F41-E308E549A65B}" dt="2023-02-01T04:29:51.861" v="145" actId="47"/>
        <pc:sldMkLst>
          <pc:docMk/>
          <pc:sldMk cId="1848012121" sldId="437"/>
        </pc:sldMkLst>
      </pc:sldChg>
      <pc:sldChg chg="addSp modSp new mod">
        <pc:chgData name="Faruk Abdullah" userId="e52374dd587ef96a" providerId="LiveId" clId="{647D9E94-7A52-49EB-8F41-E308E549A65B}" dt="2023-02-01T04:45:30.365" v="204" actId="1076"/>
        <pc:sldMkLst>
          <pc:docMk/>
          <pc:sldMk cId="2970971921" sldId="437"/>
        </pc:sldMkLst>
        <pc:spChg chg="add mod">
          <ac:chgData name="Faruk Abdullah" userId="e52374dd587ef96a" providerId="LiveId" clId="{647D9E94-7A52-49EB-8F41-E308E549A65B}" dt="2023-02-01T04:45:30.365" v="204" actId="1076"/>
          <ac:spMkLst>
            <pc:docMk/>
            <pc:sldMk cId="2970971921" sldId="437"/>
            <ac:spMk id="2" creationId="{F59026CD-195B-9FE5-1A8B-BD3B88CA3366}"/>
          </ac:spMkLst>
        </pc:spChg>
        <pc:spChg chg="add mod">
          <ac:chgData name="Faruk Abdullah" userId="e52374dd587ef96a" providerId="LiveId" clId="{647D9E94-7A52-49EB-8F41-E308E549A65B}" dt="2023-02-01T04:45:25.981" v="203" actId="1076"/>
          <ac:spMkLst>
            <pc:docMk/>
            <pc:sldMk cId="2970971921" sldId="437"/>
            <ac:spMk id="3" creationId="{A39EEA4C-C001-F587-88AD-BD2E53D9DB98}"/>
          </ac:spMkLst>
        </pc:spChg>
      </pc:sldChg>
      <pc:sldChg chg="addSp delSp modSp add mod ord">
        <pc:chgData name="Faruk Abdullah" userId="e52374dd587ef96a" providerId="LiveId" clId="{647D9E94-7A52-49EB-8F41-E308E549A65B}" dt="2023-02-01T04:42:22.556" v="186" actId="1076"/>
        <pc:sldMkLst>
          <pc:docMk/>
          <pc:sldMk cId="3474099780" sldId="438"/>
        </pc:sldMkLst>
        <pc:spChg chg="add mod">
          <ac:chgData name="Faruk Abdullah" userId="e52374dd587ef96a" providerId="LiveId" clId="{647D9E94-7A52-49EB-8F41-E308E549A65B}" dt="2023-02-01T04:42:22.556" v="186" actId="1076"/>
          <ac:spMkLst>
            <pc:docMk/>
            <pc:sldMk cId="3474099780" sldId="438"/>
            <ac:spMk id="3" creationId="{772F5BC5-2974-D659-69E2-0A64AB3A31D9}"/>
          </ac:spMkLst>
        </pc:spChg>
        <pc:spChg chg="del">
          <ac:chgData name="Faruk Abdullah" userId="e52374dd587ef96a" providerId="LiveId" clId="{647D9E94-7A52-49EB-8F41-E308E549A65B}" dt="2023-02-01T04:42:15.703" v="184" actId="478"/>
          <ac:spMkLst>
            <pc:docMk/>
            <pc:sldMk cId="3474099780" sldId="438"/>
            <ac:spMk id="6" creationId="{B8FE4302-404B-A4A9-FC58-0C0715753AFB}"/>
          </ac:spMkLst>
        </pc:spChg>
        <pc:graphicFrameChg chg="mod modGraphic">
          <ac:chgData name="Faruk Abdullah" userId="e52374dd587ef96a" providerId="LiveId" clId="{647D9E94-7A52-49EB-8F41-E308E549A65B}" dt="2023-02-01T04:41:58.055" v="182" actId="13926"/>
          <ac:graphicFrameMkLst>
            <pc:docMk/>
            <pc:sldMk cId="3474099780" sldId="438"/>
            <ac:graphicFrameMk id="2" creationId="{12F0B17B-D7D2-B663-119E-43957E10575D}"/>
          </ac:graphicFrameMkLst>
        </pc:graphicFrameChg>
      </pc:sldChg>
      <pc:sldChg chg="addSp modSp new mod">
        <pc:chgData name="Faruk Abdullah" userId="e52374dd587ef96a" providerId="LiveId" clId="{647D9E94-7A52-49EB-8F41-E308E549A65B}" dt="2023-02-01T04:45:48.477" v="210" actId="20577"/>
        <pc:sldMkLst>
          <pc:docMk/>
          <pc:sldMk cId="2865775096" sldId="439"/>
        </pc:sldMkLst>
        <pc:spChg chg="add mod">
          <ac:chgData name="Faruk Abdullah" userId="e52374dd587ef96a" providerId="LiveId" clId="{647D9E94-7A52-49EB-8F41-E308E549A65B}" dt="2023-02-01T04:45:48.477" v="210" actId="20577"/>
          <ac:spMkLst>
            <pc:docMk/>
            <pc:sldMk cId="2865775096" sldId="439"/>
            <ac:spMk id="2" creationId="{A3A38757-9D6D-CABC-8D2C-49BB7E185633}"/>
          </ac:spMkLst>
        </pc:spChg>
        <pc:spChg chg="add mod">
          <ac:chgData name="Faruk Abdullah" userId="e52374dd587ef96a" providerId="LiveId" clId="{647D9E94-7A52-49EB-8F41-E308E549A65B}" dt="2023-02-01T04:44:36.096" v="200" actId="13926"/>
          <ac:spMkLst>
            <pc:docMk/>
            <pc:sldMk cId="2865775096" sldId="439"/>
            <ac:spMk id="3" creationId="{C691F978-8F14-A788-5D4A-107A2F716ED3}"/>
          </ac:spMkLst>
        </pc:spChg>
      </pc:sldChg>
      <pc:sldChg chg="addSp modSp new mod">
        <pc:chgData name="Faruk Abdullah" userId="e52374dd587ef96a" providerId="LiveId" clId="{647D9E94-7A52-49EB-8F41-E308E549A65B}" dt="2023-02-01T04:46:17.639" v="215" actId="1076"/>
        <pc:sldMkLst>
          <pc:docMk/>
          <pc:sldMk cId="842264258" sldId="440"/>
        </pc:sldMkLst>
        <pc:spChg chg="add mod">
          <ac:chgData name="Faruk Abdullah" userId="e52374dd587ef96a" providerId="LiveId" clId="{647D9E94-7A52-49EB-8F41-E308E549A65B}" dt="2023-02-01T04:46:17.639" v="215" actId="1076"/>
          <ac:spMkLst>
            <pc:docMk/>
            <pc:sldMk cId="842264258" sldId="440"/>
            <ac:spMk id="2" creationId="{882B14DD-A329-13BD-6731-24DAFBB09C81}"/>
          </ac:spMkLst>
        </pc:spChg>
      </pc:sldChg>
      <pc:sldChg chg="addSp modSp new mod">
        <pc:chgData name="Faruk Abdullah" userId="e52374dd587ef96a" providerId="LiveId" clId="{647D9E94-7A52-49EB-8F41-E308E549A65B}" dt="2023-02-01T04:55:48.101" v="238" actId="114"/>
        <pc:sldMkLst>
          <pc:docMk/>
          <pc:sldMk cId="822957559" sldId="441"/>
        </pc:sldMkLst>
        <pc:spChg chg="add mod">
          <ac:chgData name="Faruk Abdullah" userId="e52374dd587ef96a" providerId="LiveId" clId="{647D9E94-7A52-49EB-8F41-E308E549A65B}" dt="2023-02-01T04:55:48.101" v="238" actId="114"/>
          <ac:spMkLst>
            <pc:docMk/>
            <pc:sldMk cId="822957559" sldId="441"/>
            <ac:spMk id="2" creationId="{BA2D788F-4E1B-5486-651A-41A5D7B342C1}"/>
          </ac:spMkLst>
        </pc:spChg>
        <pc:spChg chg="add mod">
          <ac:chgData name="Faruk Abdullah" userId="e52374dd587ef96a" providerId="LiveId" clId="{647D9E94-7A52-49EB-8F41-E308E549A65B}" dt="2023-02-01T04:54:27.084" v="234" actId="1076"/>
          <ac:spMkLst>
            <pc:docMk/>
            <pc:sldMk cId="822957559" sldId="441"/>
            <ac:spMk id="3" creationId="{673BFAEE-68F9-6742-B97D-9A178111CF18}"/>
          </ac:spMkLst>
        </pc:spChg>
      </pc:sldChg>
      <pc:sldChg chg="delSp del">
        <pc:chgData name="Faruk Abdullah" userId="e52374dd587ef96a" providerId="LiveId" clId="{647D9E94-7A52-49EB-8F41-E308E549A65B}" dt="2023-02-06T03:47:28.407" v="329" actId="47"/>
        <pc:sldMkLst>
          <pc:docMk/>
          <pc:sldMk cId="0" sldId="451"/>
        </pc:sldMkLst>
        <pc:spChg chg="del">
          <ac:chgData name="Faruk Abdullah" userId="e52374dd587ef96a" providerId="LiveId" clId="{647D9E94-7A52-49EB-8F41-E308E549A65B}" dt="2023-02-06T03:43:23.179" v="287" actId="478"/>
          <ac:spMkLst>
            <pc:docMk/>
            <pc:sldMk cId="0" sldId="451"/>
            <ac:spMk id="265227" creationId="{799D1038-08E9-4F8A-A1F7-BDA62EA347B0}"/>
          </ac:spMkLst>
        </pc:spChg>
        <pc:spChg chg="del">
          <ac:chgData name="Faruk Abdullah" userId="e52374dd587ef96a" providerId="LiveId" clId="{647D9E94-7A52-49EB-8F41-E308E549A65B}" dt="2023-02-06T03:47:20.959" v="326" actId="21"/>
          <ac:spMkLst>
            <pc:docMk/>
            <pc:sldMk cId="0" sldId="451"/>
            <ac:spMk id="265240" creationId="{2CEE590E-EDD3-44DE-A2E1-8D87C1421F6A}"/>
          </ac:spMkLst>
        </pc:spChg>
      </pc:sldChg>
      <pc:sldChg chg="delSp del">
        <pc:chgData name="Faruk Abdullah" userId="e52374dd587ef96a" providerId="LiveId" clId="{647D9E94-7A52-49EB-8F41-E308E549A65B}" dt="2023-02-06T03:47:46.993" v="333" actId="47"/>
        <pc:sldMkLst>
          <pc:docMk/>
          <pc:sldMk cId="0" sldId="452"/>
        </pc:sldMkLst>
        <pc:spChg chg="del">
          <ac:chgData name="Faruk Abdullah" userId="e52374dd587ef96a" providerId="LiveId" clId="{647D9E94-7A52-49EB-8F41-E308E549A65B}" dt="2023-02-06T03:43:46.702" v="292" actId="478"/>
          <ac:spMkLst>
            <pc:docMk/>
            <pc:sldMk cId="0" sldId="452"/>
            <ac:spMk id="268299" creationId="{5588D201-B60D-49E2-99B5-49518ED802BF}"/>
          </ac:spMkLst>
        </pc:spChg>
        <pc:spChg chg="del">
          <ac:chgData name="Faruk Abdullah" userId="e52374dd587ef96a" providerId="LiveId" clId="{647D9E94-7A52-49EB-8F41-E308E549A65B}" dt="2023-02-06T03:47:37.825" v="330" actId="21"/>
          <ac:spMkLst>
            <pc:docMk/>
            <pc:sldMk cId="0" sldId="452"/>
            <ac:spMk id="268312" creationId="{4E2E0A90-4EC8-47F3-A5CA-62EEF583430E}"/>
          </ac:spMkLst>
        </pc:spChg>
      </pc:sldChg>
      <pc:sldChg chg="addSp delSp modSp">
        <pc:chgData name="Faruk Abdullah" userId="e52374dd587ef96a" providerId="LiveId" clId="{647D9E94-7A52-49EB-8F41-E308E549A65B}" dt="2023-02-06T03:57:35.546" v="460"/>
        <pc:sldMkLst>
          <pc:docMk/>
          <pc:sldMk cId="0" sldId="453"/>
        </pc:sldMkLst>
        <pc:spChg chg="add mod">
          <ac:chgData name="Faruk Abdullah" userId="e52374dd587ef96a" providerId="LiveId" clId="{647D9E94-7A52-49EB-8F41-E308E549A65B}" dt="2023-02-06T03:44:01.708" v="294"/>
          <ac:spMkLst>
            <pc:docMk/>
            <pc:sldMk cId="0" sldId="453"/>
            <ac:spMk id="2" creationId="{E7EABF0E-0F20-F9FA-2425-3DB8E439D525}"/>
          </ac:spMkLst>
        </pc:spChg>
        <pc:spChg chg="add mod">
          <ac:chgData name="Faruk Abdullah" userId="e52374dd587ef96a" providerId="LiveId" clId="{647D9E94-7A52-49EB-8F41-E308E549A65B}" dt="2023-02-06T03:57:35.546" v="460"/>
          <ac:spMkLst>
            <pc:docMk/>
            <pc:sldMk cId="0" sldId="453"/>
            <ac:spMk id="3" creationId="{9A0B70CB-E6F5-7845-394B-27F2362B2986}"/>
          </ac:spMkLst>
        </pc:spChg>
        <pc:spChg chg="del">
          <ac:chgData name="Faruk Abdullah" userId="e52374dd587ef96a" providerId="LiveId" clId="{647D9E94-7A52-49EB-8F41-E308E549A65B}" dt="2023-02-06T03:44:01.200" v="293" actId="478"/>
          <ac:spMkLst>
            <pc:docMk/>
            <pc:sldMk cId="0" sldId="453"/>
            <ac:spMk id="269323" creationId="{93041FDE-AFB0-48F8-BCFC-B289DDE1ABD4}"/>
          </ac:spMkLst>
        </pc:spChg>
      </pc:sldChg>
      <pc:sldChg chg="addSp delSp modSp">
        <pc:chgData name="Faruk Abdullah" userId="e52374dd587ef96a" providerId="LiveId" clId="{647D9E94-7A52-49EB-8F41-E308E549A65B}" dt="2023-02-06T03:57:39.763" v="461"/>
        <pc:sldMkLst>
          <pc:docMk/>
          <pc:sldMk cId="0" sldId="454"/>
        </pc:sldMkLst>
        <pc:spChg chg="add mod">
          <ac:chgData name="Faruk Abdullah" userId="e52374dd587ef96a" providerId="LiveId" clId="{647D9E94-7A52-49EB-8F41-E308E549A65B}" dt="2023-02-06T03:44:12.231" v="296"/>
          <ac:spMkLst>
            <pc:docMk/>
            <pc:sldMk cId="0" sldId="454"/>
            <ac:spMk id="2" creationId="{023C6797-E18A-8A94-D0F3-1943359C78B4}"/>
          </ac:spMkLst>
        </pc:spChg>
        <pc:spChg chg="add mod">
          <ac:chgData name="Faruk Abdullah" userId="e52374dd587ef96a" providerId="LiveId" clId="{647D9E94-7A52-49EB-8F41-E308E549A65B}" dt="2023-02-06T03:57:39.763" v="461"/>
          <ac:spMkLst>
            <pc:docMk/>
            <pc:sldMk cId="0" sldId="454"/>
            <ac:spMk id="3" creationId="{2E819C3D-2654-EFF2-CFFE-EE7E0B631B00}"/>
          </ac:spMkLst>
        </pc:spChg>
        <pc:spChg chg="del">
          <ac:chgData name="Faruk Abdullah" userId="e52374dd587ef96a" providerId="LiveId" clId="{647D9E94-7A52-49EB-8F41-E308E549A65B}" dt="2023-02-06T03:44:11.675" v="295" actId="478"/>
          <ac:spMkLst>
            <pc:docMk/>
            <pc:sldMk cId="0" sldId="454"/>
            <ac:spMk id="270347" creationId="{520CE279-D71C-44D8-8EF6-F84FC8C52C4C}"/>
          </ac:spMkLst>
        </pc:spChg>
      </pc:sldChg>
      <pc:sldChg chg="addSp delSp modSp mod modAnim">
        <pc:chgData name="Faruk Abdullah" userId="e52374dd587ef96a" providerId="LiveId" clId="{647D9E94-7A52-49EB-8F41-E308E549A65B}" dt="2023-02-06T03:57:51.116" v="464" actId="20577"/>
        <pc:sldMkLst>
          <pc:docMk/>
          <pc:sldMk cId="0" sldId="455"/>
        </pc:sldMkLst>
        <pc:spChg chg="add mod">
          <ac:chgData name="Faruk Abdullah" userId="e52374dd587ef96a" providerId="LiveId" clId="{647D9E94-7A52-49EB-8F41-E308E549A65B}" dt="2023-02-06T03:44:23.978" v="298"/>
          <ac:spMkLst>
            <pc:docMk/>
            <pc:sldMk cId="0" sldId="455"/>
            <ac:spMk id="2" creationId="{7FEA80E0-41AB-4378-DB10-26C46156E56F}"/>
          </ac:spMkLst>
        </pc:spChg>
        <pc:spChg chg="add mod">
          <ac:chgData name="Faruk Abdullah" userId="e52374dd587ef96a" providerId="LiveId" clId="{647D9E94-7A52-49EB-8F41-E308E549A65B}" dt="2023-02-06T03:49:50.527" v="342"/>
          <ac:spMkLst>
            <pc:docMk/>
            <pc:sldMk cId="0" sldId="455"/>
            <ac:spMk id="3" creationId="{EE2F68B2-4A90-B946-1AD4-691AEEDF653D}"/>
          </ac:spMkLst>
        </pc:spChg>
        <pc:spChg chg="add mod">
          <ac:chgData name="Faruk Abdullah" userId="e52374dd587ef96a" providerId="LiveId" clId="{647D9E94-7A52-49EB-8F41-E308E549A65B}" dt="2023-02-06T03:57:51.116" v="464" actId="20577"/>
          <ac:spMkLst>
            <pc:docMk/>
            <pc:sldMk cId="0" sldId="455"/>
            <ac:spMk id="4" creationId="{A76B424F-109E-5CE5-B75B-7CB069F591B5}"/>
          </ac:spMkLst>
        </pc:spChg>
        <pc:spChg chg="del">
          <ac:chgData name="Faruk Abdullah" userId="e52374dd587ef96a" providerId="LiveId" clId="{647D9E94-7A52-49EB-8F41-E308E549A65B}" dt="2023-02-06T03:44:23.596" v="297" actId="478"/>
          <ac:spMkLst>
            <pc:docMk/>
            <pc:sldMk cId="0" sldId="455"/>
            <ac:spMk id="271371" creationId="{A2ECCE39-4A80-4A3D-BDE8-1A4C34BEA321}"/>
          </ac:spMkLst>
        </pc:spChg>
      </pc:sldChg>
      <pc:sldChg chg="addSp delSp add del">
        <pc:chgData name="Faruk Abdullah" userId="e52374dd587ef96a" providerId="LiveId" clId="{647D9E94-7A52-49EB-8F41-E308E549A65B}" dt="2023-02-06T03:49:57.726" v="344" actId="47"/>
        <pc:sldMkLst>
          <pc:docMk/>
          <pc:sldMk cId="0" sldId="456"/>
        </pc:sldMkLst>
        <pc:spChg chg="del">
          <ac:chgData name="Faruk Abdullah" userId="e52374dd587ef96a" providerId="LiveId" clId="{647D9E94-7A52-49EB-8F41-E308E549A65B}" dt="2023-02-06T03:44:31.374" v="299" actId="478"/>
          <ac:spMkLst>
            <pc:docMk/>
            <pc:sldMk cId="0" sldId="456"/>
            <ac:spMk id="272395" creationId="{2F8E325C-60AC-4019-8F11-7AE402AB97CD}"/>
          </ac:spMkLst>
        </pc:spChg>
        <pc:spChg chg="add del">
          <ac:chgData name="Faruk Abdullah" userId="e52374dd587ef96a" providerId="LiveId" clId="{647D9E94-7A52-49EB-8F41-E308E549A65B}" dt="2023-02-06T03:49:46.800" v="341" actId="21"/>
          <ac:spMkLst>
            <pc:docMk/>
            <pc:sldMk cId="0" sldId="456"/>
            <ac:spMk id="272408" creationId="{CCB56F76-C024-4CC1-9D44-D8090A082047}"/>
          </ac:spMkLst>
        </pc:spChg>
      </pc:sldChg>
      <pc:sldChg chg="addSp delSp modSp">
        <pc:chgData name="Faruk Abdullah" userId="e52374dd587ef96a" providerId="LiveId" clId="{647D9E94-7A52-49EB-8F41-E308E549A65B}" dt="2023-02-06T03:57:57.600" v="465"/>
        <pc:sldMkLst>
          <pc:docMk/>
          <pc:sldMk cId="0" sldId="457"/>
        </pc:sldMkLst>
        <pc:spChg chg="add mod">
          <ac:chgData name="Faruk Abdullah" userId="e52374dd587ef96a" providerId="LiveId" clId="{647D9E94-7A52-49EB-8F41-E308E549A65B}" dt="2023-02-06T03:44:41.470" v="301"/>
          <ac:spMkLst>
            <pc:docMk/>
            <pc:sldMk cId="0" sldId="457"/>
            <ac:spMk id="2" creationId="{6F44A711-5257-8E1E-E375-BFD30DE24A0B}"/>
          </ac:spMkLst>
        </pc:spChg>
        <pc:spChg chg="add mod">
          <ac:chgData name="Faruk Abdullah" userId="e52374dd587ef96a" providerId="LiveId" clId="{647D9E94-7A52-49EB-8F41-E308E549A65B}" dt="2023-02-06T03:57:57.600" v="465"/>
          <ac:spMkLst>
            <pc:docMk/>
            <pc:sldMk cId="0" sldId="457"/>
            <ac:spMk id="3" creationId="{470A18F0-1D59-2DD3-AB04-EDB918C20D16}"/>
          </ac:spMkLst>
        </pc:spChg>
        <pc:spChg chg="del">
          <ac:chgData name="Faruk Abdullah" userId="e52374dd587ef96a" providerId="LiveId" clId="{647D9E94-7A52-49EB-8F41-E308E549A65B}" dt="2023-02-06T03:44:40.658" v="300" actId="478"/>
          <ac:spMkLst>
            <pc:docMk/>
            <pc:sldMk cId="0" sldId="457"/>
            <ac:spMk id="273419" creationId="{55AF32E8-1CF0-4B6E-9695-91139062CB57}"/>
          </ac:spMkLst>
        </pc:spChg>
      </pc:sldChg>
      <pc:sldChg chg="addSp delSp modSp modAnim">
        <pc:chgData name="Faruk Abdullah" userId="e52374dd587ef96a" providerId="LiveId" clId="{647D9E94-7A52-49EB-8F41-E308E549A65B}" dt="2023-02-06T03:58:01.334" v="466"/>
        <pc:sldMkLst>
          <pc:docMk/>
          <pc:sldMk cId="0" sldId="458"/>
        </pc:sldMkLst>
        <pc:spChg chg="add mod">
          <ac:chgData name="Faruk Abdullah" userId="e52374dd587ef96a" providerId="LiveId" clId="{647D9E94-7A52-49EB-8F41-E308E549A65B}" dt="2023-02-06T03:44:49.116" v="303"/>
          <ac:spMkLst>
            <pc:docMk/>
            <pc:sldMk cId="0" sldId="458"/>
            <ac:spMk id="2" creationId="{556A4261-202F-E517-3980-487CC8F1F9FD}"/>
          </ac:spMkLst>
        </pc:spChg>
        <pc:spChg chg="add del mod">
          <ac:chgData name="Faruk Abdullah" userId="e52374dd587ef96a" providerId="LiveId" clId="{647D9E94-7A52-49EB-8F41-E308E549A65B}" dt="2023-02-06T03:49:30.023" v="338"/>
          <ac:spMkLst>
            <pc:docMk/>
            <pc:sldMk cId="0" sldId="458"/>
            <ac:spMk id="3" creationId="{C7D61B65-4E50-226C-95B0-4282CE4340E6}"/>
          </ac:spMkLst>
        </pc:spChg>
        <pc:spChg chg="add mod">
          <ac:chgData name="Faruk Abdullah" userId="e52374dd587ef96a" providerId="LiveId" clId="{647D9E94-7A52-49EB-8F41-E308E549A65B}" dt="2023-02-06T03:50:19.245" v="346"/>
          <ac:spMkLst>
            <pc:docMk/>
            <pc:sldMk cId="0" sldId="458"/>
            <ac:spMk id="4" creationId="{437B6DE1-A552-ABAF-80D4-A5C801EFE674}"/>
          </ac:spMkLst>
        </pc:spChg>
        <pc:spChg chg="add mod">
          <ac:chgData name="Faruk Abdullah" userId="e52374dd587ef96a" providerId="LiveId" clId="{647D9E94-7A52-49EB-8F41-E308E549A65B}" dt="2023-02-06T03:58:01.334" v="466"/>
          <ac:spMkLst>
            <pc:docMk/>
            <pc:sldMk cId="0" sldId="458"/>
            <ac:spMk id="5" creationId="{CFC893B9-7426-70CE-B053-C42276929592}"/>
          </ac:spMkLst>
        </pc:spChg>
        <pc:spChg chg="del">
          <ac:chgData name="Faruk Abdullah" userId="e52374dd587ef96a" providerId="LiveId" clId="{647D9E94-7A52-49EB-8F41-E308E549A65B}" dt="2023-02-06T03:44:48.052" v="302" actId="478"/>
          <ac:spMkLst>
            <pc:docMk/>
            <pc:sldMk cId="0" sldId="458"/>
            <ac:spMk id="274443" creationId="{4BA4643E-766C-47F2-BD6D-9356151CA42E}"/>
          </ac:spMkLst>
        </pc:spChg>
      </pc:sldChg>
      <pc:sldChg chg="addSp delSp modSp">
        <pc:chgData name="Faruk Abdullah" userId="e52374dd587ef96a" providerId="LiveId" clId="{647D9E94-7A52-49EB-8F41-E308E549A65B}" dt="2023-02-06T03:58:12.426" v="470"/>
        <pc:sldMkLst>
          <pc:docMk/>
          <pc:sldMk cId="0" sldId="459"/>
        </pc:sldMkLst>
        <pc:spChg chg="add mod">
          <ac:chgData name="Faruk Abdullah" userId="e52374dd587ef96a" providerId="LiveId" clId="{647D9E94-7A52-49EB-8F41-E308E549A65B}" dt="2023-02-06T03:45:25.623" v="311"/>
          <ac:spMkLst>
            <pc:docMk/>
            <pc:sldMk cId="0" sldId="459"/>
            <ac:spMk id="2" creationId="{FEA96A9F-BEEE-3D1C-3033-658C8C69C7E0}"/>
          </ac:spMkLst>
        </pc:spChg>
        <pc:spChg chg="add mod">
          <ac:chgData name="Faruk Abdullah" userId="e52374dd587ef96a" providerId="LiveId" clId="{647D9E94-7A52-49EB-8F41-E308E549A65B}" dt="2023-02-06T03:58:12.426" v="470"/>
          <ac:spMkLst>
            <pc:docMk/>
            <pc:sldMk cId="0" sldId="459"/>
            <ac:spMk id="3" creationId="{95C7739A-E2F9-40C8-4FB3-824AE1234678}"/>
          </ac:spMkLst>
        </pc:spChg>
        <pc:spChg chg="del">
          <ac:chgData name="Faruk Abdullah" userId="e52374dd587ef96a" providerId="LiveId" clId="{647D9E94-7A52-49EB-8F41-E308E549A65B}" dt="2023-02-06T03:45:24.671" v="310" actId="478"/>
          <ac:spMkLst>
            <pc:docMk/>
            <pc:sldMk cId="0" sldId="459"/>
            <ac:spMk id="281611" creationId="{1462868E-E5A3-4288-BA63-FB44244FDBF9}"/>
          </ac:spMkLst>
        </pc:spChg>
      </pc:sldChg>
      <pc:sldChg chg="addSp delSp modSp modAnim">
        <pc:chgData name="Faruk Abdullah" userId="e52374dd587ef96a" providerId="LiveId" clId="{647D9E94-7A52-49EB-8F41-E308E549A65B}" dt="2023-02-06T03:58:15.560" v="471"/>
        <pc:sldMkLst>
          <pc:docMk/>
          <pc:sldMk cId="0" sldId="460"/>
        </pc:sldMkLst>
        <pc:spChg chg="add mod">
          <ac:chgData name="Faruk Abdullah" userId="e52374dd587ef96a" providerId="LiveId" clId="{647D9E94-7A52-49EB-8F41-E308E549A65B}" dt="2023-02-06T03:45:32.761" v="313"/>
          <ac:spMkLst>
            <pc:docMk/>
            <pc:sldMk cId="0" sldId="460"/>
            <ac:spMk id="2" creationId="{5DE3D099-AA5C-10EC-C2A5-820790832ED1}"/>
          </ac:spMkLst>
        </pc:spChg>
        <pc:spChg chg="add mod">
          <ac:chgData name="Faruk Abdullah" userId="e52374dd587ef96a" providerId="LiveId" clId="{647D9E94-7A52-49EB-8F41-E308E549A65B}" dt="2023-02-06T03:51:24.859" v="358"/>
          <ac:spMkLst>
            <pc:docMk/>
            <pc:sldMk cId="0" sldId="460"/>
            <ac:spMk id="3" creationId="{1E1C01E8-E213-2EB1-A415-7F44ED1966AE}"/>
          </ac:spMkLst>
        </pc:spChg>
        <pc:spChg chg="add mod">
          <ac:chgData name="Faruk Abdullah" userId="e52374dd587ef96a" providerId="LiveId" clId="{647D9E94-7A52-49EB-8F41-E308E549A65B}" dt="2023-02-06T03:58:15.560" v="471"/>
          <ac:spMkLst>
            <pc:docMk/>
            <pc:sldMk cId="0" sldId="460"/>
            <ac:spMk id="4" creationId="{71149F4B-180D-8C86-B80D-55C5CB220824}"/>
          </ac:spMkLst>
        </pc:spChg>
        <pc:spChg chg="del">
          <ac:chgData name="Faruk Abdullah" userId="e52374dd587ef96a" providerId="LiveId" clId="{647D9E94-7A52-49EB-8F41-E308E549A65B}" dt="2023-02-06T03:45:31.890" v="312" actId="478"/>
          <ac:spMkLst>
            <pc:docMk/>
            <pc:sldMk cId="0" sldId="460"/>
            <ac:spMk id="282635" creationId="{39F392E1-DF51-4466-A908-7CFE6244C37B}"/>
          </ac:spMkLst>
        </pc:spChg>
      </pc:sldChg>
      <pc:sldChg chg="delSp del">
        <pc:chgData name="Faruk Abdullah" userId="e52374dd587ef96a" providerId="LiveId" clId="{647D9E94-7A52-49EB-8F41-E308E549A65B}" dt="2023-02-06T03:51:30.141" v="360" actId="47"/>
        <pc:sldMkLst>
          <pc:docMk/>
          <pc:sldMk cId="0" sldId="461"/>
        </pc:sldMkLst>
        <pc:spChg chg="del">
          <ac:chgData name="Faruk Abdullah" userId="e52374dd587ef96a" providerId="LiveId" clId="{647D9E94-7A52-49EB-8F41-E308E549A65B}" dt="2023-02-06T03:51:21.950" v="357" actId="21"/>
          <ac:spMkLst>
            <pc:docMk/>
            <pc:sldMk cId="0" sldId="461"/>
            <ac:spMk id="283672" creationId="{3B970963-FC1F-48D0-981A-1056318D90C1}"/>
          </ac:spMkLst>
        </pc:spChg>
      </pc:sldChg>
      <pc:sldChg chg="addSp delSp modSp">
        <pc:chgData name="Faruk Abdullah" userId="e52374dd587ef96a" providerId="LiveId" clId="{647D9E94-7A52-49EB-8F41-E308E549A65B}" dt="2023-02-06T03:45:44.723" v="315"/>
        <pc:sldMkLst>
          <pc:docMk/>
          <pc:sldMk cId="0" sldId="462"/>
        </pc:sldMkLst>
        <pc:spChg chg="add mod">
          <ac:chgData name="Faruk Abdullah" userId="e52374dd587ef96a" providerId="LiveId" clId="{647D9E94-7A52-49EB-8F41-E308E549A65B}" dt="2023-02-06T03:45:44.723" v="315"/>
          <ac:spMkLst>
            <pc:docMk/>
            <pc:sldMk cId="0" sldId="462"/>
            <ac:spMk id="2" creationId="{0FFABD75-181E-78B8-0F96-578AD1C019D7}"/>
          </ac:spMkLst>
        </pc:spChg>
        <pc:spChg chg="del">
          <ac:chgData name="Faruk Abdullah" userId="e52374dd587ef96a" providerId="LiveId" clId="{647D9E94-7A52-49EB-8F41-E308E549A65B}" dt="2023-02-06T03:45:44.257" v="314" actId="478"/>
          <ac:spMkLst>
            <pc:docMk/>
            <pc:sldMk cId="0" sldId="462"/>
            <ac:spMk id="284683" creationId="{6758C433-C3BF-44E1-AAF8-16C25FFD7106}"/>
          </ac:spMkLst>
        </pc:spChg>
      </pc:sldChg>
      <pc:sldChg chg="addSp delSp modSp">
        <pc:chgData name="Faruk Abdullah" userId="e52374dd587ef96a" providerId="LiveId" clId="{647D9E94-7A52-49EB-8F41-E308E549A65B}" dt="2023-02-06T03:58:19.363" v="472"/>
        <pc:sldMkLst>
          <pc:docMk/>
          <pc:sldMk cId="0" sldId="463"/>
        </pc:sldMkLst>
        <pc:spChg chg="add mod">
          <ac:chgData name="Faruk Abdullah" userId="e52374dd587ef96a" providerId="LiveId" clId="{647D9E94-7A52-49EB-8F41-E308E549A65B}" dt="2023-02-06T03:45:53.121" v="317"/>
          <ac:spMkLst>
            <pc:docMk/>
            <pc:sldMk cId="0" sldId="463"/>
            <ac:spMk id="2" creationId="{A4173088-DAFF-B86A-37A5-0A572AF519FC}"/>
          </ac:spMkLst>
        </pc:spChg>
        <pc:spChg chg="add mod">
          <ac:chgData name="Faruk Abdullah" userId="e52374dd587ef96a" providerId="LiveId" clId="{647D9E94-7A52-49EB-8F41-E308E549A65B}" dt="2023-02-06T03:58:19.363" v="472"/>
          <ac:spMkLst>
            <pc:docMk/>
            <pc:sldMk cId="0" sldId="463"/>
            <ac:spMk id="3" creationId="{ED0A3A37-5751-A892-C46F-B20BB6D39568}"/>
          </ac:spMkLst>
        </pc:spChg>
        <pc:spChg chg="del">
          <ac:chgData name="Faruk Abdullah" userId="e52374dd587ef96a" providerId="LiveId" clId="{647D9E94-7A52-49EB-8F41-E308E549A65B}" dt="2023-02-06T03:45:52.593" v="316" actId="478"/>
          <ac:spMkLst>
            <pc:docMk/>
            <pc:sldMk cId="0" sldId="463"/>
            <ac:spMk id="285707" creationId="{3D4B84AF-7269-45B5-BB57-1FE0AAA826F1}"/>
          </ac:spMkLst>
        </pc:spChg>
      </pc:sldChg>
      <pc:sldChg chg="del">
        <pc:chgData name="Faruk Abdullah" userId="e52374dd587ef96a" providerId="LiveId" clId="{647D9E94-7A52-49EB-8F41-E308E549A65B}" dt="2023-02-06T03:53:09.582" v="406" actId="47"/>
        <pc:sldMkLst>
          <pc:docMk/>
          <pc:sldMk cId="0" sldId="464"/>
        </pc:sldMkLst>
      </pc:sldChg>
      <pc:sldChg chg="del">
        <pc:chgData name="Faruk Abdullah" userId="e52374dd587ef96a" providerId="LiveId" clId="{647D9E94-7A52-49EB-8F41-E308E549A65B}" dt="2023-02-06T03:48:48.760" v="334" actId="47"/>
        <pc:sldMkLst>
          <pc:docMk/>
          <pc:sldMk cId="3519572668" sldId="465"/>
        </pc:sldMkLst>
      </pc:sldChg>
      <pc:sldChg chg="addSp delSp modSp add mod">
        <pc:chgData name="Faruk Abdullah" userId="e52374dd587ef96a" providerId="LiveId" clId="{647D9E94-7A52-49EB-8F41-E308E549A65B}" dt="2023-02-07T06:02:35.255" v="479" actId="20577"/>
        <pc:sldMkLst>
          <pc:docMk/>
          <pc:sldMk cId="4217432257" sldId="465"/>
        </pc:sldMkLst>
        <pc:spChg chg="mod">
          <ac:chgData name="Faruk Abdullah" userId="e52374dd587ef96a" providerId="LiveId" clId="{647D9E94-7A52-49EB-8F41-E308E549A65B}" dt="2023-02-06T03:53:03.358" v="405"/>
          <ac:spMkLst>
            <pc:docMk/>
            <pc:sldMk cId="4217432257" sldId="465"/>
            <ac:spMk id="285698" creationId="{53FB21AE-E871-4D6B-A423-F0A8500B9C2C}"/>
          </ac:spMkLst>
        </pc:spChg>
        <pc:spChg chg="mod">
          <ac:chgData name="Faruk Abdullah" userId="e52374dd587ef96a" providerId="LiveId" clId="{647D9E94-7A52-49EB-8F41-E308E549A65B}" dt="2023-02-06T03:53:24.895" v="407" actId="207"/>
          <ac:spMkLst>
            <pc:docMk/>
            <pc:sldMk cId="4217432257" sldId="465"/>
            <ac:spMk id="285699" creationId="{06A5A8CF-B1A6-40F7-AF82-3B5B09276F4F}"/>
          </ac:spMkLst>
        </pc:spChg>
        <pc:spChg chg="add del mod">
          <ac:chgData name="Faruk Abdullah" userId="e52374dd587ef96a" providerId="LiveId" clId="{647D9E94-7A52-49EB-8F41-E308E549A65B}" dt="2023-02-07T06:02:30.239" v="477" actId="20577"/>
          <ac:spMkLst>
            <pc:docMk/>
            <pc:sldMk cId="4217432257" sldId="465"/>
            <ac:spMk id="285701" creationId="{1DD0A078-A2BF-445D-8EFB-D5E890E00CCE}"/>
          </ac:spMkLst>
        </pc:spChg>
        <pc:spChg chg="mod">
          <ac:chgData name="Faruk Abdullah" userId="e52374dd587ef96a" providerId="LiveId" clId="{647D9E94-7A52-49EB-8F41-E308E549A65B}" dt="2023-02-06T03:53:30.636" v="408" actId="207"/>
          <ac:spMkLst>
            <pc:docMk/>
            <pc:sldMk cId="4217432257" sldId="465"/>
            <ac:spMk id="285703" creationId="{91DF3A2A-F970-42D7-9867-9A9360F719E8}"/>
          </ac:spMkLst>
        </pc:spChg>
        <pc:spChg chg="mod">
          <ac:chgData name="Faruk Abdullah" userId="e52374dd587ef96a" providerId="LiveId" clId="{647D9E94-7A52-49EB-8F41-E308E549A65B}" dt="2023-02-07T06:02:35.255" v="479" actId="20577"/>
          <ac:spMkLst>
            <pc:docMk/>
            <pc:sldMk cId="4217432257" sldId="465"/>
            <ac:spMk id="285705" creationId="{F25154CE-139A-4204-9AD8-C7B28F2D55AA}"/>
          </ac:spMkLst>
        </pc:spChg>
        <pc:spChg chg="mod">
          <ac:chgData name="Faruk Abdullah" userId="e52374dd587ef96a" providerId="LiveId" clId="{647D9E94-7A52-49EB-8F41-E308E549A65B}" dt="2023-02-06T03:52:30.501" v="404" actId="403"/>
          <ac:spMkLst>
            <pc:docMk/>
            <pc:sldMk cId="4217432257" sldId="465"/>
            <ac:spMk id="285721" creationId="{41E0E9E5-783A-4EE2-845F-D101BC26D40A}"/>
          </ac:spMkLst>
        </pc:spChg>
        <pc:grpChg chg="del">
          <ac:chgData name="Faruk Abdullah" userId="e52374dd587ef96a" providerId="LiveId" clId="{647D9E94-7A52-49EB-8F41-E308E549A65B}" dt="2023-02-06T03:52:03.034" v="362" actId="478"/>
          <ac:grpSpMkLst>
            <pc:docMk/>
            <pc:sldMk cId="4217432257" sldId="465"/>
            <ac:grpSpMk id="285714" creationId="{7EFF6162-5570-4D35-8432-B64680D6B94C}"/>
          </ac:grpSpMkLst>
        </pc:grpChg>
      </pc:sldChg>
    </pc:docChg>
  </pc:docChgLst>
  <pc:docChgLst>
    <pc:chgData name="Faruk Abdullah" userId="e52374dd587ef96a" providerId="LiveId" clId="{A696F381-4239-4178-8BF1-DD945081E2EE}"/>
    <pc:docChg chg="undo custSel addSld delSld modSld sldOrd">
      <pc:chgData name="Faruk Abdullah" userId="e52374dd587ef96a" providerId="LiveId" clId="{A696F381-4239-4178-8BF1-DD945081E2EE}" dt="2023-02-03T19:01:29.311" v="405" actId="20577"/>
      <pc:docMkLst>
        <pc:docMk/>
      </pc:docMkLst>
      <pc:sldChg chg="modSp mod">
        <pc:chgData name="Faruk Abdullah" userId="e52374dd587ef96a" providerId="LiveId" clId="{A696F381-4239-4178-8BF1-DD945081E2EE}" dt="2023-01-31T19:04:48.038" v="234" actId="1076"/>
        <pc:sldMkLst>
          <pc:docMk/>
          <pc:sldMk cId="700707328" sldId="256"/>
        </pc:sldMkLst>
        <pc:spChg chg="mod">
          <ac:chgData name="Faruk Abdullah" userId="e52374dd587ef96a" providerId="LiveId" clId="{A696F381-4239-4178-8BF1-DD945081E2EE}" dt="2023-01-31T19:04:48.038" v="234" actId="1076"/>
          <ac:spMkLst>
            <pc:docMk/>
            <pc:sldMk cId="700707328" sldId="256"/>
            <ac:spMk id="2" creationId="{00000000-0000-0000-0000-000000000000}"/>
          </ac:spMkLst>
        </pc:spChg>
      </pc:sldChg>
      <pc:sldChg chg="addSp delSp modSp mod addAnim delAnim">
        <pc:chgData name="Faruk Abdullah" userId="e52374dd587ef96a" providerId="LiveId" clId="{A696F381-4239-4178-8BF1-DD945081E2EE}" dt="2023-01-31T19:05:50.769" v="239" actId="478"/>
        <pc:sldMkLst>
          <pc:docMk/>
          <pc:sldMk cId="2823762119" sldId="258"/>
        </pc:sldMkLst>
        <pc:spChg chg="add del mod">
          <ac:chgData name="Faruk Abdullah" userId="e52374dd587ef96a" providerId="LiveId" clId="{A696F381-4239-4178-8BF1-DD945081E2EE}" dt="2023-01-31T19:05:50.769" v="239" actId="478"/>
          <ac:spMkLst>
            <pc:docMk/>
            <pc:sldMk cId="2823762119" sldId="258"/>
            <ac:spMk id="3" creationId="{81B86F7A-ACD3-4578-BBFB-CC772CACE346}"/>
          </ac:spMkLst>
        </pc:spChg>
        <pc:spChg chg="add del">
          <ac:chgData name="Faruk Abdullah" userId="e52374dd587ef96a" providerId="LiveId" clId="{A696F381-4239-4178-8BF1-DD945081E2EE}" dt="2023-01-31T19:05:50.135" v="238" actId="478"/>
          <ac:spMkLst>
            <pc:docMk/>
            <pc:sldMk cId="2823762119" sldId="258"/>
            <ac:spMk id="6" creationId="{D433B17E-AF84-4644-AA21-18C7DA3387F1}"/>
          </ac:spMkLst>
        </pc:spChg>
      </pc:sldChg>
      <pc:sldChg chg="modSp mod">
        <pc:chgData name="Faruk Abdullah" userId="e52374dd587ef96a" providerId="LiveId" clId="{A696F381-4239-4178-8BF1-DD945081E2EE}" dt="2023-02-03T19:01:29.311" v="405" actId="20577"/>
        <pc:sldMkLst>
          <pc:docMk/>
          <pc:sldMk cId="1923382373" sldId="264"/>
        </pc:sldMkLst>
        <pc:spChg chg="mod">
          <ac:chgData name="Faruk Abdullah" userId="e52374dd587ef96a" providerId="LiveId" clId="{A696F381-4239-4178-8BF1-DD945081E2EE}" dt="2023-02-03T19:01:29.311" v="405" actId="20577"/>
          <ac:spMkLst>
            <pc:docMk/>
            <pc:sldMk cId="1923382373" sldId="264"/>
            <ac:spMk id="6" creationId="{50FA72C3-99CF-46C1-96D6-7C99B71243B9}"/>
          </ac:spMkLst>
        </pc:spChg>
      </pc:sldChg>
      <pc:sldChg chg="delSp modSp mod">
        <pc:chgData name="Faruk Abdullah" userId="e52374dd587ef96a" providerId="LiveId" clId="{A696F381-4239-4178-8BF1-DD945081E2EE}" dt="2023-02-03T19:00:36.694" v="400" actId="14100"/>
        <pc:sldMkLst>
          <pc:docMk/>
          <pc:sldMk cId="3224969828" sldId="265"/>
        </pc:sldMkLst>
        <pc:spChg chg="del mod">
          <ac:chgData name="Faruk Abdullah" userId="e52374dd587ef96a" providerId="LiveId" clId="{A696F381-4239-4178-8BF1-DD945081E2EE}" dt="2023-02-03T18:59:21.021" v="373"/>
          <ac:spMkLst>
            <pc:docMk/>
            <pc:sldMk cId="3224969828" sldId="265"/>
            <ac:spMk id="2" creationId="{98E0FF49-8518-467A-A1BB-C4CB1DF0F1E9}"/>
          </ac:spMkLst>
        </pc:spChg>
        <pc:spChg chg="mod">
          <ac:chgData name="Faruk Abdullah" userId="e52374dd587ef96a" providerId="LiveId" clId="{A696F381-4239-4178-8BF1-DD945081E2EE}" dt="2023-02-03T19:00:36.694" v="400" actId="14100"/>
          <ac:spMkLst>
            <pc:docMk/>
            <pc:sldMk cId="3224969828" sldId="265"/>
            <ac:spMk id="3" creationId="{56CD2EA8-B54C-CE4F-A943-BFB367453E0E}"/>
          </ac:spMkLst>
        </pc:spChg>
        <pc:spChg chg="del mod">
          <ac:chgData name="Faruk Abdullah" userId="e52374dd587ef96a" providerId="LiveId" clId="{A696F381-4239-4178-8BF1-DD945081E2EE}" dt="2023-02-03T18:59:21.022" v="375"/>
          <ac:spMkLst>
            <pc:docMk/>
            <pc:sldMk cId="3224969828" sldId="265"/>
            <ac:spMk id="5" creationId="{9AB4EDF2-1990-4043-A440-B22959F8C618}"/>
          </ac:spMkLst>
        </pc:spChg>
        <pc:spChg chg="del mod">
          <ac:chgData name="Faruk Abdullah" userId="e52374dd587ef96a" providerId="LiveId" clId="{A696F381-4239-4178-8BF1-DD945081E2EE}" dt="2023-02-03T18:59:21.023" v="377"/>
          <ac:spMkLst>
            <pc:docMk/>
            <pc:sldMk cId="3224969828" sldId="265"/>
            <ac:spMk id="6" creationId="{978E8825-3D79-4B4E-96A9-A5802CCCCE98}"/>
          </ac:spMkLst>
        </pc:spChg>
      </pc:sldChg>
      <pc:sldChg chg="del">
        <pc:chgData name="Faruk Abdullah" userId="e52374dd587ef96a" providerId="LiveId" clId="{A696F381-4239-4178-8BF1-DD945081E2EE}" dt="2023-01-28T08:09:25.015" v="79" actId="47"/>
        <pc:sldMkLst>
          <pc:docMk/>
          <pc:sldMk cId="117459847" sldId="267"/>
        </pc:sldMkLst>
      </pc:sldChg>
      <pc:sldChg chg="modSp ord">
        <pc:chgData name="Faruk Abdullah" userId="e52374dd587ef96a" providerId="LiveId" clId="{A696F381-4239-4178-8BF1-DD945081E2EE}" dt="2023-01-28T08:10:35.412" v="85"/>
        <pc:sldMkLst>
          <pc:docMk/>
          <pc:sldMk cId="3962129296" sldId="268"/>
        </pc:sldMkLst>
        <pc:picChg chg="mod">
          <ac:chgData name="Faruk Abdullah" userId="e52374dd587ef96a" providerId="LiveId" clId="{A696F381-4239-4178-8BF1-DD945081E2EE}" dt="2023-01-28T08:04:25.896" v="0" actId="1076"/>
          <ac:picMkLst>
            <pc:docMk/>
            <pc:sldMk cId="3962129296" sldId="268"/>
            <ac:picMk id="5" creationId="{1D8CA788-1820-433B-81DD-E8442E5385BD}"/>
          </ac:picMkLst>
        </pc:picChg>
      </pc:sldChg>
      <pc:sldChg chg="addSp delSp modSp mod">
        <pc:chgData name="Faruk Abdullah" userId="e52374dd587ef96a" providerId="LiveId" clId="{A696F381-4239-4178-8BF1-DD945081E2EE}" dt="2023-01-31T19:12:08.532" v="278" actId="207"/>
        <pc:sldMkLst>
          <pc:docMk/>
          <pc:sldMk cId="217983692" sldId="269"/>
        </pc:sldMkLst>
        <pc:spChg chg="mod">
          <ac:chgData name="Faruk Abdullah" userId="e52374dd587ef96a" providerId="LiveId" clId="{A696F381-4239-4178-8BF1-DD945081E2EE}" dt="2023-01-28T08:13:34.383" v="133" actId="20577"/>
          <ac:spMkLst>
            <pc:docMk/>
            <pc:sldMk cId="217983692" sldId="269"/>
            <ac:spMk id="2" creationId="{6C9EA4F2-9D12-4FB0-A48D-CECE936E352F}"/>
          </ac:spMkLst>
        </pc:spChg>
        <pc:spChg chg="add del mod">
          <ac:chgData name="Faruk Abdullah" userId="e52374dd587ef96a" providerId="LiveId" clId="{A696F381-4239-4178-8BF1-DD945081E2EE}" dt="2023-01-28T08:11:17.904" v="87"/>
          <ac:spMkLst>
            <pc:docMk/>
            <pc:sldMk cId="217983692" sldId="269"/>
            <ac:spMk id="3" creationId="{E760A7FB-84BB-D9F7-353C-05397B20B316}"/>
          </ac:spMkLst>
        </pc:spChg>
        <pc:spChg chg="add mod">
          <ac:chgData name="Faruk Abdullah" userId="e52374dd587ef96a" providerId="LiveId" clId="{A696F381-4239-4178-8BF1-DD945081E2EE}" dt="2023-01-31T19:12:08.532" v="278" actId="207"/>
          <ac:spMkLst>
            <pc:docMk/>
            <pc:sldMk cId="217983692" sldId="269"/>
            <ac:spMk id="4" creationId="{A46F39B0-78BA-8BBE-6058-C738EF6DB4FB}"/>
          </ac:spMkLst>
        </pc:spChg>
        <pc:picChg chg="del">
          <ac:chgData name="Faruk Abdullah" userId="e52374dd587ef96a" providerId="LiveId" clId="{A696F381-4239-4178-8BF1-DD945081E2EE}" dt="2023-01-31T19:07:37.951" v="240" actId="478"/>
          <ac:picMkLst>
            <pc:docMk/>
            <pc:sldMk cId="217983692" sldId="269"/>
            <ac:picMk id="5" creationId="{F22029E1-78DC-5D53-79C3-435D78453EBD}"/>
          </ac:picMkLst>
        </pc:picChg>
      </pc:sldChg>
      <pc:sldChg chg="addSp delSp modSp add del mod ord delAnim">
        <pc:chgData name="Faruk Abdullah" userId="e52374dd587ef96a" providerId="LiveId" clId="{A696F381-4239-4178-8BF1-DD945081E2EE}" dt="2023-02-03T18:46:31.130" v="323" actId="47"/>
        <pc:sldMkLst>
          <pc:docMk/>
          <pc:sldMk cId="3620413939" sldId="270"/>
        </pc:sldMkLst>
        <pc:spChg chg="mod">
          <ac:chgData name="Faruk Abdullah" userId="e52374dd587ef96a" providerId="LiveId" clId="{A696F381-4239-4178-8BF1-DD945081E2EE}" dt="2023-01-31T19:13:31.447" v="283" actId="20577"/>
          <ac:spMkLst>
            <pc:docMk/>
            <pc:sldMk cId="3620413939" sldId="270"/>
            <ac:spMk id="2" creationId="{FBE6ED29-EE37-4360-9FDB-9BD674374D5C}"/>
          </ac:spMkLst>
        </pc:spChg>
        <pc:spChg chg="del mod">
          <ac:chgData name="Faruk Abdullah" userId="e52374dd587ef96a" providerId="LiveId" clId="{A696F381-4239-4178-8BF1-DD945081E2EE}" dt="2023-01-28T08:20:23.857" v="169" actId="478"/>
          <ac:spMkLst>
            <pc:docMk/>
            <pc:sldMk cId="3620413939" sldId="270"/>
            <ac:spMk id="3" creationId="{B14C3189-3ED8-470D-AF76-B6FFE332F104}"/>
          </ac:spMkLst>
        </pc:spChg>
        <pc:spChg chg="add mod">
          <ac:chgData name="Faruk Abdullah" userId="e52374dd587ef96a" providerId="LiveId" clId="{A696F381-4239-4178-8BF1-DD945081E2EE}" dt="2023-01-31T19:13:35.917" v="284" actId="1076"/>
          <ac:spMkLst>
            <pc:docMk/>
            <pc:sldMk cId="3620413939" sldId="270"/>
            <ac:spMk id="6" creationId="{8B481138-3C91-0476-DBCA-BF196D525D19}"/>
          </ac:spMkLst>
        </pc:spChg>
        <pc:picChg chg="del">
          <ac:chgData name="Faruk Abdullah" userId="e52374dd587ef96a" providerId="LiveId" clId="{A696F381-4239-4178-8BF1-DD945081E2EE}" dt="2023-01-28T08:20:16.634" v="167" actId="478"/>
          <ac:picMkLst>
            <pc:docMk/>
            <pc:sldMk cId="3620413939" sldId="270"/>
            <ac:picMk id="5" creationId="{AF9A7AF5-1FCF-4EDE-BBCD-DC791C0B269C}"/>
          </ac:picMkLst>
        </pc:picChg>
      </pc:sldChg>
      <pc:sldChg chg="modSp add del mod">
        <pc:chgData name="Faruk Abdullah" userId="e52374dd587ef96a" providerId="LiveId" clId="{A696F381-4239-4178-8BF1-DD945081E2EE}" dt="2023-02-03T17:26:03.455" v="292" actId="47"/>
        <pc:sldMkLst>
          <pc:docMk/>
          <pc:sldMk cId="447499832" sldId="271"/>
        </pc:sldMkLst>
        <pc:spChg chg="mod">
          <ac:chgData name="Faruk Abdullah" userId="e52374dd587ef96a" providerId="LiveId" clId="{A696F381-4239-4178-8BF1-DD945081E2EE}" dt="2023-01-28T08:21:19.173" v="202" actId="20577"/>
          <ac:spMkLst>
            <pc:docMk/>
            <pc:sldMk cId="447499832" sldId="271"/>
            <ac:spMk id="2" creationId="{FBE6ED29-EE37-4360-9FDB-9BD674374D5C}"/>
          </ac:spMkLst>
        </pc:spChg>
      </pc:sldChg>
      <pc:sldChg chg="del">
        <pc:chgData name="Faruk Abdullah" userId="e52374dd587ef96a" providerId="LiveId" clId="{A696F381-4239-4178-8BF1-DD945081E2EE}" dt="2023-01-28T08:23:42.531" v="209" actId="47"/>
        <pc:sldMkLst>
          <pc:docMk/>
          <pc:sldMk cId="211739735" sldId="274"/>
        </pc:sldMkLst>
      </pc:sldChg>
      <pc:sldChg chg="delSp add del mod delAnim">
        <pc:chgData name="Faruk Abdullah" userId="e52374dd587ef96a" providerId="LiveId" clId="{A696F381-4239-4178-8BF1-DD945081E2EE}" dt="2023-01-28T08:15:02.033" v="139" actId="47"/>
        <pc:sldMkLst>
          <pc:docMk/>
          <pc:sldMk cId="2013348419" sldId="278"/>
        </pc:sldMkLst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61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62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63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64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65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66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67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68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69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70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71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72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73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74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75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76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77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78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79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80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81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82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83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84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85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86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87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88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89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90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91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92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93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94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95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96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97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98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99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00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01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02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03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04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05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06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07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08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09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10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11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12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13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14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15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16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17" creationId="{00000000-0000-0000-0000-000000000000}"/>
          </ac:spMkLst>
        </pc:spChg>
        <pc:spChg chg="del">
          <ac:chgData name="Faruk Abdullah" userId="e52374dd587ef96a" providerId="LiveId" clId="{A696F381-4239-4178-8BF1-DD945081E2EE}" dt="2023-01-28T08:14:39.888" v="136" actId="21"/>
          <ac:spMkLst>
            <pc:docMk/>
            <pc:sldMk cId="2013348419" sldId="278"/>
            <ac:spMk id="118" creationId="{00000000-0000-0000-0000-000000000000}"/>
          </ac:spMkLst>
        </pc:s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7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10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13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16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19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22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25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28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31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34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37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40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43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46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49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52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55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58" creationId="{00000000-0000-0000-0000-000000000000}"/>
          </ac:grpSpMkLst>
        </pc:grpChg>
        <pc:grpChg chg="del">
          <ac:chgData name="Faruk Abdullah" userId="e52374dd587ef96a" providerId="LiveId" clId="{A696F381-4239-4178-8BF1-DD945081E2EE}" dt="2023-01-28T08:14:39.888" v="136" actId="21"/>
          <ac:grpSpMkLst>
            <pc:docMk/>
            <pc:sldMk cId="2013348419" sldId="278"/>
            <ac:grpSpMk id="119" creationId="{00000000-0000-0000-0000-000000000000}"/>
          </ac:grpSpMkLst>
        </pc:grpChg>
        <pc:picChg chg="del">
          <ac:chgData name="Faruk Abdullah" userId="e52374dd587ef96a" providerId="LiveId" clId="{A696F381-4239-4178-8BF1-DD945081E2EE}" dt="2023-01-28T08:14:30.564" v="135" actId="478"/>
          <ac:picMkLst>
            <pc:docMk/>
            <pc:sldMk cId="2013348419" sldId="278"/>
            <ac:picMk id="124" creationId="{94CB5E3C-3F20-4ADA-AE6C-C47C45A690FC}"/>
          </ac:picMkLst>
        </pc:picChg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79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81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82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83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84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85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86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87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88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89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90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91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92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93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94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95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96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97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98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399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00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01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02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03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04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05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06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07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08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09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10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11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12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13"/>
        </pc:sldMkLst>
      </pc:sldChg>
      <pc:sldChg chg="modSp mod">
        <pc:chgData name="Faruk Abdullah" userId="e52374dd587ef96a" providerId="LiveId" clId="{A696F381-4239-4178-8BF1-DD945081E2EE}" dt="2023-02-03T17:26:29.064" v="293" actId="1076"/>
        <pc:sldMkLst>
          <pc:docMk/>
          <pc:sldMk cId="3680364912" sldId="414"/>
        </pc:sldMkLst>
        <pc:spChg chg="mod">
          <ac:chgData name="Faruk Abdullah" userId="e52374dd587ef96a" providerId="LiveId" clId="{A696F381-4239-4178-8BF1-DD945081E2EE}" dt="2023-02-03T17:26:29.064" v="293" actId="1076"/>
          <ac:spMkLst>
            <pc:docMk/>
            <pc:sldMk cId="3680364912" sldId="414"/>
            <ac:spMk id="2" creationId="{8D4CDB73-9D17-41C9-9B86-275410F7A95F}"/>
          </ac:spMkLst>
        </pc:spChg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15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16"/>
        </pc:sldMkLst>
      </pc:sldChg>
      <pc:sldChg chg="modSp add del mod">
        <pc:chgData name="Faruk Abdullah" userId="e52374dd587ef96a" providerId="LiveId" clId="{A696F381-4239-4178-8BF1-DD945081E2EE}" dt="2023-02-03T17:26:03.455" v="292" actId="47"/>
        <pc:sldMkLst>
          <pc:docMk/>
          <pc:sldMk cId="1503986730" sldId="417"/>
        </pc:sldMkLst>
        <pc:spChg chg="mod">
          <ac:chgData name="Faruk Abdullah" userId="e52374dd587ef96a" providerId="LiveId" clId="{A696F381-4239-4178-8BF1-DD945081E2EE}" dt="2023-01-28T08:19:00.734" v="165" actId="27636"/>
          <ac:spMkLst>
            <pc:docMk/>
            <pc:sldMk cId="1503986730" sldId="417"/>
            <ac:spMk id="2" creationId="{6C9EA4F2-9D12-4FB0-A48D-CECE936E352F}"/>
          </ac:spMkLst>
        </pc:spChg>
      </pc:sldChg>
      <pc:sldChg chg="addSp delSp modSp new add del mod ord">
        <pc:chgData name="Faruk Abdullah" userId="e52374dd587ef96a" providerId="LiveId" clId="{A696F381-4239-4178-8BF1-DD945081E2EE}" dt="2023-02-03T17:26:03.455" v="292" actId="47"/>
        <pc:sldMkLst>
          <pc:docMk/>
          <pc:sldMk cId="473464163" sldId="418"/>
        </pc:sldMkLst>
        <pc:spChg chg="add mod">
          <ac:chgData name="Faruk Abdullah" userId="e52374dd587ef96a" providerId="LiveId" clId="{A696F381-4239-4178-8BF1-DD945081E2EE}" dt="2023-01-28T08:18:07.877" v="157" actId="1076"/>
          <ac:spMkLst>
            <pc:docMk/>
            <pc:sldMk cId="473464163" sldId="418"/>
            <ac:spMk id="3" creationId="{A450687D-653F-D031-4A7E-3D9A82FC6FF4}"/>
          </ac:spMkLst>
        </pc:spChg>
        <pc:spChg chg="add mod">
          <ac:chgData name="Faruk Abdullah" userId="e52374dd587ef96a" providerId="LiveId" clId="{A696F381-4239-4178-8BF1-DD945081E2EE}" dt="2023-01-28T08:17:54.123" v="155" actId="20577"/>
          <ac:spMkLst>
            <pc:docMk/>
            <pc:sldMk cId="473464163" sldId="418"/>
            <ac:spMk id="4" creationId="{FB1944EF-F802-3E05-04B0-3A3CEB5BC028}"/>
          </ac:spMkLst>
        </pc:spChg>
        <pc:spChg chg="add del mod">
          <ac:chgData name="Faruk Abdullah" userId="e52374dd587ef96a" providerId="LiveId" clId="{A696F381-4239-4178-8BF1-DD945081E2EE}" dt="2023-01-28T08:17:59.172" v="156" actId="478"/>
          <ac:spMkLst>
            <pc:docMk/>
            <pc:sldMk cId="473464163" sldId="418"/>
            <ac:spMk id="5" creationId="{B3770E6B-0045-F034-560C-243758C0A107}"/>
          </ac:spMkLst>
        </pc:spChg>
      </pc:sldChg>
      <pc:sldChg chg="addSp delSp modSp new mod">
        <pc:chgData name="Faruk Abdullah" userId="e52374dd587ef96a" providerId="LiveId" clId="{A696F381-4239-4178-8BF1-DD945081E2EE}" dt="2023-01-28T08:13:08.531" v="121" actId="20577"/>
        <pc:sldMkLst>
          <pc:docMk/>
          <pc:sldMk cId="2920541934" sldId="419"/>
        </pc:sldMkLst>
        <pc:spChg chg="add mod">
          <ac:chgData name="Faruk Abdullah" userId="e52374dd587ef96a" providerId="LiveId" clId="{A696F381-4239-4178-8BF1-DD945081E2EE}" dt="2023-01-28T08:09:38.933" v="81" actId="14100"/>
          <ac:spMkLst>
            <pc:docMk/>
            <pc:sldMk cId="2920541934" sldId="419"/>
            <ac:spMk id="3" creationId="{EF1E23C6-AA2C-513F-0C67-5AB5B7EA6256}"/>
          </ac:spMkLst>
        </pc:spChg>
        <pc:spChg chg="add mod">
          <ac:chgData name="Faruk Abdullah" userId="e52374dd587ef96a" providerId="LiveId" clId="{A696F381-4239-4178-8BF1-DD945081E2EE}" dt="2023-01-28T08:13:08.531" v="121" actId="20577"/>
          <ac:spMkLst>
            <pc:docMk/>
            <pc:sldMk cId="2920541934" sldId="419"/>
            <ac:spMk id="4" creationId="{3FB338ED-8F77-247D-96B7-1D1ACEB1E731}"/>
          </ac:spMkLst>
        </pc:spChg>
        <pc:spChg chg="add del mod">
          <ac:chgData name="Faruk Abdullah" userId="e52374dd587ef96a" providerId="LiveId" clId="{A696F381-4239-4178-8BF1-DD945081E2EE}" dt="2023-01-28T08:08:36.003" v="78"/>
          <ac:spMkLst>
            <pc:docMk/>
            <pc:sldMk cId="2920541934" sldId="419"/>
            <ac:spMk id="5" creationId="{E7AD9D9F-AC2B-8E94-36CF-1603DEA3DC28}"/>
          </ac:spMkLst>
        </pc:spChg>
      </pc:sldChg>
      <pc:sldChg chg="addSp delSp modSp add mod modAnim">
        <pc:chgData name="Faruk Abdullah" userId="e52374dd587ef96a" providerId="LiveId" clId="{A696F381-4239-4178-8BF1-DD945081E2EE}" dt="2023-01-28T08:15:30.852" v="140" actId="14100"/>
        <pc:sldMkLst>
          <pc:docMk/>
          <pc:sldMk cId="3905083673" sldId="420"/>
        </pc:sldMkLst>
        <pc:spChg chg="mod">
          <ac:chgData name="Faruk Abdullah" userId="e52374dd587ef96a" providerId="LiveId" clId="{A696F381-4239-4178-8BF1-DD945081E2EE}" dt="2023-01-28T08:13:19.833" v="131" actId="20577"/>
          <ac:spMkLst>
            <pc:docMk/>
            <pc:sldMk cId="3905083673" sldId="420"/>
            <ac:spMk id="2" creationId="{6C9EA4F2-9D12-4FB0-A48D-CECE936E352F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4" creationId="{0A1D14D3-CD93-14AB-A7FB-6F5587AB9E08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6" creationId="{0D84E785-4A43-B6D2-BD05-25112607E96B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8" creationId="{8BD29609-68CB-26F8-3791-0DF07521A219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9" creationId="{7094D4DE-39CC-5982-CF81-31414CCCCF99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11" creationId="{F601E6DE-FE67-D8A2-8759-65FF8E13833B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12" creationId="{751F2B87-95DF-704F-3318-67F159771265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14" creationId="{B61B1582-2510-5EC0-7CFD-FE6766F89A5E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15" creationId="{2479B99C-2D35-D8E4-0DB2-948784452D27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17" creationId="{5C8A8A74-39B8-E60B-F38C-092312998661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18" creationId="{467980C7-651F-9EB6-74D8-E6412626A913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20" creationId="{78B824BD-5F29-FBF5-7012-E53D195EC843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21" creationId="{CC1091F3-B9E2-74AF-B6B5-C1C24621732E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23" creationId="{2E599F53-CFE2-4F1C-2E2A-95C8335C25D0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24" creationId="{867C463F-FD29-B0CC-38B4-2787902D8321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26" creationId="{A2FF132C-EF2B-0734-7A94-2D47B4C8F25B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27" creationId="{E3012FE9-DCF2-5E36-6EAD-ECDDA2036EE0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29" creationId="{B1BA949B-0334-5BF1-CB63-27631A847211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30" creationId="{72B58391-B228-8CF6-2511-DEA1D7A3AA9C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32" creationId="{100F98AD-C4CB-3829-01AB-DE02DF8C79D4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33" creationId="{C5576E84-001B-A39A-0D32-057E41B7E3F1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35" creationId="{F679A8DC-7979-9EF0-E337-00E0F3A21F88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36" creationId="{C8B0C3E3-B2E5-8FB8-B9B9-5782B5ED53F7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38" creationId="{12F5E99C-BDC2-13C1-3AD4-700A980826F2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39" creationId="{64B33284-589D-910E-8407-A0CDF1E9CC73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41" creationId="{2868D111-A8FF-6E3A-0A8F-A803B68C6341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42" creationId="{AE6E102E-1FFE-9008-7DA9-F063C7B7685B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44" creationId="{FA490861-6971-14EA-551F-57AF02C42BB5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45" creationId="{E2725444-150E-433C-55FD-74B41B9E848D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47" creationId="{0E15E6A6-A965-92B8-2F8E-46DC0A127C11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48" creationId="{11964E57-B50B-1038-6341-55BF6E0DD86F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50" creationId="{3BF88743-413C-1C41-69A2-ACE9DD086BDA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51" creationId="{1357933E-CFA7-6802-7A91-3E9090B3AD64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53" creationId="{2F668F8C-A864-2145-98A7-537ABEBB94A9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54" creationId="{0FCD90A1-5A8D-A4C1-B78F-5C330C2D1A8F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56" creationId="{97C9BC39-CC11-C48A-41A5-0D8691B72608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57" creationId="{207B4EED-9B06-1A57-5C3F-8AFA93D93D46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58" creationId="{F7D85D2E-3A62-8F39-F70B-69AEA6619218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59" creationId="{C5B1A2D3-D541-D713-410F-08785D15D6F1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60" creationId="{BD06509A-2AAF-C403-5477-A6AA1EBED03D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61" creationId="{C09956ED-999C-AA95-A0B9-2E5BAE16C2D5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62" creationId="{0021A66E-25D0-06FA-7A6C-098805334959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63" creationId="{EEF4417D-EADA-E5B5-2583-012370E72BD2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64" creationId="{13C6263C-621D-CD3D-3B96-CE340F799303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65" creationId="{1FF71CB5-6596-5266-F45D-130C6DD7E500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66" creationId="{26AF99C3-D481-9BA6-075E-8A4AFA15D35F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67" creationId="{968FDD04-816C-04F8-0267-E1D09FF6B9C0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68" creationId="{52586623-9849-23B7-DCAF-E170DC34AC9B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69" creationId="{D6F4A40F-47DF-C510-AF0F-B0C1368E040A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70" creationId="{FD318473-2B59-3653-E9AF-BC54B1859C51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71" creationId="{F4738BCA-884A-E6FC-6796-F842EED9763F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72" creationId="{195183A5-B98A-6138-C209-D1CCF0C80DE8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73" creationId="{F2B8EE64-332B-00A7-583A-CC1005ECB095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74" creationId="{D4D178C4-E7CB-10C9-258D-EBFAAE0EEFD7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75" creationId="{E9667E12-51A9-BE79-91E8-8AE7383D2A9B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76" creationId="{2128977B-5D8B-E886-5ED9-B0D7F3B63A5F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77" creationId="{13B39D0E-BFC7-9B8A-7150-31508451C3AE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78" creationId="{BE2795D7-2594-11DD-3666-B643A194F4ED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79" creationId="{4C04FAE4-DBFF-B997-965A-B4AE70DEFD78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80" creationId="{B25463CE-B7C6-1240-654B-8DCD1B1B9C94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81" creationId="{ABB2E2AF-4130-2F7A-4BA5-7DD506E81BEA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82" creationId="{570BD486-4CB7-1DEC-0D0C-FF26800B2F44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83" creationId="{B554000C-5E78-88AE-1B38-335F15402D5E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84" creationId="{3D131FB9-857F-AA06-9379-AA70916A9387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85" creationId="{F851F1FB-7261-F001-16F9-D9243F6A8669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86" creationId="{05ED4428-7850-9F08-D9EB-FD54CF0595A9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87" creationId="{8B0B755D-133E-1C34-7C88-F266A7BF90BE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88" creationId="{E29209D4-04B1-B9FC-FCD5-FA3F4EE3B4A9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89" creationId="{DEF12FAE-E4D6-F92E-24BE-376714A2CDB6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90" creationId="{8916C1D4-37B0-BED6-4005-704737EA9D0E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91" creationId="{202758F9-7DBF-0CBA-56E2-1063F3DDB437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92" creationId="{BE940A99-E8F7-09CB-8DE5-6364124A1C63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93" creationId="{C952BAD1-C91F-1145-470D-E4003E4DD3C8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94" creationId="{8C0A8A00-F228-4119-AA5A-DAD294D1AAAB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95" creationId="{CC4F03AC-43FF-1E78-F7EE-AA1A73339833}"/>
          </ac:spMkLst>
        </pc:spChg>
        <pc:spChg chg="add mod">
          <ac:chgData name="Faruk Abdullah" userId="e52374dd587ef96a" providerId="LiveId" clId="{A696F381-4239-4178-8BF1-DD945081E2EE}" dt="2023-01-28T08:15:30.852" v="140" actId="14100"/>
          <ac:spMkLst>
            <pc:docMk/>
            <pc:sldMk cId="3905083673" sldId="420"/>
            <ac:spMk id="96" creationId="{4B29C105-F96D-ABC3-809B-2754FF24B909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97" creationId="{16A11DAF-4175-AEB3-34E3-2E5138F7AD1A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98" creationId="{56D18E3C-BCFE-5973-06B2-58D21096DA19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99" creationId="{4865D2D6-259F-DD8D-8DEA-BFA37385EDB2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00" creationId="{D5F83E73-4F5D-3296-0FB7-AFBE45F45F39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01" creationId="{10610D9E-60EF-F70B-F678-8C5CEF95428C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02" creationId="{82FEB9B5-5F5A-A999-BA02-91D37AE740FD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03" creationId="{ED28CD9F-C032-BEEE-FEB9-B2D429F0749C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04" creationId="{1DC3C6C5-0945-DC37-BCBB-131A358C13F3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05" creationId="{C6E50784-13DA-8A0D-5F70-6087C97E15DE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06" creationId="{BE0FC8F1-B9EC-E9ED-D856-9BF6D2E6BF23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07" creationId="{AC2B2530-5CB6-1294-261E-8C9D6F2C26BB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08" creationId="{5FE378F7-092B-6613-A39A-3E992E1D8350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09" creationId="{FFBB5C69-0FC8-2817-019E-172D704230E2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10" creationId="{C10375D5-7170-209E-43B3-B569C2A06FDD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11" creationId="{10F7C13D-0981-A520-5C1C-034343F26562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12" creationId="{71133C92-231F-6568-5F69-A4CE9E20DF24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13" creationId="{1689957D-ED76-BA6B-1430-A041375115F8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14" creationId="{DD158BFC-1D0C-C699-42AB-0865620DCA17}"/>
          </ac:spMkLst>
        </pc:spChg>
        <pc:spChg chg="add mod">
          <ac:chgData name="Faruk Abdullah" userId="e52374dd587ef96a" providerId="LiveId" clId="{A696F381-4239-4178-8BF1-DD945081E2EE}" dt="2023-01-28T08:14:58.581" v="138" actId="1076"/>
          <ac:spMkLst>
            <pc:docMk/>
            <pc:sldMk cId="3905083673" sldId="420"/>
            <ac:spMk id="115" creationId="{EDEFAAB5-DD1F-1D6C-446E-3A5857762239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117" creationId="{61243993-6854-A5CC-0278-F5F895764F85}"/>
          </ac:spMkLst>
        </pc:spChg>
        <pc:spChg chg="mod">
          <ac:chgData name="Faruk Abdullah" userId="e52374dd587ef96a" providerId="LiveId" clId="{A696F381-4239-4178-8BF1-DD945081E2EE}" dt="2023-01-28T08:14:42.779" v="137"/>
          <ac:spMkLst>
            <pc:docMk/>
            <pc:sldMk cId="3905083673" sldId="420"/>
            <ac:spMk id="118" creationId="{34357F9F-1EE9-CB2F-3354-0AE032B759C7}"/>
          </ac:spMkLst>
        </pc:s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3" creationId="{4E6F5BA5-C625-0AE7-CDC3-C520A86EED59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7" creationId="{574A7BC4-71D1-6D48-6476-ABC2FBF1E0A9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10" creationId="{112358F7-8C88-3DED-EE0B-E6B3F40115E9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13" creationId="{8572538A-F695-CB9A-C711-641CC11421A0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16" creationId="{F0B7975A-1F21-8EA1-5D05-1EA5510F57BB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19" creationId="{E0DAC822-0818-9FEC-B200-73F9E70B4F84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22" creationId="{1181EA67-BE86-F30E-A2C3-01984E893219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25" creationId="{479D563F-B375-B679-87F4-A032A14F70BF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28" creationId="{42F63728-D082-8251-4FEF-0A375FF262E6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31" creationId="{573544A9-7A05-C313-9469-63F05BD7E28A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34" creationId="{5C6C3EBE-BC24-209A-3028-50BE56B660F5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37" creationId="{461A9CAE-3EE2-96F9-3706-8C04F8E72F0A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40" creationId="{F24132ED-E648-6BC5-4D8D-31548619AA6E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43" creationId="{A3B1CBAE-2EC9-1FC8-D921-40D93E63983F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46" creationId="{9D7DA37F-E0FB-6C6B-DEA7-98F0D8C38045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49" creationId="{92DFEBF7-6C8F-E6A2-A89A-6650F3F36879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52" creationId="{1EFDCB37-5044-E646-746F-DB6E7C31F8D7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55" creationId="{47224F22-7316-1D5E-BFB9-0AD2E00840BA}"/>
          </ac:grpSpMkLst>
        </pc:grpChg>
        <pc:grpChg chg="add mod">
          <ac:chgData name="Faruk Abdullah" userId="e52374dd587ef96a" providerId="LiveId" clId="{A696F381-4239-4178-8BF1-DD945081E2EE}" dt="2023-01-28T08:14:58.581" v="138" actId="1076"/>
          <ac:grpSpMkLst>
            <pc:docMk/>
            <pc:sldMk cId="3905083673" sldId="420"/>
            <ac:grpSpMk id="116" creationId="{21DF63B1-5533-922E-B4A0-CA1F1E134FA2}"/>
          </ac:grpSpMkLst>
        </pc:grpChg>
        <pc:picChg chg="del">
          <ac:chgData name="Faruk Abdullah" userId="e52374dd587ef96a" providerId="LiveId" clId="{A696F381-4239-4178-8BF1-DD945081E2EE}" dt="2023-01-28T08:11:30.281" v="89" actId="478"/>
          <ac:picMkLst>
            <pc:docMk/>
            <pc:sldMk cId="3905083673" sldId="420"/>
            <ac:picMk id="5" creationId="{F22029E1-78DC-5D53-79C3-435D78453EBD}"/>
          </ac:picMkLst>
        </pc:picChg>
      </pc:sldChg>
      <pc:sldChg chg="delSp modSp add del mod ord delAnim">
        <pc:chgData name="Faruk Abdullah" userId="e52374dd587ef96a" providerId="LiveId" clId="{A696F381-4239-4178-8BF1-DD945081E2EE}" dt="2023-02-03T17:26:03.455" v="292" actId="47"/>
        <pc:sldMkLst>
          <pc:docMk/>
          <pc:sldMk cId="1912258291" sldId="421"/>
        </pc:sldMkLst>
        <pc:spChg chg="mod">
          <ac:chgData name="Faruk Abdullah" userId="e52374dd587ef96a" providerId="LiveId" clId="{A696F381-4239-4178-8BF1-DD945081E2EE}" dt="2023-01-31T19:13:24.710" v="280" actId="1076"/>
          <ac:spMkLst>
            <pc:docMk/>
            <pc:sldMk cId="1912258291" sldId="421"/>
            <ac:spMk id="3" creationId="{B14C3189-3ED8-470D-AF76-B6FFE332F104}"/>
          </ac:spMkLst>
        </pc:spChg>
        <pc:picChg chg="del">
          <ac:chgData name="Faruk Abdullah" userId="e52374dd587ef96a" providerId="LiveId" clId="{A696F381-4239-4178-8BF1-DD945081E2EE}" dt="2023-01-31T19:13:15.823" v="279" actId="478"/>
          <ac:picMkLst>
            <pc:docMk/>
            <pc:sldMk cId="1912258291" sldId="421"/>
            <ac:picMk id="5" creationId="{AF9A7AF5-1FCF-4EDE-BBCD-DC791C0B269C}"/>
          </ac:picMkLst>
        </pc:picChg>
      </pc:sldChg>
      <pc:sldChg chg="addSp delSp modSp add del mod modAnim">
        <pc:chgData name="Faruk Abdullah" userId="e52374dd587ef96a" providerId="LiveId" clId="{A696F381-4239-4178-8BF1-DD945081E2EE}" dt="2023-02-03T17:26:03.455" v="292" actId="47"/>
        <pc:sldMkLst>
          <pc:docMk/>
          <pc:sldMk cId="723296228" sldId="422"/>
        </pc:sldMkLst>
        <pc:spChg chg="mod">
          <ac:chgData name="Faruk Abdullah" userId="e52374dd587ef96a" providerId="LiveId" clId="{A696F381-4239-4178-8BF1-DD945081E2EE}" dt="2023-01-28T08:25:54.475" v="230" actId="20577"/>
          <ac:spMkLst>
            <pc:docMk/>
            <pc:sldMk cId="723296228" sldId="422"/>
            <ac:spMk id="2" creationId="{6C9EA4F2-9D12-4FB0-A48D-CECE936E352F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3" creationId="{207D18E3-2B95-1BAB-9C04-A9E8E6F29CD6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4" creationId="{0FB5506D-312E-D43D-2B42-40C816899074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5" creationId="{441D23AC-4189-7390-88BD-D81F3FCDE0AE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6" creationId="{7C325E82-EB58-3DE8-0B34-9A285C4C1531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7" creationId="{F4489A86-0DA2-B8CA-38BC-DB0CBBB7AD15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8" creationId="{9D9B5E12-0871-8EAB-E778-B54695B5003A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10" creationId="{CD91B106-358B-880F-1305-8EFA7DEE7681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11" creationId="{AEE544E6-3569-B2F1-43F6-E23AFFC55594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12" creationId="{905EFA64-F037-472B-DB6B-5FC26B79CDB7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13" creationId="{08731351-C32C-7E06-9E67-08C0C1F089D0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14" creationId="{E707209E-D5E7-D9E3-4E8F-0E9D53EAEB57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15" creationId="{BEB5A715-B693-3F4F-5648-F588AEE0F200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16" creationId="{07BC7BF3-1F17-4297-0896-D33090D6CBAF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17" creationId="{E4E6B013-426E-8848-1681-FB1C3A6072B0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18" creationId="{60598D34-AEEA-BDF4-838E-88D34FF7E29F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19" creationId="{ED3F6551-D1FE-A793-A9B0-64BE7092F9C8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20" creationId="{8CA3EAC6-C298-0697-C9A4-214989067F35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21" creationId="{C337FC88-3B64-298C-215D-00A125BB6318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22" creationId="{83F2E100-674C-6CBE-4A29-86F65DEA78C6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23" creationId="{933EED17-8A48-44EA-8845-9C0D18C8598E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24" creationId="{F8D58375-4CA9-B483-269C-563548457674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25" creationId="{73B12B9E-0E4E-978C-1A33-FCC7880078AC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26" creationId="{0047FEEC-C497-1886-2F6A-C4A3FCC5FE3F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27" creationId="{83FCC61A-529E-988E-9962-C8C91186ED7E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29" creationId="{835F8B73-4B51-E72C-5BF4-39EAE0F0CD38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30" creationId="{F5B3499C-DEE0-2C6C-85E4-AE959D22CA4E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32" creationId="{805E92CE-3303-F989-E715-A0082096B35B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33" creationId="{7EDD7426-9BF3-B0F8-84EC-806A3262E415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35" creationId="{E04B4457-2626-BF40-8873-4E68196A29B6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36" creationId="{9A0BA1D9-44AA-39D6-3338-9771A38D15E0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38" creationId="{BD4F4498-A8E8-2EC0-4052-616055506B76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39" creationId="{F7C3FCC3-9CF1-AB5C-C25D-569F464FAF51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41" creationId="{A98AFFEB-9B2F-DEF0-9BAE-AAC8A087F3CA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42" creationId="{281518CE-F741-D762-B7C5-7629DC7F545D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44" creationId="{737636F6-88EC-BD49-F254-31DA66DAF60E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45" creationId="{A22B77E2-DA52-A1E6-177D-1C9F96ACD8D0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47" creationId="{D1690335-9579-7E4B-BF80-8E015ACF648E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48" creationId="{B8642003-01BA-37BA-C8EF-F615D4F7105D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50" creationId="{205512AB-E31B-8033-9983-A2836CEF0B93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51" creationId="{FB628369-8F78-6295-E6C7-6C0C209F2D17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53" creationId="{BF584892-4AD3-64AE-0B7E-8F0EA39F92E3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54" creationId="{E245C369-2B74-2010-23BF-A12F0007ABA2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56" creationId="{DC09C314-F961-BA3D-ED30-475D17E3CE91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57" creationId="{5186F66B-54C7-7546-3282-0D8F7B85957A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59" creationId="{DC7E6C07-51A3-D24C-7050-4E5C9C807E01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60" creationId="{C629FFFD-529E-354F-65A7-A0D1836BFD67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62" creationId="{24D7F1CF-8720-511E-DCD7-D0343DFCC9A9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63" creationId="{B21CC8EF-28F9-AFB0-36EC-0529B508C850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65" creationId="{81FF0E03-AFA4-878B-7138-66E4095F446C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66" creationId="{6A6A1844-7AE9-D0E6-DD56-AEEEC3C8A2B5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68" creationId="{73815E55-C5E2-41FF-B633-264FF56B9C7F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69" creationId="{ABE0C6EE-CDD0-CF20-D1A3-A463F3775803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71" creationId="{3FE6C10F-1E60-977E-A539-1EA642BE23ED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72" creationId="{7B80BFA0-423B-AC3D-E478-44CE48AD8759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74" creationId="{E83AC2F6-F282-9210-6B43-BBCEDE546C64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75" creationId="{36807089-75DE-5DA6-5D27-4857137E2839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77" creationId="{5205A23B-A0AC-F321-E1CD-A2B0E5F06802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78" creationId="{3BAC4047-9FA8-2229-EDF0-4E3BE45AC8AD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80" creationId="{2090DD2C-6805-FD2A-DAB0-D3531BB6701F}"/>
          </ac:spMkLst>
        </pc:spChg>
        <pc:spChg chg="mod">
          <ac:chgData name="Faruk Abdullah" userId="e52374dd587ef96a" providerId="LiveId" clId="{A696F381-4239-4178-8BF1-DD945081E2EE}" dt="2023-01-28T08:26:11.863" v="231"/>
          <ac:spMkLst>
            <pc:docMk/>
            <pc:sldMk cId="723296228" sldId="422"/>
            <ac:spMk id="81" creationId="{572630D9-EE7A-0218-ACA5-4488649400AB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82" creationId="{6BE00CE1-5C6D-EFC9-531D-EB1EC6D722C9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83" creationId="{FF385345-C291-23A4-EEBF-35D32E8569DF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84" creationId="{37C83163-974D-48A8-5942-1C02A6908548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85" creationId="{1D802706-1C3D-B950-7803-8DD96888AD58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86" creationId="{47727FE3-A667-9A69-FE48-980FFC1D7426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87" creationId="{CFF9B56F-A048-C601-BB13-687921A9BA6F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88" creationId="{617B8125-F13D-7377-AC23-649FB47084A6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89" creationId="{165B9D40-3238-61C4-36C7-27616622684C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90" creationId="{37893E74-23BB-72FB-373B-4F06FA51D7FC}"/>
          </ac:spMkLst>
        </pc:spChg>
        <pc:spChg chg="add mod">
          <ac:chgData name="Faruk Abdullah" userId="e52374dd587ef96a" providerId="LiveId" clId="{A696F381-4239-4178-8BF1-DD945081E2EE}" dt="2023-01-28T08:26:17.169" v="232" actId="1076"/>
          <ac:spMkLst>
            <pc:docMk/>
            <pc:sldMk cId="723296228" sldId="422"/>
            <ac:spMk id="91" creationId="{164DB105-7B6D-B885-98C3-9AB41C6100B0}"/>
          </ac:spMkLst>
        </pc:s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28" creationId="{4EAFC4EC-5E4F-5DAE-752F-F4C6C7F5543C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31" creationId="{7A460ECF-5B95-5DC8-41D4-B5029BF3B877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34" creationId="{3535A74A-9027-8323-6D29-685B7D02B399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37" creationId="{E0FFD2B8-4065-82B6-9AA5-02644772F756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40" creationId="{1707B158-DCD8-63B8-51DD-CF4B0ACC85C0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43" creationId="{2C89CA23-10DE-3BEA-C3BF-AA584DDA6543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46" creationId="{9E986019-DA6D-7756-7472-B0E92D80D739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49" creationId="{488CD60D-FF87-14F1-B860-0F552D2E523D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52" creationId="{38AA590E-23C3-A3DF-66E0-74BBE9535E8D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55" creationId="{EC747854-D3E1-5439-ED26-F89FAD521099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58" creationId="{1EE43305-EFF4-70A0-0D79-E0FF79CDD07D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61" creationId="{1FB5BEAD-09ED-6AF9-24C9-32C4B48A4624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64" creationId="{EAD77A9C-3C65-2E31-2CD1-6C6367B1A845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67" creationId="{4F367CB1-6F92-C60A-0BF9-548B90E199F3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70" creationId="{3E07BD01-7224-2BF3-BBFC-94E64BFB4342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73" creationId="{2C11BB75-FA45-2741-3B46-D163C6E14BBA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76" creationId="{89E389B7-5BEF-E7A1-D01F-2BA087A921CB}"/>
          </ac:grpSpMkLst>
        </pc:grpChg>
        <pc:grpChg chg="add mod">
          <ac:chgData name="Faruk Abdullah" userId="e52374dd587ef96a" providerId="LiveId" clId="{A696F381-4239-4178-8BF1-DD945081E2EE}" dt="2023-01-28T08:26:17.169" v="232" actId="1076"/>
          <ac:grpSpMkLst>
            <pc:docMk/>
            <pc:sldMk cId="723296228" sldId="422"/>
            <ac:grpSpMk id="79" creationId="{5BA8407B-AF92-1B4E-32F6-7B775D5BAAD1}"/>
          </ac:grpSpMkLst>
        </pc:grpChg>
        <pc:picChg chg="del">
          <ac:chgData name="Faruk Abdullah" userId="e52374dd587ef96a" providerId="LiveId" clId="{A696F381-4239-4178-8BF1-DD945081E2EE}" dt="2023-01-28T08:25:47.613" v="211" actId="478"/>
          <ac:picMkLst>
            <pc:docMk/>
            <pc:sldMk cId="723296228" sldId="422"/>
            <ac:picMk id="9" creationId="{FF6A73AE-1FB8-F180-4DDF-BB3A1EAF1D5C}"/>
          </ac:picMkLst>
        </pc:picChg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24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25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26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27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28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29"/>
        </pc:sldMkLst>
      </pc:sldChg>
      <pc:sldChg chg="add del">
        <pc:chgData name="Faruk Abdullah" userId="e52374dd587ef96a" providerId="LiveId" clId="{A696F381-4239-4178-8BF1-DD945081E2EE}" dt="2023-02-03T17:26:03.455" v="292" actId="47"/>
        <pc:sldMkLst>
          <pc:docMk/>
          <pc:sldMk cId="924400591" sldId="431"/>
        </pc:sldMkLst>
      </pc:sldChg>
      <pc:sldChg chg="add del">
        <pc:chgData name="Faruk Abdullah" userId="e52374dd587ef96a" providerId="LiveId" clId="{A696F381-4239-4178-8BF1-DD945081E2EE}" dt="2023-02-03T17:27:18.416" v="301" actId="47"/>
        <pc:sldMkLst>
          <pc:docMk/>
          <pc:sldMk cId="4050202724" sldId="442"/>
        </pc:sldMkLst>
      </pc:sldChg>
      <pc:sldChg chg="add del">
        <pc:chgData name="Faruk Abdullah" userId="e52374dd587ef96a" providerId="LiveId" clId="{A696F381-4239-4178-8BF1-DD945081E2EE}" dt="2023-02-03T17:26:03.455" v="292" actId="47"/>
        <pc:sldMkLst>
          <pc:docMk/>
          <pc:sldMk cId="1436227078" sldId="443"/>
        </pc:sldMkLst>
      </pc:sldChg>
      <pc:sldChg chg="add del">
        <pc:chgData name="Faruk Abdullah" userId="e52374dd587ef96a" providerId="LiveId" clId="{A696F381-4239-4178-8BF1-DD945081E2EE}" dt="2023-02-03T17:26:03.455" v="292" actId="47"/>
        <pc:sldMkLst>
          <pc:docMk/>
          <pc:sldMk cId="2099556308" sldId="444"/>
        </pc:sldMkLst>
      </pc:sldChg>
      <pc:sldChg chg="add del">
        <pc:chgData name="Faruk Abdullah" userId="e52374dd587ef96a" providerId="LiveId" clId="{A696F381-4239-4178-8BF1-DD945081E2EE}" dt="2023-02-03T17:26:03.455" v="292" actId="47"/>
        <pc:sldMkLst>
          <pc:docMk/>
          <pc:sldMk cId="3586485474" sldId="445"/>
        </pc:sldMkLst>
      </pc:sldChg>
      <pc:sldChg chg="modSp add del mod">
        <pc:chgData name="Faruk Abdullah" userId="e52374dd587ef96a" providerId="LiveId" clId="{A696F381-4239-4178-8BF1-DD945081E2EE}" dt="2023-02-03T18:42:54.210" v="318" actId="13926"/>
        <pc:sldMkLst>
          <pc:docMk/>
          <pc:sldMk cId="1033968018" sldId="446"/>
        </pc:sldMkLst>
        <pc:spChg chg="mod">
          <ac:chgData name="Faruk Abdullah" userId="e52374dd587ef96a" providerId="LiveId" clId="{A696F381-4239-4178-8BF1-DD945081E2EE}" dt="2023-02-03T18:42:54.210" v="318" actId="13926"/>
          <ac:spMkLst>
            <pc:docMk/>
            <pc:sldMk cId="1033968018" sldId="446"/>
            <ac:spMk id="6" creationId="{BBE40BE7-3DE7-ADF4-43BD-6B38673C3D09}"/>
          </ac:spMkLst>
        </pc:spChg>
        <pc:graphicFrameChg chg="modGraphic">
          <ac:chgData name="Faruk Abdullah" userId="e52374dd587ef96a" providerId="LiveId" clId="{A696F381-4239-4178-8BF1-DD945081E2EE}" dt="2023-02-03T18:42:48.648" v="317" actId="13926"/>
          <ac:graphicFrameMkLst>
            <pc:docMk/>
            <pc:sldMk cId="1033968018" sldId="446"/>
            <ac:graphicFrameMk id="2" creationId="{12F0B17B-D7D2-B663-119E-43957E10575D}"/>
          </ac:graphicFrameMkLst>
        </pc:graphicFrameChg>
      </pc:sldChg>
      <pc:sldChg chg="modSp add del">
        <pc:chgData name="Faruk Abdullah" userId="e52374dd587ef96a" providerId="LiveId" clId="{A696F381-4239-4178-8BF1-DD945081E2EE}" dt="2023-02-03T18:43:51.945" v="322" actId="20577"/>
        <pc:sldMkLst>
          <pc:docMk/>
          <pc:sldMk cId="625354174" sldId="447"/>
        </pc:sldMkLst>
        <pc:spChg chg="mod">
          <ac:chgData name="Faruk Abdullah" userId="e52374dd587ef96a" providerId="LiveId" clId="{A696F381-4239-4178-8BF1-DD945081E2EE}" dt="2023-02-03T18:43:51.945" v="322" actId="20577"/>
          <ac:spMkLst>
            <pc:docMk/>
            <pc:sldMk cId="625354174" sldId="447"/>
            <ac:spMk id="2" creationId="{F59026CD-195B-9FE5-1A8B-BD3B88CA3366}"/>
          </ac:spMkLst>
        </pc:spChg>
      </pc:sldChg>
      <pc:sldChg chg="add del">
        <pc:chgData name="Faruk Abdullah" userId="e52374dd587ef96a" providerId="LiveId" clId="{A696F381-4239-4178-8BF1-DD945081E2EE}" dt="2023-02-03T17:26:03.455" v="292" actId="47"/>
        <pc:sldMkLst>
          <pc:docMk/>
          <pc:sldMk cId="3272418247" sldId="448"/>
        </pc:sldMkLst>
      </pc:sldChg>
      <pc:sldChg chg="add del">
        <pc:chgData name="Faruk Abdullah" userId="e52374dd587ef96a" providerId="LiveId" clId="{A696F381-4239-4178-8BF1-DD945081E2EE}" dt="2023-02-03T17:26:03.455" v="292" actId="47"/>
        <pc:sldMkLst>
          <pc:docMk/>
          <pc:sldMk cId="4158218596" sldId="449"/>
        </pc:sldMkLst>
      </pc:sldChg>
      <pc:sldChg chg="modSp add mod ord">
        <pc:chgData name="Faruk Abdullah" userId="e52374dd587ef96a" providerId="LiveId" clId="{A696F381-4239-4178-8BF1-DD945081E2EE}" dt="2023-02-03T17:27:33.180" v="312" actId="20577"/>
        <pc:sldMkLst>
          <pc:docMk/>
          <pc:sldMk cId="2177352319" sldId="450"/>
        </pc:sldMkLst>
        <pc:spChg chg="mod">
          <ac:chgData name="Faruk Abdullah" userId="e52374dd587ef96a" providerId="LiveId" clId="{A696F381-4239-4178-8BF1-DD945081E2EE}" dt="2023-02-03T17:27:33.180" v="312" actId="20577"/>
          <ac:spMkLst>
            <pc:docMk/>
            <pc:sldMk cId="2177352319" sldId="450"/>
            <ac:spMk id="2" creationId="{9596B622-1406-6BCA-A363-5BA273D80DD6}"/>
          </ac:spMkLst>
        </pc:spChg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51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52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53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54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55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56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57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58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59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60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61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62"/>
        </pc:sldMkLst>
      </pc:sldChg>
      <pc:sldChg chg="add">
        <pc:chgData name="Faruk Abdullah" userId="e52374dd587ef96a" providerId="LiveId" clId="{A696F381-4239-4178-8BF1-DD945081E2EE}" dt="2023-02-03T18:52:19.512" v="324"/>
        <pc:sldMkLst>
          <pc:docMk/>
          <pc:sldMk cId="0" sldId="463"/>
        </pc:sldMkLst>
      </pc:sldChg>
      <pc:sldChg chg="modSp add mod">
        <pc:chgData name="Faruk Abdullah" userId="e52374dd587ef96a" providerId="LiveId" clId="{A696F381-4239-4178-8BF1-DD945081E2EE}" dt="2023-02-03T18:54:01.470" v="358" actId="20577"/>
        <pc:sldMkLst>
          <pc:docMk/>
          <pc:sldMk cId="0" sldId="464"/>
        </pc:sldMkLst>
        <pc:spChg chg="mod">
          <ac:chgData name="Faruk Abdullah" userId="e52374dd587ef96a" providerId="LiveId" clId="{A696F381-4239-4178-8BF1-DD945081E2EE}" dt="2023-02-03T18:54:01.470" v="358" actId="20577"/>
          <ac:spMkLst>
            <pc:docMk/>
            <pc:sldMk cId="0" sldId="464"/>
            <ac:spMk id="304139" creationId="{BCCE9AC7-CE05-4E41-904F-D4E0E87FC6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27F20-652E-4F2A-B5A8-4DF59C361B4C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1DC100-D538-4D9D-B9C7-6ECEFBB67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19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viewcake.com/concept/java/counting-sort" TargetMode="External"/><Relationship Id="rId2" Type="http://schemas.openxmlformats.org/officeDocument/2006/relationships/hyperlink" Target="https://www.google.com/search?q=bubble+sort+step+by+step&amp;sxsrf=ALeKk01uxzgfT3Oy6k1Q3WxVnSpiIN8_4g:1587999728942&amp;tbm=isch&amp;source=iu&amp;ictx=1&amp;fir=vRwFsGwVfJ6pJM%253A%252CSzhhze6MPQr4cM%252C_&amp;vet=1&amp;usg=AI4_-kSrEEXqwRL-PkHhVUtn7jNfF9dB6g&amp;sa=X&amp;ved=2ahUKEwje0Pz974jpAhXRAnIKHWhMD2UQ_h0wAXoECAcQBg#imgrc=EN4Sdu7veOWVoM&amp;imgdii=eOqvCu85p9-eBM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www.hackerearth.com/practice/algorithms/sorting/quick-sort/tutorial/" TargetMode="External"/><Relationship Id="rId4" Type="http://schemas.openxmlformats.org/officeDocument/2006/relationships/hyperlink" Target="https://www.geeksforgeeks.org/counting-sor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5116" y="450244"/>
            <a:ext cx="7808976" cy="108813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Complexity of conventional Sorting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CSC2211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97851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39088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7438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60414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Pritam Khan Boni; pritam.khan@aiub.edu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Algorithms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1. Sorting Algorithms</a:t>
            </a:r>
            <a:endParaRPr lang="en-US" sz="2800" b="1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Insertion Sort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Selection Sort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Bubble Sort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Merge Sort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Quick Sort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Counting Sort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52014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u="sng" dirty="0">
                <a:solidFill>
                  <a:schemeClr val="tx1"/>
                </a:solidFill>
              </a:rPr>
              <a:t>Sorting</a:t>
            </a:r>
          </a:p>
          <a:p>
            <a:pPr marL="0" indent="0">
              <a:buNone/>
            </a:pPr>
            <a:endParaRPr lang="en-US" sz="2600" b="1" u="sng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34F2AA-3998-40D1-A0F2-F59EC4D3293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2800" dirty="0"/>
              <a:t>Simple sorting methods use roughly n * n  comparisons</a:t>
            </a:r>
          </a:p>
          <a:p>
            <a:pPr lvl="1">
              <a:defRPr/>
            </a:pPr>
            <a:r>
              <a:rPr lang="da-DK" sz="2400" dirty="0"/>
              <a:t>Insertion sort</a:t>
            </a:r>
          </a:p>
          <a:p>
            <a:pPr lvl="1">
              <a:defRPr/>
            </a:pPr>
            <a:r>
              <a:rPr lang="da-DK" sz="2400" dirty="0"/>
              <a:t>Selection sort</a:t>
            </a:r>
          </a:p>
          <a:p>
            <a:pPr lvl="1">
              <a:defRPr/>
            </a:pPr>
            <a:r>
              <a:rPr lang="da-DK" sz="2400" dirty="0"/>
              <a:t>Bubble sort</a:t>
            </a:r>
          </a:p>
          <a:p>
            <a:pPr>
              <a:defRPr/>
            </a:pPr>
            <a:r>
              <a:rPr lang="da-DK" sz="2800" dirty="0"/>
              <a:t>Fast sorting methods use roughly n * log n comparisons.</a:t>
            </a:r>
          </a:p>
          <a:p>
            <a:pPr lvl="1">
              <a:defRPr/>
            </a:pPr>
            <a:r>
              <a:rPr lang="da-DK" sz="2400" dirty="0"/>
              <a:t>Merge sort</a:t>
            </a:r>
          </a:p>
          <a:p>
            <a:pPr lvl="1">
              <a:defRPr/>
            </a:pPr>
            <a:r>
              <a:rPr lang="da-DK" sz="2400" dirty="0"/>
              <a:t>Quicksort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3B17E-AF84-4644-AA21-18C7DA3387F1}"/>
              </a:ext>
            </a:extLst>
          </p:cNvPr>
          <p:cNvSpPr txBox="1"/>
          <p:nvPr/>
        </p:nvSpPr>
        <p:spPr>
          <a:xfrm>
            <a:off x="1981200" y="5818372"/>
            <a:ext cx="441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da-DK" sz="3200" b="1" dirty="0"/>
              <a:t>COUNTING SORT ??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B86F7A-ACD3-4578-BBFB-CC772CACE346}"/>
              </a:ext>
            </a:extLst>
          </p:cNvPr>
          <p:cNvSpPr txBox="1"/>
          <p:nvPr/>
        </p:nvSpPr>
        <p:spPr>
          <a:xfrm>
            <a:off x="1153552" y="5396339"/>
            <a:ext cx="590398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 b="1" dirty="0"/>
              <a:t>Fastest sorting methods use roughly n </a:t>
            </a:r>
            <a:endParaRPr lang="en-US" sz="2800" b="1" dirty="0"/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4CDB73-9D17-41C9-9B86-275410F7A95F}"/>
              </a:ext>
            </a:extLst>
          </p:cNvPr>
          <p:cNvSpPr txBox="1"/>
          <p:nvPr/>
        </p:nvSpPr>
        <p:spPr>
          <a:xfrm>
            <a:off x="699561" y="2989497"/>
            <a:ext cx="7744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Sorting Algorithms with Polynomial time</a:t>
            </a:r>
          </a:p>
        </p:txBody>
      </p:sp>
    </p:spTree>
    <p:extLst>
      <p:ext uri="{BB962C8B-B14F-4D97-AF65-F5344CB8AC3E}">
        <p14:creationId xmlns:p14="http://schemas.microsoft.com/office/powerpoint/2010/main" val="368036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1E23C6-AA2C-513F-0C67-5AB5B7EA6256}"/>
              </a:ext>
            </a:extLst>
          </p:cNvPr>
          <p:cNvSpPr txBox="1"/>
          <p:nvPr/>
        </p:nvSpPr>
        <p:spPr>
          <a:xfrm>
            <a:off x="489857" y="1417865"/>
            <a:ext cx="7696200" cy="451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b="1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Initializations and Inputs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int 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soa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int 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].</a:t>
            </a:r>
          </a:p>
          <a:p>
            <a:pPr algn="just">
              <a:lnSpc>
                <a:spcPct val="107000"/>
              </a:lnSpc>
            </a:pPr>
            <a:r>
              <a:rPr lang="en-US" b="1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Process:</a:t>
            </a:r>
          </a:p>
          <a:p>
            <a:pPr algn="just">
              <a:lnSpc>
                <a:spcPct val="107000"/>
              </a:lnSpc>
            </a:pP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 of Staring index (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starting_index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will be 1.</a:t>
            </a:r>
          </a:p>
          <a:p>
            <a:pPr marL="34290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will consider the element in 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starting_index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the 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element_on_hand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 of Current index (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current_index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will be 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starting_index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1.</a:t>
            </a:r>
          </a:p>
          <a:p>
            <a:pPr marL="34290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If, 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current_index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&gt;= 0 and the element in 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current_index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greater than 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element_on_hand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do (a) (b) (5), else go to (6).</a:t>
            </a:r>
          </a:p>
          <a:p>
            <a:pPr marL="800100" lvl="1" indent="-342900" algn="just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element of current_index+1 index will be the element in 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current_index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Decrease the value of 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current_index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by 1.</a:t>
            </a:r>
          </a:p>
          <a:p>
            <a:pPr marL="34290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Repeat (4).</a:t>
            </a:r>
          </a:p>
          <a:p>
            <a:pPr marL="34290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element in current_index+1 index will be the 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element_on_hand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Increase the value of 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starting_index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repeat (2) (3) (4) (5) (6) till 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starting_index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soa</a:t>
            </a:r>
            <a:r>
              <a:rPr lang="en-U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B338ED-8F77-247D-96B7-1D1ACEB1E731}"/>
              </a:ext>
            </a:extLst>
          </p:cNvPr>
          <p:cNvSpPr txBox="1">
            <a:spLocks/>
          </p:cNvSpPr>
          <p:nvPr/>
        </p:nvSpPr>
        <p:spPr>
          <a:xfrm>
            <a:off x="335494" y="534210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u="sng" dirty="0">
                <a:solidFill>
                  <a:schemeClr val="tx1"/>
                </a:solidFill>
              </a:rPr>
              <a:t>Insertion Sort [Pseudocode]</a:t>
            </a:r>
          </a:p>
          <a:p>
            <a:pPr marL="0" indent="0">
              <a:buNone/>
            </a:pPr>
            <a:endParaRPr lang="en-US" sz="26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541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6C9EA4F2-9D12-4FB0-A48D-CECE936E352F}"/>
              </a:ext>
            </a:extLst>
          </p:cNvPr>
          <p:cNvSpPr txBox="1">
            <a:spLocks/>
          </p:cNvSpPr>
          <p:nvPr/>
        </p:nvSpPr>
        <p:spPr>
          <a:xfrm>
            <a:off x="335494" y="541914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u="sng" dirty="0">
                <a:solidFill>
                  <a:schemeClr val="tx1"/>
                </a:solidFill>
              </a:rPr>
              <a:t>Insertion Sort [Algorithm]</a:t>
            </a:r>
          </a:p>
          <a:p>
            <a:pPr marL="0" indent="0">
              <a:buNone/>
            </a:pPr>
            <a:endParaRPr lang="en-US" sz="2600" b="1" u="sng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51137-C1F5-3806-83E5-77A3C994B3CC}"/>
              </a:ext>
            </a:extLst>
          </p:cNvPr>
          <p:cNvSpPr txBox="1"/>
          <p:nvPr/>
        </p:nvSpPr>
        <p:spPr>
          <a:xfrm>
            <a:off x="335494" y="1204141"/>
            <a:ext cx="882044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insertionSort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startingIndex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elementOnHand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startingIndex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1;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startingIndex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startingIndex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elementOnHand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startingIndex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startingIndex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- 1;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0 &amp;&amp;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elementOnHand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+ 1]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- 1;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+ 1]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elementOnHand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217983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6C9EA4F2-9D12-4FB0-A48D-CECE936E352F}"/>
              </a:ext>
            </a:extLst>
          </p:cNvPr>
          <p:cNvSpPr txBox="1">
            <a:spLocks/>
          </p:cNvSpPr>
          <p:nvPr/>
        </p:nvSpPr>
        <p:spPr>
          <a:xfrm>
            <a:off x="346380" y="563685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u="sng" dirty="0">
                <a:solidFill>
                  <a:schemeClr val="tx1"/>
                </a:solidFill>
              </a:rPr>
              <a:t>Insertion Sort [Simulation]</a:t>
            </a:r>
          </a:p>
          <a:p>
            <a:pPr marL="0" indent="0">
              <a:buNone/>
            </a:pPr>
            <a:endParaRPr lang="en-US" sz="2600" b="1" u="sng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6F5BA5-C625-0AE7-CDC3-C520A86EED59}"/>
              </a:ext>
            </a:extLst>
          </p:cNvPr>
          <p:cNvGrpSpPr/>
          <p:nvPr/>
        </p:nvGrpSpPr>
        <p:grpSpPr>
          <a:xfrm>
            <a:off x="3052567" y="2898250"/>
            <a:ext cx="342988" cy="945229"/>
            <a:chOff x="5943600" y="4472223"/>
            <a:chExt cx="914400" cy="682484"/>
          </a:xfrm>
        </p:grpSpPr>
        <p:sp>
          <p:nvSpPr>
            <p:cNvPr id="4" name="Down Arrow 7">
              <a:extLst>
                <a:ext uri="{FF2B5EF4-FFF2-40B4-BE49-F238E27FC236}">
                  <a16:creationId xmlns:a16="http://schemas.microsoft.com/office/drawing/2014/main" id="{0A1D14D3-CD93-14AB-A7FB-6F5587AB9E08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84E785-4A43-B6D2-BD05-25112607E96B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74A7BC4-71D1-6D48-6476-ABC2FBF1E0A9}"/>
              </a:ext>
            </a:extLst>
          </p:cNvPr>
          <p:cNvGrpSpPr/>
          <p:nvPr/>
        </p:nvGrpSpPr>
        <p:grpSpPr>
          <a:xfrm>
            <a:off x="3430290" y="2898658"/>
            <a:ext cx="342988" cy="945229"/>
            <a:chOff x="5943600" y="4472223"/>
            <a:chExt cx="914400" cy="682484"/>
          </a:xfrm>
        </p:grpSpPr>
        <p:sp>
          <p:nvSpPr>
            <p:cNvPr id="8" name="Down Arrow 10">
              <a:extLst>
                <a:ext uri="{FF2B5EF4-FFF2-40B4-BE49-F238E27FC236}">
                  <a16:creationId xmlns:a16="http://schemas.microsoft.com/office/drawing/2014/main" id="{8BD29609-68CB-26F8-3791-0DF07521A219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94D4DE-39CC-5982-CF81-31414CCCCF99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2358F7-8C88-3DED-EE0B-E6B3F40115E9}"/>
              </a:ext>
            </a:extLst>
          </p:cNvPr>
          <p:cNvGrpSpPr/>
          <p:nvPr/>
        </p:nvGrpSpPr>
        <p:grpSpPr>
          <a:xfrm>
            <a:off x="3862767" y="2894854"/>
            <a:ext cx="342988" cy="945229"/>
            <a:chOff x="5943600" y="4472223"/>
            <a:chExt cx="914400" cy="682484"/>
          </a:xfrm>
        </p:grpSpPr>
        <p:sp>
          <p:nvSpPr>
            <p:cNvPr id="11" name="Down Arrow 13">
              <a:extLst>
                <a:ext uri="{FF2B5EF4-FFF2-40B4-BE49-F238E27FC236}">
                  <a16:creationId xmlns:a16="http://schemas.microsoft.com/office/drawing/2014/main" id="{F601E6DE-FE67-D8A2-8759-65FF8E13833B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51F2B87-95DF-704F-3318-67F159771265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72538A-F695-CB9A-C711-641CC11421A0}"/>
              </a:ext>
            </a:extLst>
          </p:cNvPr>
          <p:cNvGrpSpPr/>
          <p:nvPr/>
        </p:nvGrpSpPr>
        <p:grpSpPr>
          <a:xfrm>
            <a:off x="4271206" y="2898250"/>
            <a:ext cx="342988" cy="945229"/>
            <a:chOff x="5943600" y="4472223"/>
            <a:chExt cx="914400" cy="682484"/>
          </a:xfrm>
        </p:grpSpPr>
        <p:sp>
          <p:nvSpPr>
            <p:cNvPr id="14" name="Down Arrow 16">
              <a:extLst>
                <a:ext uri="{FF2B5EF4-FFF2-40B4-BE49-F238E27FC236}">
                  <a16:creationId xmlns:a16="http://schemas.microsoft.com/office/drawing/2014/main" id="{B61B1582-2510-5EC0-7CFD-FE6766F89A5E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479B99C-2D35-D8E4-0DB2-948784452D27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0B7975A-1F21-8EA1-5D05-1EA5510F57BB}"/>
              </a:ext>
            </a:extLst>
          </p:cNvPr>
          <p:cNvGrpSpPr/>
          <p:nvPr/>
        </p:nvGrpSpPr>
        <p:grpSpPr>
          <a:xfrm>
            <a:off x="4686394" y="2890524"/>
            <a:ext cx="342988" cy="945229"/>
            <a:chOff x="5943600" y="4472223"/>
            <a:chExt cx="914400" cy="682484"/>
          </a:xfrm>
        </p:grpSpPr>
        <p:sp>
          <p:nvSpPr>
            <p:cNvPr id="17" name="Down Arrow 19">
              <a:extLst>
                <a:ext uri="{FF2B5EF4-FFF2-40B4-BE49-F238E27FC236}">
                  <a16:creationId xmlns:a16="http://schemas.microsoft.com/office/drawing/2014/main" id="{5C8A8A74-39B8-E60B-F38C-092312998661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7980C7-651F-9EB6-74D8-E6412626A913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0DAC822-0818-9FEC-B200-73F9E70B4F84}"/>
              </a:ext>
            </a:extLst>
          </p:cNvPr>
          <p:cNvGrpSpPr/>
          <p:nvPr/>
        </p:nvGrpSpPr>
        <p:grpSpPr>
          <a:xfrm>
            <a:off x="5088143" y="2898948"/>
            <a:ext cx="342988" cy="945229"/>
            <a:chOff x="5943600" y="4472223"/>
            <a:chExt cx="914400" cy="682484"/>
          </a:xfrm>
        </p:grpSpPr>
        <p:sp>
          <p:nvSpPr>
            <p:cNvPr id="20" name="Down Arrow 22">
              <a:extLst>
                <a:ext uri="{FF2B5EF4-FFF2-40B4-BE49-F238E27FC236}">
                  <a16:creationId xmlns:a16="http://schemas.microsoft.com/office/drawing/2014/main" id="{78B824BD-5F29-FBF5-7012-E53D195EC843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C1091F3-B9E2-74AF-B6B5-C1C24621732E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181EA67-BE86-F30E-A2C3-01984E893219}"/>
              </a:ext>
            </a:extLst>
          </p:cNvPr>
          <p:cNvGrpSpPr/>
          <p:nvPr/>
        </p:nvGrpSpPr>
        <p:grpSpPr>
          <a:xfrm>
            <a:off x="5472466" y="2890524"/>
            <a:ext cx="342988" cy="945229"/>
            <a:chOff x="5943600" y="4472223"/>
            <a:chExt cx="914400" cy="682484"/>
          </a:xfrm>
        </p:grpSpPr>
        <p:sp>
          <p:nvSpPr>
            <p:cNvPr id="23" name="Down Arrow 25">
              <a:extLst>
                <a:ext uri="{FF2B5EF4-FFF2-40B4-BE49-F238E27FC236}">
                  <a16:creationId xmlns:a16="http://schemas.microsoft.com/office/drawing/2014/main" id="{2E599F53-CFE2-4F1C-2E2A-95C8335C25D0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67C463F-FD29-B0CC-38B4-2787902D8321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79D563F-B375-B679-87F4-A032A14F70BF}"/>
              </a:ext>
            </a:extLst>
          </p:cNvPr>
          <p:cNvGrpSpPr/>
          <p:nvPr/>
        </p:nvGrpSpPr>
        <p:grpSpPr>
          <a:xfrm>
            <a:off x="5852434" y="2894545"/>
            <a:ext cx="342988" cy="945229"/>
            <a:chOff x="5943600" y="4472223"/>
            <a:chExt cx="914400" cy="682484"/>
          </a:xfrm>
        </p:grpSpPr>
        <p:sp>
          <p:nvSpPr>
            <p:cNvPr id="26" name="Down Arrow 28">
              <a:extLst>
                <a:ext uri="{FF2B5EF4-FFF2-40B4-BE49-F238E27FC236}">
                  <a16:creationId xmlns:a16="http://schemas.microsoft.com/office/drawing/2014/main" id="{A2FF132C-EF2B-0734-7A94-2D47B4C8F25B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3012FE9-DCF2-5E36-6EAD-ECDDA2036EE0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2F63728-D082-8251-4FEF-0A375FF262E6}"/>
              </a:ext>
            </a:extLst>
          </p:cNvPr>
          <p:cNvGrpSpPr/>
          <p:nvPr/>
        </p:nvGrpSpPr>
        <p:grpSpPr>
          <a:xfrm>
            <a:off x="6239579" y="2894923"/>
            <a:ext cx="342988" cy="945229"/>
            <a:chOff x="5943600" y="4472223"/>
            <a:chExt cx="914400" cy="682484"/>
          </a:xfrm>
        </p:grpSpPr>
        <p:sp>
          <p:nvSpPr>
            <p:cNvPr id="29" name="Down Arrow 31">
              <a:extLst>
                <a:ext uri="{FF2B5EF4-FFF2-40B4-BE49-F238E27FC236}">
                  <a16:creationId xmlns:a16="http://schemas.microsoft.com/office/drawing/2014/main" id="{B1BA949B-0334-5BF1-CB63-27631A847211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B58391-B228-8CF6-2511-DEA1D7A3AA9C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73544A9-7A05-C313-9469-63F05BD7E28A}"/>
              </a:ext>
            </a:extLst>
          </p:cNvPr>
          <p:cNvGrpSpPr/>
          <p:nvPr/>
        </p:nvGrpSpPr>
        <p:grpSpPr>
          <a:xfrm>
            <a:off x="2610344" y="3240213"/>
            <a:ext cx="342988" cy="595540"/>
            <a:chOff x="5943600" y="4472223"/>
            <a:chExt cx="914400" cy="682484"/>
          </a:xfrm>
        </p:grpSpPr>
        <p:sp>
          <p:nvSpPr>
            <p:cNvPr id="32" name="Down Arrow 34">
              <a:extLst>
                <a:ext uri="{FF2B5EF4-FFF2-40B4-BE49-F238E27FC236}">
                  <a16:creationId xmlns:a16="http://schemas.microsoft.com/office/drawing/2014/main" id="{100F98AD-C4CB-3829-01AB-DE02DF8C79D4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5576E84-001B-A39A-0D32-057E41B7E3F1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C6C3EBE-BC24-209A-3028-50BE56B660F5}"/>
              </a:ext>
            </a:extLst>
          </p:cNvPr>
          <p:cNvGrpSpPr/>
          <p:nvPr/>
        </p:nvGrpSpPr>
        <p:grpSpPr>
          <a:xfrm>
            <a:off x="3463094" y="3233026"/>
            <a:ext cx="342988" cy="595540"/>
            <a:chOff x="5943600" y="4472223"/>
            <a:chExt cx="914400" cy="682484"/>
          </a:xfrm>
        </p:grpSpPr>
        <p:sp>
          <p:nvSpPr>
            <p:cNvPr id="35" name="Down Arrow 37">
              <a:extLst>
                <a:ext uri="{FF2B5EF4-FFF2-40B4-BE49-F238E27FC236}">
                  <a16:creationId xmlns:a16="http://schemas.microsoft.com/office/drawing/2014/main" id="{F679A8DC-7979-9EF0-E337-00E0F3A21F88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8B0C3E3-B2E5-8FB8-B9B9-5782B5ED53F7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61A9CAE-3EE2-96F9-3706-8C04F8E72F0A}"/>
              </a:ext>
            </a:extLst>
          </p:cNvPr>
          <p:cNvGrpSpPr/>
          <p:nvPr/>
        </p:nvGrpSpPr>
        <p:grpSpPr>
          <a:xfrm>
            <a:off x="3049500" y="3238991"/>
            <a:ext cx="342988" cy="595542"/>
            <a:chOff x="5943600" y="4472221"/>
            <a:chExt cx="914400" cy="682486"/>
          </a:xfrm>
        </p:grpSpPr>
        <p:sp>
          <p:nvSpPr>
            <p:cNvPr id="38" name="Down Arrow 40">
              <a:extLst>
                <a:ext uri="{FF2B5EF4-FFF2-40B4-BE49-F238E27FC236}">
                  <a16:creationId xmlns:a16="http://schemas.microsoft.com/office/drawing/2014/main" id="{12F5E99C-BDC2-13C1-3AD4-700A980826F2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4B33284-589D-910E-8407-A0CDF1E9CC73}"/>
                </a:ext>
              </a:extLst>
            </p:cNvPr>
            <p:cNvSpPr/>
            <p:nvPr/>
          </p:nvSpPr>
          <p:spPr>
            <a:xfrm>
              <a:off x="5943600" y="4472221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sz="1350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24132ED-E648-6BC5-4D8D-31548619AA6E}"/>
              </a:ext>
            </a:extLst>
          </p:cNvPr>
          <p:cNvGrpSpPr/>
          <p:nvPr/>
        </p:nvGrpSpPr>
        <p:grpSpPr>
          <a:xfrm>
            <a:off x="3873321" y="3228413"/>
            <a:ext cx="342988" cy="595540"/>
            <a:chOff x="5943600" y="4472223"/>
            <a:chExt cx="914400" cy="682484"/>
          </a:xfrm>
        </p:grpSpPr>
        <p:sp>
          <p:nvSpPr>
            <p:cNvPr id="41" name="Down Arrow 43">
              <a:extLst>
                <a:ext uri="{FF2B5EF4-FFF2-40B4-BE49-F238E27FC236}">
                  <a16:creationId xmlns:a16="http://schemas.microsoft.com/office/drawing/2014/main" id="{2868D111-A8FF-6E3A-0A8F-A803B68C6341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E6E102E-1FFE-9008-7DA9-F063C7B7685B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sz="1350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3B1CBAE-2EC9-1FC8-D921-40D93E63983F}"/>
              </a:ext>
            </a:extLst>
          </p:cNvPr>
          <p:cNvGrpSpPr/>
          <p:nvPr/>
        </p:nvGrpSpPr>
        <p:grpSpPr>
          <a:xfrm>
            <a:off x="4282654" y="3238989"/>
            <a:ext cx="342988" cy="595540"/>
            <a:chOff x="5943600" y="4472223"/>
            <a:chExt cx="914400" cy="682484"/>
          </a:xfrm>
        </p:grpSpPr>
        <p:sp>
          <p:nvSpPr>
            <p:cNvPr id="44" name="Down Arrow 46">
              <a:extLst>
                <a:ext uri="{FF2B5EF4-FFF2-40B4-BE49-F238E27FC236}">
                  <a16:creationId xmlns:a16="http://schemas.microsoft.com/office/drawing/2014/main" id="{FA490861-6971-14EA-551F-57AF02C42BB5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2725444-150E-433C-55FD-74B41B9E848D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sz="1350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D7DA37F-E0FB-6C6B-DEA7-98F0D8C38045}"/>
              </a:ext>
            </a:extLst>
          </p:cNvPr>
          <p:cNvGrpSpPr/>
          <p:nvPr/>
        </p:nvGrpSpPr>
        <p:grpSpPr>
          <a:xfrm>
            <a:off x="4666912" y="3238989"/>
            <a:ext cx="342988" cy="595540"/>
            <a:chOff x="5943600" y="4472223"/>
            <a:chExt cx="914400" cy="682484"/>
          </a:xfrm>
        </p:grpSpPr>
        <p:sp>
          <p:nvSpPr>
            <p:cNvPr id="47" name="Down Arrow 49">
              <a:extLst>
                <a:ext uri="{FF2B5EF4-FFF2-40B4-BE49-F238E27FC236}">
                  <a16:creationId xmlns:a16="http://schemas.microsoft.com/office/drawing/2014/main" id="{0E15E6A6-A965-92B8-2F8E-46DC0A127C11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1964E57-B50B-1038-6341-55BF6E0DD86F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sz="1350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2DFEBF7-6C8F-E6A2-A89A-6650F3F36879}"/>
              </a:ext>
            </a:extLst>
          </p:cNvPr>
          <p:cNvGrpSpPr/>
          <p:nvPr/>
        </p:nvGrpSpPr>
        <p:grpSpPr>
          <a:xfrm>
            <a:off x="5045957" y="3240213"/>
            <a:ext cx="342988" cy="595540"/>
            <a:chOff x="5943600" y="4472223"/>
            <a:chExt cx="914400" cy="682484"/>
          </a:xfrm>
        </p:grpSpPr>
        <p:sp>
          <p:nvSpPr>
            <p:cNvPr id="50" name="Down Arrow 52">
              <a:extLst>
                <a:ext uri="{FF2B5EF4-FFF2-40B4-BE49-F238E27FC236}">
                  <a16:creationId xmlns:a16="http://schemas.microsoft.com/office/drawing/2014/main" id="{3BF88743-413C-1C41-69A2-ACE9DD086BDA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357933E-CFA7-6802-7A91-3E9090B3AD64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sz="1350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EFDCB37-5044-E646-746F-DB6E7C31F8D7}"/>
              </a:ext>
            </a:extLst>
          </p:cNvPr>
          <p:cNvGrpSpPr/>
          <p:nvPr/>
        </p:nvGrpSpPr>
        <p:grpSpPr>
          <a:xfrm>
            <a:off x="5424027" y="3228413"/>
            <a:ext cx="342988" cy="595540"/>
            <a:chOff x="5943600" y="4472223"/>
            <a:chExt cx="914400" cy="682484"/>
          </a:xfrm>
        </p:grpSpPr>
        <p:sp>
          <p:nvSpPr>
            <p:cNvPr id="53" name="Down Arrow 55">
              <a:extLst>
                <a:ext uri="{FF2B5EF4-FFF2-40B4-BE49-F238E27FC236}">
                  <a16:creationId xmlns:a16="http://schemas.microsoft.com/office/drawing/2014/main" id="{2F668F8C-A864-2145-98A7-537ABEBB94A9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FCD90A1-5A8D-A4C1-B78F-5C330C2D1A8F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sz="1350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7224F22-7316-1D5E-BFB9-0AD2E00840BA}"/>
              </a:ext>
            </a:extLst>
          </p:cNvPr>
          <p:cNvGrpSpPr/>
          <p:nvPr/>
        </p:nvGrpSpPr>
        <p:grpSpPr>
          <a:xfrm>
            <a:off x="5832240" y="3240213"/>
            <a:ext cx="342988" cy="595540"/>
            <a:chOff x="5943600" y="4472223"/>
            <a:chExt cx="914400" cy="682484"/>
          </a:xfrm>
        </p:grpSpPr>
        <p:sp>
          <p:nvSpPr>
            <p:cNvPr id="56" name="Down Arrow 58">
              <a:extLst>
                <a:ext uri="{FF2B5EF4-FFF2-40B4-BE49-F238E27FC236}">
                  <a16:creationId xmlns:a16="http://schemas.microsoft.com/office/drawing/2014/main" id="{97C9BC39-CC11-C48A-41A5-0D8691B72608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07B4EED-9B06-1A57-5C3F-8AFA93D93D46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sz="1350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F7D85D2E-3A62-8F39-F70B-69AEA6619218}"/>
              </a:ext>
            </a:extLst>
          </p:cNvPr>
          <p:cNvSpPr/>
          <p:nvPr/>
        </p:nvSpPr>
        <p:spPr>
          <a:xfrm>
            <a:off x="2618741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5B1A2D3-D541-D713-410F-08785D15D6F1}"/>
              </a:ext>
            </a:extLst>
          </p:cNvPr>
          <p:cNvSpPr/>
          <p:nvPr/>
        </p:nvSpPr>
        <p:spPr>
          <a:xfrm>
            <a:off x="3018423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D06509A-2AAF-C403-5477-A6AA1EBED03D}"/>
              </a:ext>
            </a:extLst>
          </p:cNvPr>
          <p:cNvSpPr/>
          <p:nvPr/>
        </p:nvSpPr>
        <p:spPr>
          <a:xfrm>
            <a:off x="3419050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09956ED-999C-AA95-A0B9-2E5BAE16C2D5}"/>
              </a:ext>
            </a:extLst>
          </p:cNvPr>
          <p:cNvSpPr/>
          <p:nvPr/>
        </p:nvSpPr>
        <p:spPr>
          <a:xfrm>
            <a:off x="3818575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021A66E-25D0-06FA-7A6C-098805334959}"/>
              </a:ext>
            </a:extLst>
          </p:cNvPr>
          <p:cNvSpPr/>
          <p:nvPr/>
        </p:nvSpPr>
        <p:spPr>
          <a:xfrm>
            <a:off x="4218101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EF4417D-EADA-E5B5-2583-012370E72BD2}"/>
              </a:ext>
            </a:extLst>
          </p:cNvPr>
          <p:cNvSpPr/>
          <p:nvPr/>
        </p:nvSpPr>
        <p:spPr>
          <a:xfrm>
            <a:off x="4620385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3C6263C-621D-CD3D-3B96-CE340F799303}"/>
              </a:ext>
            </a:extLst>
          </p:cNvPr>
          <p:cNvSpPr/>
          <p:nvPr/>
        </p:nvSpPr>
        <p:spPr>
          <a:xfrm>
            <a:off x="5019910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91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FF71CB5-6596-5266-F45D-130C6DD7E500}"/>
              </a:ext>
            </a:extLst>
          </p:cNvPr>
          <p:cNvSpPr/>
          <p:nvPr/>
        </p:nvSpPr>
        <p:spPr>
          <a:xfrm>
            <a:off x="5419436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6AF99C3-D481-9BA6-075E-8A4AFA15D35F}"/>
              </a:ext>
            </a:extLst>
          </p:cNvPr>
          <p:cNvSpPr/>
          <p:nvPr/>
        </p:nvSpPr>
        <p:spPr>
          <a:xfrm>
            <a:off x="5818961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68FDD04-816C-04F8-0267-E1D09FF6B9C0}"/>
              </a:ext>
            </a:extLst>
          </p:cNvPr>
          <p:cNvSpPr/>
          <p:nvPr/>
        </p:nvSpPr>
        <p:spPr>
          <a:xfrm>
            <a:off x="6201436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2586623-9849-23B7-DCAF-E170DC34AC9B}"/>
              </a:ext>
            </a:extLst>
          </p:cNvPr>
          <p:cNvSpPr/>
          <p:nvPr/>
        </p:nvSpPr>
        <p:spPr>
          <a:xfrm>
            <a:off x="2615983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6F4A40F-47DF-C510-AF0F-B0C1368E040A}"/>
              </a:ext>
            </a:extLst>
          </p:cNvPr>
          <p:cNvSpPr/>
          <p:nvPr/>
        </p:nvSpPr>
        <p:spPr>
          <a:xfrm>
            <a:off x="3020710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D318473-2B59-3653-E9AF-BC54B1859C51}"/>
              </a:ext>
            </a:extLst>
          </p:cNvPr>
          <p:cNvSpPr/>
          <p:nvPr/>
        </p:nvSpPr>
        <p:spPr>
          <a:xfrm>
            <a:off x="3418578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4738BCA-884A-E6FC-6796-F842EED9763F}"/>
              </a:ext>
            </a:extLst>
          </p:cNvPr>
          <p:cNvSpPr/>
          <p:nvPr/>
        </p:nvSpPr>
        <p:spPr>
          <a:xfrm>
            <a:off x="3816445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95183A5-B98A-6138-C209-D1CCF0C80DE8}"/>
              </a:ext>
            </a:extLst>
          </p:cNvPr>
          <p:cNvSpPr/>
          <p:nvPr/>
        </p:nvSpPr>
        <p:spPr>
          <a:xfrm>
            <a:off x="4221173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2B8EE64-332B-00A7-583A-CC1005ECB095}"/>
              </a:ext>
            </a:extLst>
          </p:cNvPr>
          <p:cNvSpPr/>
          <p:nvPr/>
        </p:nvSpPr>
        <p:spPr>
          <a:xfrm>
            <a:off x="2615983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4D178C4-E7CB-10C9-258D-EBFAAE0EEFD7}"/>
              </a:ext>
            </a:extLst>
          </p:cNvPr>
          <p:cNvSpPr/>
          <p:nvPr/>
        </p:nvSpPr>
        <p:spPr>
          <a:xfrm>
            <a:off x="3020710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9667E12-51A9-BE79-91E8-8AE7383D2A9B}"/>
              </a:ext>
            </a:extLst>
          </p:cNvPr>
          <p:cNvSpPr/>
          <p:nvPr/>
        </p:nvSpPr>
        <p:spPr>
          <a:xfrm>
            <a:off x="3418578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128977B-5D8B-E886-5ED9-B0D7F3B63A5F}"/>
              </a:ext>
            </a:extLst>
          </p:cNvPr>
          <p:cNvSpPr/>
          <p:nvPr/>
        </p:nvSpPr>
        <p:spPr>
          <a:xfrm>
            <a:off x="3816445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B39D0E-BFC7-9B8A-7150-31508451C3AE}"/>
              </a:ext>
            </a:extLst>
          </p:cNvPr>
          <p:cNvSpPr/>
          <p:nvPr/>
        </p:nvSpPr>
        <p:spPr>
          <a:xfrm>
            <a:off x="4221173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E2795D7-2594-11DD-3666-B643A194F4ED}"/>
              </a:ext>
            </a:extLst>
          </p:cNvPr>
          <p:cNvSpPr/>
          <p:nvPr/>
        </p:nvSpPr>
        <p:spPr>
          <a:xfrm>
            <a:off x="4619040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C04FAE4-DBFF-B997-965A-B4AE70DEFD78}"/>
              </a:ext>
            </a:extLst>
          </p:cNvPr>
          <p:cNvSpPr/>
          <p:nvPr/>
        </p:nvSpPr>
        <p:spPr>
          <a:xfrm>
            <a:off x="4619040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91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25463CE-B7C6-1240-654B-8DCD1B1B9C94}"/>
              </a:ext>
            </a:extLst>
          </p:cNvPr>
          <p:cNvSpPr/>
          <p:nvPr/>
        </p:nvSpPr>
        <p:spPr>
          <a:xfrm>
            <a:off x="5016908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BB2E2AF-4130-2F7A-4BA5-7DD506E81BEA}"/>
              </a:ext>
            </a:extLst>
          </p:cNvPr>
          <p:cNvSpPr/>
          <p:nvPr/>
        </p:nvSpPr>
        <p:spPr>
          <a:xfrm>
            <a:off x="3816445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70BD486-4CB7-1DEC-0D0C-FF26800B2F44}"/>
              </a:ext>
            </a:extLst>
          </p:cNvPr>
          <p:cNvSpPr/>
          <p:nvPr/>
        </p:nvSpPr>
        <p:spPr>
          <a:xfrm>
            <a:off x="4221173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554000C-5E78-88AE-1B38-335F15402D5E}"/>
              </a:ext>
            </a:extLst>
          </p:cNvPr>
          <p:cNvSpPr/>
          <p:nvPr/>
        </p:nvSpPr>
        <p:spPr>
          <a:xfrm>
            <a:off x="4619040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D131FB9-857F-AA06-9379-AA70916A9387}"/>
              </a:ext>
            </a:extLst>
          </p:cNvPr>
          <p:cNvSpPr/>
          <p:nvPr/>
        </p:nvSpPr>
        <p:spPr>
          <a:xfrm>
            <a:off x="5016908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91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851F1FB-7261-F001-16F9-D9243F6A8669}"/>
              </a:ext>
            </a:extLst>
          </p:cNvPr>
          <p:cNvSpPr/>
          <p:nvPr/>
        </p:nvSpPr>
        <p:spPr>
          <a:xfrm>
            <a:off x="5421635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5ED4428-7850-9F08-D9EB-FD54CF0595A9}"/>
              </a:ext>
            </a:extLst>
          </p:cNvPr>
          <p:cNvSpPr/>
          <p:nvPr/>
        </p:nvSpPr>
        <p:spPr>
          <a:xfrm>
            <a:off x="5016908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B0B755D-133E-1C34-7C88-F266A7BF90BE}"/>
              </a:ext>
            </a:extLst>
          </p:cNvPr>
          <p:cNvSpPr/>
          <p:nvPr/>
        </p:nvSpPr>
        <p:spPr>
          <a:xfrm>
            <a:off x="5421635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91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29209D4-04B1-B9FC-FCD5-FA3F4EE3B4A9}"/>
              </a:ext>
            </a:extLst>
          </p:cNvPr>
          <p:cNvSpPr/>
          <p:nvPr/>
        </p:nvSpPr>
        <p:spPr>
          <a:xfrm>
            <a:off x="5819503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EF12FAE-E4D6-F92E-24BE-376714A2CDB6}"/>
              </a:ext>
            </a:extLst>
          </p:cNvPr>
          <p:cNvSpPr/>
          <p:nvPr/>
        </p:nvSpPr>
        <p:spPr>
          <a:xfrm>
            <a:off x="3816445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916C1D4-37B0-BED6-4005-704737EA9D0E}"/>
              </a:ext>
            </a:extLst>
          </p:cNvPr>
          <p:cNvSpPr/>
          <p:nvPr/>
        </p:nvSpPr>
        <p:spPr>
          <a:xfrm>
            <a:off x="4221173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02758F9-7DBF-0CBA-56E2-1063F3DDB437}"/>
              </a:ext>
            </a:extLst>
          </p:cNvPr>
          <p:cNvSpPr/>
          <p:nvPr/>
        </p:nvSpPr>
        <p:spPr>
          <a:xfrm>
            <a:off x="4619040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E940A99-E8F7-09CB-8DE5-6364124A1C63}"/>
              </a:ext>
            </a:extLst>
          </p:cNvPr>
          <p:cNvSpPr/>
          <p:nvPr/>
        </p:nvSpPr>
        <p:spPr>
          <a:xfrm>
            <a:off x="5016908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952BAD1-C91F-1145-470D-E4003E4DD3C8}"/>
              </a:ext>
            </a:extLst>
          </p:cNvPr>
          <p:cNvSpPr/>
          <p:nvPr/>
        </p:nvSpPr>
        <p:spPr>
          <a:xfrm>
            <a:off x="5421635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C0A8A00-F228-4119-AA5A-DAD294D1AAAB}"/>
              </a:ext>
            </a:extLst>
          </p:cNvPr>
          <p:cNvSpPr/>
          <p:nvPr/>
        </p:nvSpPr>
        <p:spPr>
          <a:xfrm>
            <a:off x="5819503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91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C4F03AC-43FF-1E78-F7EE-AA1A73339833}"/>
              </a:ext>
            </a:extLst>
          </p:cNvPr>
          <p:cNvSpPr/>
          <p:nvPr/>
        </p:nvSpPr>
        <p:spPr>
          <a:xfrm>
            <a:off x="6203651" y="3839520"/>
            <a:ext cx="399526" cy="324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B29C105-F96D-ABC3-809B-2754FF24B909}"/>
              </a:ext>
            </a:extLst>
          </p:cNvPr>
          <p:cNvSpPr/>
          <p:nvPr/>
        </p:nvSpPr>
        <p:spPr>
          <a:xfrm>
            <a:off x="1933122" y="3805223"/>
            <a:ext cx="431339" cy="382613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6A11DAF-4175-AEB3-34E3-2E5138F7AD1A}"/>
              </a:ext>
            </a:extLst>
          </p:cNvPr>
          <p:cNvSpPr/>
          <p:nvPr/>
        </p:nvSpPr>
        <p:spPr>
          <a:xfrm>
            <a:off x="1933122" y="3433748"/>
            <a:ext cx="425307" cy="3567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6D18E3C-BCFE-5973-06B2-58D21096DA19}"/>
              </a:ext>
            </a:extLst>
          </p:cNvPr>
          <p:cNvSpPr/>
          <p:nvPr/>
        </p:nvSpPr>
        <p:spPr>
          <a:xfrm>
            <a:off x="1933122" y="3433748"/>
            <a:ext cx="425307" cy="3567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865D2D6-259F-DD8D-8DEA-BFA37385EDB2}"/>
              </a:ext>
            </a:extLst>
          </p:cNvPr>
          <p:cNvSpPr/>
          <p:nvPr/>
        </p:nvSpPr>
        <p:spPr>
          <a:xfrm>
            <a:off x="1933122" y="3433748"/>
            <a:ext cx="425307" cy="3567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5F83E73-4F5D-3296-0FB7-AFBE45F45F39}"/>
              </a:ext>
            </a:extLst>
          </p:cNvPr>
          <p:cNvSpPr/>
          <p:nvPr/>
        </p:nvSpPr>
        <p:spPr>
          <a:xfrm>
            <a:off x="1933122" y="3433748"/>
            <a:ext cx="425307" cy="3567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0610D9E-60EF-F70B-F678-8C5CEF95428C}"/>
              </a:ext>
            </a:extLst>
          </p:cNvPr>
          <p:cNvSpPr/>
          <p:nvPr/>
        </p:nvSpPr>
        <p:spPr>
          <a:xfrm>
            <a:off x="1933122" y="3433748"/>
            <a:ext cx="425307" cy="3567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2FEB9B5-5F5A-A999-BA02-91D37AE740FD}"/>
              </a:ext>
            </a:extLst>
          </p:cNvPr>
          <p:cNvSpPr/>
          <p:nvPr/>
        </p:nvSpPr>
        <p:spPr>
          <a:xfrm>
            <a:off x="1933122" y="3433748"/>
            <a:ext cx="425307" cy="3567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91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D28CD9F-C032-BEEE-FEB9-B2D429F0749C}"/>
              </a:ext>
            </a:extLst>
          </p:cNvPr>
          <p:cNvSpPr/>
          <p:nvPr/>
        </p:nvSpPr>
        <p:spPr>
          <a:xfrm>
            <a:off x="1933122" y="3433748"/>
            <a:ext cx="425307" cy="3567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DC3C6C5-0945-DC37-BCBB-131A358C13F3}"/>
              </a:ext>
            </a:extLst>
          </p:cNvPr>
          <p:cNvSpPr/>
          <p:nvPr/>
        </p:nvSpPr>
        <p:spPr>
          <a:xfrm>
            <a:off x="1933122" y="3433748"/>
            <a:ext cx="425307" cy="3567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6E50784-13DA-8A0D-5F70-6087C97E15DE}"/>
              </a:ext>
            </a:extLst>
          </p:cNvPr>
          <p:cNvSpPr/>
          <p:nvPr/>
        </p:nvSpPr>
        <p:spPr>
          <a:xfrm>
            <a:off x="1933122" y="3433748"/>
            <a:ext cx="425307" cy="3567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E0FC8F1-B9EC-E9ED-D856-9BF6D2E6BF23}"/>
              </a:ext>
            </a:extLst>
          </p:cNvPr>
          <p:cNvSpPr/>
          <p:nvPr/>
        </p:nvSpPr>
        <p:spPr>
          <a:xfrm>
            <a:off x="2618743" y="4174038"/>
            <a:ext cx="396767" cy="1882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C2B2530-5CB6-1294-261E-8C9D6F2C26BB}"/>
              </a:ext>
            </a:extLst>
          </p:cNvPr>
          <p:cNvSpPr/>
          <p:nvPr/>
        </p:nvSpPr>
        <p:spPr>
          <a:xfrm>
            <a:off x="3033524" y="4174038"/>
            <a:ext cx="396767" cy="1882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FE378F7-092B-6613-A39A-3E992E1D8350}"/>
              </a:ext>
            </a:extLst>
          </p:cNvPr>
          <p:cNvSpPr/>
          <p:nvPr/>
        </p:nvSpPr>
        <p:spPr>
          <a:xfrm>
            <a:off x="3419954" y="4174624"/>
            <a:ext cx="396767" cy="1882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FBB5C69-0FC8-2817-019E-172D704230E2}"/>
              </a:ext>
            </a:extLst>
          </p:cNvPr>
          <p:cNvSpPr/>
          <p:nvPr/>
        </p:nvSpPr>
        <p:spPr>
          <a:xfrm>
            <a:off x="5801803" y="4174622"/>
            <a:ext cx="396767" cy="1882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8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10375D5-7170-209E-43B3-B569C2A06FDD}"/>
              </a:ext>
            </a:extLst>
          </p:cNvPr>
          <p:cNvSpPr/>
          <p:nvPr/>
        </p:nvSpPr>
        <p:spPr>
          <a:xfrm>
            <a:off x="3824407" y="4172859"/>
            <a:ext cx="396767" cy="1882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0F7C13D-0981-A520-5C1C-034343F26562}"/>
              </a:ext>
            </a:extLst>
          </p:cNvPr>
          <p:cNvSpPr/>
          <p:nvPr/>
        </p:nvSpPr>
        <p:spPr>
          <a:xfrm>
            <a:off x="4226544" y="4174624"/>
            <a:ext cx="396767" cy="1882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1133C92-231F-6568-5F69-A4CE9E20DF24}"/>
              </a:ext>
            </a:extLst>
          </p:cNvPr>
          <p:cNvSpPr/>
          <p:nvPr/>
        </p:nvSpPr>
        <p:spPr>
          <a:xfrm>
            <a:off x="4627134" y="4172858"/>
            <a:ext cx="396767" cy="1882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5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689957D-ED76-BA6B-1430-A041375115F8}"/>
              </a:ext>
            </a:extLst>
          </p:cNvPr>
          <p:cNvSpPr/>
          <p:nvPr/>
        </p:nvSpPr>
        <p:spPr>
          <a:xfrm>
            <a:off x="5038345" y="4174624"/>
            <a:ext cx="396767" cy="1882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6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D158BFC-1D0C-C699-42AB-0865620DCA17}"/>
              </a:ext>
            </a:extLst>
          </p:cNvPr>
          <p:cNvSpPr/>
          <p:nvPr/>
        </p:nvSpPr>
        <p:spPr>
          <a:xfrm>
            <a:off x="5435474" y="4174038"/>
            <a:ext cx="396767" cy="1882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7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DEFAAB5-DD1F-1D6C-446E-3A5857762239}"/>
              </a:ext>
            </a:extLst>
          </p:cNvPr>
          <p:cNvSpPr/>
          <p:nvPr/>
        </p:nvSpPr>
        <p:spPr>
          <a:xfrm>
            <a:off x="6217004" y="4172272"/>
            <a:ext cx="396767" cy="18829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9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1DF63B1-5533-922E-B4A0-CA1F1E134FA2}"/>
              </a:ext>
            </a:extLst>
          </p:cNvPr>
          <p:cNvGrpSpPr/>
          <p:nvPr/>
        </p:nvGrpSpPr>
        <p:grpSpPr>
          <a:xfrm>
            <a:off x="2392067" y="3240209"/>
            <a:ext cx="342988" cy="595540"/>
            <a:chOff x="5943600" y="4472223"/>
            <a:chExt cx="914400" cy="682484"/>
          </a:xfrm>
        </p:grpSpPr>
        <p:sp>
          <p:nvSpPr>
            <p:cNvPr id="117" name="Down Arrow 119">
              <a:extLst>
                <a:ext uri="{FF2B5EF4-FFF2-40B4-BE49-F238E27FC236}">
                  <a16:creationId xmlns:a16="http://schemas.microsoft.com/office/drawing/2014/main" id="{61243993-6854-A5CC-0278-F5F895764F85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4357F9F-1EE9-CB2F-3354-0AE032B759C7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508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5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0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6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1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2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" fill="hold">
                            <p:stCondLst>
                              <p:cond delay="0"/>
                            </p:stCondLst>
                            <p:childTnLst>
                              <p:par>
                                <p:cTn id="4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>
                      <p:stCondLst>
                        <p:cond delay="indefinite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1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2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indefinite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>
                      <p:stCondLst>
                        <p:cond delay="indefinite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>
                      <p:stCondLst>
                        <p:cond delay="indefinite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0" fill="hold">
                      <p:stCondLst>
                        <p:cond delay="indefinite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0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indefinite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6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8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id="5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indefinite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3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6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7" fill="hold">
                      <p:stCondLst>
                        <p:cond delay="indefinite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id="5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1" fill="hold">
                            <p:stCondLst>
                              <p:cond delay="0"/>
                            </p:stCondLst>
                            <p:childTnLst>
                              <p:par>
                                <p:cTn id="5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4" fill="hold">
                      <p:stCondLst>
                        <p:cond delay="indefinite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1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2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" fill="hold">
                      <p:stCondLst>
                        <p:cond delay="indefinite"/>
                      </p:stCondLst>
                      <p:childTnLst>
                        <p:par>
                          <p:cTn id="606" fill="hold">
                            <p:stCondLst>
                              <p:cond delay="0"/>
                            </p:stCondLst>
                            <p:childTnLst>
                              <p:par>
                                <p:cTn id="6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9" fill="hold">
                            <p:stCondLst>
                              <p:cond delay="0"/>
                            </p:stCondLst>
                            <p:childTnLst>
                              <p:par>
                                <p:cTn id="6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" fill="hold">
                      <p:stCondLst>
                        <p:cond delay="indefinite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2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3" fill="hold">
                      <p:stCondLst>
                        <p:cond delay="indefinite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0" fill="hold">
                      <p:stCondLst>
                        <p:cond delay="indefinite"/>
                      </p:stCondLst>
                      <p:childTnLst>
                        <p:par>
                          <p:cTn id="631" fill="hold">
                            <p:stCondLst>
                              <p:cond delay="0"/>
                            </p:stCondLst>
                            <p:childTnLst>
                              <p:par>
                                <p:cTn id="63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8" fill="hold">
                      <p:stCondLst>
                        <p:cond delay="indefinite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2" fill="hold">
                      <p:stCondLst>
                        <p:cond delay="indefinite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4" grpId="0" animBg="1"/>
      <p:bldP spid="75" grpId="0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  <p:bldP spid="104" grpId="0" animBg="1"/>
      <p:bldP spid="104" grpId="1" animBg="1"/>
      <p:bldP spid="105" grpId="0" animBg="1"/>
      <p:bldP spid="10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B622-1406-6BCA-A363-5BA273D80DD6}"/>
              </a:ext>
            </a:extLst>
          </p:cNvPr>
          <p:cNvSpPr txBox="1">
            <a:spLocks/>
          </p:cNvSpPr>
          <p:nvPr/>
        </p:nvSpPr>
        <p:spPr>
          <a:xfrm>
            <a:off x="1143002" y="2356961"/>
            <a:ext cx="6858000" cy="207302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>
                <a:solidFill>
                  <a:schemeClr val="tx1"/>
                </a:solidFill>
              </a:rPr>
              <a:t>Insertion Sort Complexity Analysis</a:t>
            </a:r>
          </a:p>
        </p:txBody>
      </p:sp>
    </p:spTree>
    <p:extLst>
      <p:ext uri="{BB962C8B-B14F-4D97-AF65-F5344CB8AC3E}">
        <p14:creationId xmlns:p14="http://schemas.microsoft.com/office/powerpoint/2010/main" val="235280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2F0B17B-D7D2-B663-119E-43957E1057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0374090"/>
              </p:ext>
            </p:extLst>
          </p:nvPr>
        </p:nvGraphicFramePr>
        <p:xfrm>
          <a:off x="316921" y="1659617"/>
          <a:ext cx="8168916" cy="3812877"/>
        </p:xfrm>
        <a:graphic>
          <a:graphicData uri="http://schemas.openxmlformats.org/drawingml/2006/table">
            <a:tbl>
              <a:tblPr firstRow="1" bandRow="1"/>
              <a:tblGrid>
                <a:gridCol w="4084458">
                  <a:extLst>
                    <a:ext uri="{9D8B030D-6E8A-4147-A177-3AD203B41FA5}">
                      <a16:colId xmlns:a16="http://schemas.microsoft.com/office/drawing/2014/main" val="4121185344"/>
                    </a:ext>
                  </a:extLst>
                </a:gridCol>
                <a:gridCol w="4084458">
                  <a:extLst>
                    <a:ext uri="{9D8B030D-6E8A-4147-A177-3AD203B41FA5}">
                      <a16:colId xmlns:a16="http://schemas.microsoft.com/office/drawing/2014/main" val="1181850790"/>
                    </a:ext>
                  </a:extLst>
                </a:gridCol>
              </a:tblGrid>
              <a:tr h="423653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(j=1;j&lt;n;j++){</a:t>
                      </a:r>
                    </a:p>
                  </a:txBody>
                  <a:tcPr marL="0" marR="0" marT="11430" marB="11430" anchor="b"/>
                </a:tc>
                <a:tc rowSpan="9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981740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key=a[j];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9333024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=j-1;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445514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&gt;=0 &amp;&amp;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]&gt; key){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37258620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 =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2639775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--;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53006999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4983609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a[i+1]=key;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59855182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0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6367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975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2F0B17B-D7D2-B663-119E-43957E1057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8094254"/>
              </p:ext>
            </p:extLst>
          </p:nvPr>
        </p:nvGraphicFramePr>
        <p:xfrm>
          <a:off x="316921" y="1659617"/>
          <a:ext cx="8168916" cy="3812877"/>
        </p:xfrm>
        <a:graphic>
          <a:graphicData uri="http://schemas.openxmlformats.org/drawingml/2006/table">
            <a:tbl>
              <a:tblPr firstRow="1" bandRow="1"/>
              <a:tblGrid>
                <a:gridCol w="4651319">
                  <a:extLst>
                    <a:ext uri="{9D8B030D-6E8A-4147-A177-3AD203B41FA5}">
                      <a16:colId xmlns:a16="http://schemas.microsoft.com/office/drawing/2014/main" val="4121185344"/>
                    </a:ext>
                  </a:extLst>
                </a:gridCol>
                <a:gridCol w="3517597">
                  <a:extLst>
                    <a:ext uri="{9D8B030D-6E8A-4147-A177-3AD203B41FA5}">
                      <a16:colId xmlns:a16="http://schemas.microsoft.com/office/drawing/2014/main" val="1181850790"/>
                    </a:ext>
                  </a:extLst>
                </a:gridCol>
              </a:tblGrid>
              <a:tr h="423653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1. for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(j=1;j&lt;n;j++){</a:t>
                      </a:r>
                    </a:p>
                  </a:txBody>
                  <a:tcPr marL="0" marR="0" marT="11430" marB="11430" anchor="b"/>
                </a:tc>
                <a:tc rowSpan="9"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For loop (n)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j&lt;n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Key=a[j]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=j-1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while loop (n-1)</a:t>
                      </a:r>
                    </a:p>
                    <a:p>
                      <a:pPr marL="800100" lvl="1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&gt;=0 &amp;&amp;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]&gt; key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 =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--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a[i+1]=key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latin typeface="Consolas" panose="020B0609020204030204" pitchFamily="49" charset="0"/>
                        </a:rPr>
                        <a:t>j++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Extra : j=1</a:t>
                      </a:r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981740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2. key=a[j];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9333024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3 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=j-1;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445514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4. while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&gt;=0 &amp;&amp;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]&gt; key){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37258620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5. a[i+1] =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2639775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6. 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--;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53006999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7. 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4983609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>
                          <a:effectLst/>
                          <a:latin typeface="Consolas" panose="020B0609020204030204" pitchFamily="49" charset="0"/>
                        </a:rPr>
                        <a:t>8. a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[i+1]=key;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59855182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0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6367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36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2F0B17B-D7D2-B663-119E-43957E1057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6473950"/>
              </p:ext>
            </p:extLst>
          </p:nvPr>
        </p:nvGraphicFramePr>
        <p:xfrm>
          <a:off x="316921" y="1659617"/>
          <a:ext cx="8168916" cy="3812877"/>
        </p:xfrm>
        <a:graphic>
          <a:graphicData uri="http://schemas.openxmlformats.org/drawingml/2006/table">
            <a:tbl>
              <a:tblPr firstRow="1" bandRow="1"/>
              <a:tblGrid>
                <a:gridCol w="4084458">
                  <a:extLst>
                    <a:ext uri="{9D8B030D-6E8A-4147-A177-3AD203B41FA5}">
                      <a16:colId xmlns:a16="http://schemas.microsoft.com/office/drawing/2014/main" val="4121185344"/>
                    </a:ext>
                  </a:extLst>
                </a:gridCol>
                <a:gridCol w="4084458">
                  <a:extLst>
                    <a:ext uri="{9D8B030D-6E8A-4147-A177-3AD203B41FA5}">
                      <a16:colId xmlns:a16="http://schemas.microsoft.com/office/drawing/2014/main" val="1181850790"/>
                    </a:ext>
                  </a:extLst>
                </a:gridCol>
              </a:tblGrid>
              <a:tr h="423653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(j=1;j&lt;n;j++){</a:t>
                      </a:r>
                    </a:p>
                  </a:txBody>
                  <a:tcPr marL="0" marR="0" marT="11430" marB="11430" anchor="b"/>
                </a:tc>
                <a:tc rowSpan="9"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For loop (n)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j&lt;n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Key=a[j]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=j-1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while loop (n-1)</a:t>
                      </a:r>
                    </a:p>
                    <a:p>
                      <a:pPr marL="800100" lvl="1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&gt;=0 &amp;&amp;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]&gt; key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 =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--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a[i+1]=key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j++</a:t>
                      </a:r>
                      <a:endParaRPr lang="en-US" sz="1800" b="1" dirty="0"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Extra : j=1</a:t>
                      </a:r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981740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key=a[j];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9333024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=j-1;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445514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&gt;=0 &amp;&amp;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]&gt; key){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37258620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 =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2639775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--;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53006999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4983609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a[i+1]=key;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59855182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0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63679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E0F7026-9DA4-7068-62B1-7BCFC3096A49}"/>
              </a:ext>
            </a:extLst>
          </p:cNvPr>
          <p:cNvSpPr txBox="1"/>
          <p:nvPr/>
        </p:nvSpPr>
        <p:spPr>
          <a:xfrm>
            <a:off x="1058920" y="5869444"/>
            <a:ext cx="5052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highlight>
                  <a:srgbClr val="FFFF00"/>
                </a:highlight>
              </a:rPr>
              <a:t>c1</a:t>
            </a:r>
          </a:p>
        </p:txBody>
      </p:sp>
    </p:spTree>
    <p:extLst>
      <p:ext uri="{BB962C8B-B14F-4D97-AF65-F5344CB8AC3E}">
        <p14:creationId xmlns:p14="http://schemas.microsoft.com/office/powerpoint/2010/main" val="3300768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2F0B17B-D7D2-B663-119E-43957E1057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2961349"/>
              </p:ext>
            </p:extLst>
          </p:nvPr>
        </p:nvGraphicFramePr>
        <p:xfrm>
          <a:off x="316921" y="1659617"/>
          <a:ext cx="8168916" cy="3812877"/>
        </p:xfrm>
        <a:graphic>
          <a:graphicData uri="http://schemas.openxmlformats.org/drawingml/2006/table">
            <a:tbl>
              <a:tblPr firstRow="1" bandRow="1"/>
              <a:tblGrid>
                <a:gridCol w="4084458">
                  <a:extLst>
                    <a:ext uri="{9D8B030D-6E8A-4147-A177-3AD203B41FA5}">
                      <a16:colId xmlns:a16="http://schemas.microsoft.com/office/drawing/2014/main" val="4121185344"/>
                    </a:ext>
                  </a:extLst>
                </a:gridCol>
                <a:gridCol w="4084458">
                  <a:extLst>
                    <a:ext uri="{9D8B030D-6E8A-4147-A177-3AD203B41FA5}">
                      <a16:colId xmlns:a16="http://schemas.microsoft.com/office/drawing/2014/main" val="1181850790"/>
                    </a:ext>
                  </a:extLst>
                </a:gridCol>
              </a:tblGrid>
              <a:tr h="423653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(j=1;j&lt;n;j++){</a:t>
                      </a:r>
                    </a:p>
                  </a:txBody>
                  <a:tcPr marL="0" marR="0" marT="11430" marB="11430" anchor="b"/>
                </a:tc>
                <a:tc rowSpan="9"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For loop (n)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j&lt;n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Key=a[j]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=j-1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while loop (n-1)</a:t>
                      </a:r>
                    </a:p>
                    <a:p>
                      <a:pPr marL="800100" lvl="1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&gt;=0 &amp;&amp; a[</a:t>
                      </a:r>
                      <a:r>
                        <a:rPr lang="en-US" sz="1800" b="1" dirty="0" err="1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]&lt; key</a:t>
                      </a:r>
                      <a:endParaRPr lang="en-US" sz="1800" b="1" dirty="0">
                        <a:highlight>
                          <a:srgbClr val="00FFFF"/>
                        </a:highlight>
                        <a:latin typeface="Consolas" panose="020B0609020204030204" pitchFamily="49" charset="0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1" dirty="0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a[i+1] = a[</a:t>
                      </a:r>
                      <a:r>
                        <a:rPr lang="en-US" sz="1800" b="1" dirty="0" err="1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]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1" dirty="0" err="1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--</a:t>
                      </a:r>
                      <a:endParaRPr lang="en-US" sz="1800" b="1" dirty="0">
                        <a:highlight>
                          <a:srgbClr val="00FFFF"/>
                        </a:highlight>
                        <a:latin typeface="Consolas" panose="020B0609020204030204" pitchFamily="49" charset="0"/>
                      </a:endParaRP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a[i+1]=key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latin typeface="Consolas" panose="020B0609020204030204" pitchFamily="49" charset="0"/>
                        </a:rPr>
                        <a:t>j++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Extra : j=1</a:t>
                      </a:r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981740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key=a[j];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9333024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=j-1;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445514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&gt;=0 &amp;&amp;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]&gt; key){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37258620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 =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2639775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--;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53006999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4983609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a[i+1]=key;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59855182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0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63679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E0F7026-9DA4-7068-62B1-7BCFC3096A49}"/>
              </a:ext>
            </a:extLst>
          </p:cNvPr>
          <p:cNvSpPr txBox="1"/>
          <p:nvPr/>
        </p:nvSpPr>
        <p:spPr>
          <a:xfrm>
            <a:off x="1058920" y="5869444"/>
            <a:ext cx="5052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highlight>
                  <a:srgbClr val="FFFF00"/>
                </a:highlight>
              </a:rPr>
              <a:t>c1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F6267-1375-AA33-E0DA-5A8CDE9EE595}"/>
              </a:ext>
            </a:extLst>
          </p:cNvPr>
          <p:cNvSpPr txBox="1"/>
          <p:nvPr/>
        </p:nvSpPr>
        <p:spPr>
          <a:xfrm>
            <a:off x="1977739" y="5869443"/>
            <a:ext cx="5052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highlight>
                  <a:srgbClr val="00FFFF"/>
                </a:highlight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1553892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2F0B17B-D7D2-B663-119E-43957E1057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7951819"/>
              </p:ext>
            </p:extLst>
          </p:nvPr>
        </p:nvGraphicFramePr>
        <p:xfrm>
          <a:off x="316921" y="1659617"/>
          <a:ext cx="8168916" cy="3812877"/>
        </p:xfrm>
        <a:graphic>
          <a:graphicData uri="http://schemas.openxmlformats.org/drawingml/2006/table">
            <a:tbl>
              <a:tblPr firstRow="1" bandRow="1"/>
              <a:tblGrid>
                <a:gridCol w="4084458">
                  <a:extLst>
                    <a:ext uri="{9D8B030D-6E8A-4147-A177-3AD203B41FA5}">
                      <a16:colId xmlns:a16="http://schemas.microsoft.com/office/drawing/2014/main" val="4121185344"/>
                    </a:ext>
                  </a:extLst>
                </a:gridCol>
                <a:gridCol w="4084458">
                  <a:extLst>
                    <a:ext uri="{9D8B030D-6E8A-4147-A177-3AD203B41FA5}">
                      <a16:colId xmlns:a16="http://schemas.microsoft.com/office/drawing/2014/main" val="1181850790"/>
                    </a:ext>
                  </a:extLst>
                </a:gridCol>
              </a:tblGrid>
              <a:tr h="423653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(j=1;j&lt;n;j++){</a:t>
                      </a:r>
                    </a:p>
                  </a:txBody>
                  <a:tcPr marL="0" marR="0" marT="11430" marB="11430" anchor="b"/>
                </a:tc>
                <a:tc rowSpan="9"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For loop (n)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j&lt;n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Key=a[j]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=j-1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while loop (n-1)</a:t>
                      </a:r>
                    </a:p>
                    <a:p>
                      <a:pPr marL="800100" lvl="1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&gt;=0 &amp;&amp;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]&lt; key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 =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--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a[i+1]=key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latin typeface="Consolas" panose="020B0609020204030204" pitchFamily="49" charset="0"/>
                        </a:rPr>
                        <a:t>j++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US" sz="1800" b="1" dirty="0">
                          <a:highlight>
                            <a:srgbClr val="00FF00"/>
                          </a:highlight>
                          <a:latin typeface="Consolas" panose="020B0609020204030204" pitchFamily="49" charset="0"/>
                        </a:rPr>
                        <a:t>Extra : j=1</a:t>
                      </a:r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981740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key=a[j];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9333024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=j-1;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445514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&gt;=0 &amp;&amp;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]&gt; key){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37258620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 =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2639775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--;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53006999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4983609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a[i+1]=key;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59855182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0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63679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E0F7026-9DA4-7068-62B1-7BCFC3096A49}"/>
              </a:ext>
            </a:extLst>
          </p:cNvPr>
          <p:cNvSpPr txBox="1"/>
          <p:nvPr/>
        </p:nvSpPr>
        <p:spPr>
          <a:xfrm>
            <a:off x="1058920" y="5869444"/>
            <a:ext cx="5052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highlight>
                  <a:srgbClr val="FFFF00"/>
                </a:highlight>
              </a:rPr>
              <a:t>c1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F6267-1375-AA33-E0DA-5A8CDE9EE595}"/>
              </a:ext>
            </a:extLst>
          </p:cNvPr>
          <p:cNvSpPr txBox="1"/>
          <p:nvPr/>
        </p:nvSpPr>
        <p:spPr>
          <a:xfrm>
            <a:off x="1977739" y="5869443"/>
            <a:ext cx="5052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highlight>
                  <a:srgbClr val="00FFFF"/>
                </a:highlight>
              </a:rPr>
              <a:t>c2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C7ECF-0EE4-2FC6-9854-E34F324EFE40}"/>
              </a:ext>
            </a:extLst>
          </p:cNvPr>
          <p:cNvSpPr txBox="1"/>
          <p:nvPr/>
        </p:nvSpPr>
        <p:spPr>
          <a:xfrm>
            <a:off x="2896558" y="5869442"/>
            <a:ext cx="5052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highlight>
                  <a:srgbClr val="00FF00"/>
                </a:highlight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3377421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2F0B17B-D7D2-B663-119E-43957E1057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0865444"/>
              </p:ext>
            </p:extLst>
          </p:nvPr>
        </p:nvGraphicFramePr>
        <p:xfrm>
          <a:off x="316921" y="1659617"/>
          <a:ext cx="8168916" cy="3812877"/>
        </p:xfrm>
        <a:graphic>
          <a:graphicData uri="http://schemas.openxmlformats.org/drawingml/2006/table">
            <a:tbl>
              <a:tblPr firstRow="1" bandRow="1"/>
              <a:tblGrid>
                <a:gridCol w="4084458">
                  <a:extLst>
                    <a:ext uri="{9D8B030D-6E8A-4147-A177-3AD203B41FA5}">
                      <a16:colId xmlns:a16="http://schemas.microsoft.com/office/drawing/2014/main" val="4121185344"/>
                    </a:ext>
                  </a:extLst>
                </a:gridCol>
                <a:gridCol w="4084458">
                  <a:extLst>
                    <a:ext uri="{9D8B030D-6E8A-4147-A177-3AD203B41FA5}">
                      <a16:colId xmlns:a16="http://schemas.microsoft.com/office/drawing/2014/main" val="1181850790"/>
                    </a:ext>
                  </a:extLst>
                </a:gridCol>
              </a:tblGrid>
              <a:tr h="423653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(j=1;j&lt;n;j++){</a:t>
                      </a:r>
                    </a:p>
                  </a:txBody>
                  <a:tcPr marL="0" marR="0" marT="11430" marB="11430" anchor="b"/>
                </a:tc>
                <a:tc rowSpan="9"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For loop (n)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j&lt;n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Key=a[j]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=j-1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while loop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Consolas" panose="020B0609020204030204" pitchFamily="49" charset="0"/>
                        </a:rPr>
                        <a:t>(n-1) worst case</a:t>
                      </a:r>
                    </a:p>
                    <a:p>
                      <a:pPr marL="800100" lvl="1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&gt;=0 &amp;&amp; a[</a:t>
                      </a:r>
                      <a:r>
                        <a:rPr lang="en-US" sz="1800" b="1" dirty="0" err="1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]&lt; key</a:t>
                      </a:r>
                      <a:endParaRPr lang="en-US" sz="1800" b="1" dirty="0">
                        <a:highlight>
                          <a:srgbClr val="00FFFF"/>
                        </a:highlight>
                        <a:latin typeface="Consolas" panose="020B0609020204030204" pitchFamily="49" charset="0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1" dirty="0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a[i+1] = a[</a:t>
                      </a:r>
                      <a:r>
                        <a:rPr lang="en-US" sz="1800" b="1" dirty="0" err="1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]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1" dirty="0" err="1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--</a:t>
                      </a:r>
                      <a:endParaRPr lang="en-US" sz="1800" b="1" dirty="0">
                        <a:highlight>
                          <a:srgbClr val="00FFFF"/>
                        </a:highlight>
                        <a:latin typeface="Consolas" panose="020B0609020204030204" pitchFamily="49" charset="0"/>
                      </a:endParaRP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a[i+1]=key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j++</a:t>
                      </a:r>
                      <a:endParaRPr lang="en-US" sz="1800" b="1" dirty="0"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US" sz="1800" b="1" dirty="0">
                          <a:highlight>
                            <a:srgbClr val="00FF00"/>
                          </a:highlight>
                          <a:latin typeface="Consolas" panose="020B0609020204030204" pitchFamily="49" charset="0"/>
                        </a:rPr>
                        <a:t>Extra : j=1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981740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key=a[j];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9333024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=j-1;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445514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&gt;=0 &amp;&amp;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]&gt; key){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37258620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 =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2639775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--;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53006999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4983609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a[i+1]=key;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59855182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0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63679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FE4302-404B-A4A9-FC58-0C0715753AFB}"/>
              </a:ext>
            </a:extLst>
          </p:cNvPr>
          <p:cNvSpPr txBox="1"/>
          <p:nvPr/>
        </p:nvSpPr>
        <p:spPr>
          <a:xfrm>
            <a:off x="173457" y="5816202"/>
            <a:ext cx="8455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Number of machine instructions:  n*{ </a:t>
            </a:r>
            <a:r>
              <a:rPr lang="en-US" sz="2400" dirty="0"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c1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+ (n-1)*</a:t>
            </a:r>
            <a:r>
              <a:rPr lang="en-US" sz="2400" dirty="0">
                <a:highlight>
                  <a:srgbClr val="00FFFF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c2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}+ </a:t>
            </a:r>
            <a:r>
              <a:rPr lang="en-US" sz="2400" dirty="0">
                <a:highlight>
                  <a:srgbClr val="00FF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2332290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9026CD-195B-9FE5-1A8B-BD3B88CA3366}"/>
                  </a:ext>
                </a:extLst>
              </p:cNvPr>
              <p:cNvSpPr txBox="1"/>
              <p:nvPr/>
            </p:nvSpPr>
            <p:spPr>
              <a:xfrm>
                <a:off x="492369" y="2281018"/>
                <a:ext cx="8651631" cy="4036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</a:pPr>
                <a:r>
                  <a:rPr lang="en-US" sz="2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</a:rPr>
                  <a:t>Worst Case Complexity : </a:t>
                </a:r>
              </a:p>
              <a:p>
                <a:pPr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</a:pPr>
                <a:endParaRPr 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d>
                        <m:dPr>
                          <m:ctrlPr>
                            <a:rPr lang="en-US" sz="2700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7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7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7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) + 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US" sz="2700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7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700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700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7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7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</a:pPr>
                <a:r>
                  <a:rPr lang="en-US" sz="2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</a:rPr>
                  <a:t>By skipping the insignificant parts,</a:t>
                </a:r>
              </a:p>
              <a:p>
                <a:pPr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700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7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700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700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endParaRPr lang="en-US" sz="2700" b="1" dirty="0">
                  <a:solidFill>
                    <a:srgbClr val="21242C"/>
                  </a:solidFill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9026CD-195B-9FE5-1A8B-BD3B88CA3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69" y="2281018"/>
                <a:ext cx="8651631" cy="4036233"/>
              </a:xfrm>
              <a:prstGeom prst="rect">
                <a:avLst/>
              </a:prstGeom>
              <a:blipFill>
                <a:blip r:embed="rId2"/>
                <a:stretch>
                  <a:fillRect l="-1339" t="-1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39EEA4C-C001-F587-88AD-BD2E53D9DB98}"/>
              </a:ext>
            </a:extLst>
          </p:cNvPr>
          <p:cNvSpPr txBox="1"/>
          <p:nvPr/>
        </p:nvSpPr>
        <p:spPr>
          <a:xfrm>
            <a:off x="344078" y="1484614"/>
            <a:ext cx="8455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Number of machine instructions:  n*{ c1 + (n-1)*c2 }+ c3</a:t>
            </a:r>
          </a:p>
        </p:txBody>
      </p:sp>
    </p:spTree>
    <p:extLst>
      <p:ext uri="{BB962C8B-B14F-4D97-AF65-F5344CB8AC3E}">
        <p14:creationId xmlns:p14="http://schemas.microsoft.com/office/powerpoint/2010/main" val="2970971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2F0B17B-D7D2-B663-119E-43957E1057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4542620"/>
              </p:ext>
            </p:extLst>
          </p:nvPr>
        </p:nvGraphicFramePr>
        <p:xfrm>
          <a:off x="316921" y="1659617"/>
          <a:ext cx="8168916" cy="3812877"/>
        </p:xfrm>
        <a:graphic>
          <a:graphicData uri="http://schemas.openxmlformats.org/drawingml/2006/table">
            <a:tbl>
              <a:tblPr firstRow="1" bandRow="1"/>
              <a:tblGrid>
                <a:gridCol w="4084458">
                  <a:extLst>
                    <a:ext uri="{9D8B030D-6E8A-4147-A177-3AD203B41FA5}">
                      <a16:colId xmlns:a16="http://schemas.microsoft.com/office/drawing/2014/main" val="4121185344"/>
                    </a:ext>
                  </a:extLst>
                </a:gridCol>
                <a:gridCol w="4084458">
                  <a:extLst>
                    <a:ext uri="{9D8B030D-6E8A-4147-A177-3AD203B41FA5}">
                      <a16:colId xmlns:a16="http://schemas.microsoft.com/office/drawing/2014/main" val="1181850790"/>
                    </a:ext>
                  </a:extLst>
                </a:gridCol>
              </a:tblGrid>
              <a:tr h="423653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(j=1;j&lt;n;j++){</a:t>
                      </a:r>
                    </a:p>
                  </a:txBody>
                  <a:tcPr marL="0" marR="0" marT="11430" marB="11430" anchor="b"/>
                </a:tc>
                <a:tc rowSpan="9"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For loop (n)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j&lt;n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Key=a[j]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=j-1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latin typeface="Consolas" panose="020B0609020204030204" pitchFamily="49" charset="0"/>
                        </a:rPr>
                        <a:t>while loop </a:t>
                      </a:r>
                      <a:r>
                        <a:rPr lang="en-US" sz="1800" b="1" dirty="0">
                          <a:highlight>
                            <a:srgbClr val="FF00FF"/>
                          </a:highlight>
                          <a:latin typeface="Consolas" panose="020B0609020204030204" pitchFamily="49" charset="0"/>
                        </a:rPr>
                        <a:t>(1) Best Case</a:t>
                      </a:r>
                    </a:p>
                    <a:p>
                      <a:pPr marL="800100" lvl="1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&gt;=0 &amp;&amp; a[</a:t>
                      </a:r>
                      <a:r>
                        <a:rPr lang="en-US" sz="1800" b="1" dirty="0" err="1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]&lt; key</a:t>
                      </a:r>
                      <a:endParaRPr lang="en-US" sz="1800" b="1" dirty="0">
                        <a:highlight>
                          <a:srgbClr val="00FFFF"/>
                        </a:highlight>
                        <a:latin typeface="Consolas" panose="020B0609020204030204" pitchFamily="49" charset="0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 =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--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a[i+1]=key</a:t>
                      </a:r>
                    </a:p>
                    <a:p>
                      <a:pPr marL="34290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en-US" sz="1800" b="1" dirty="0" err="1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j++</a:t>
                      </a:r>
                      <a:endParaRPr lang="en-US" sz="1800" b="1" dirty="0"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endParaRPr lang="en-US" sz="1800" b="1" dirty="0">
                        <a:latin typeface="Consolas" panose="020B0609020204030204" pitchFamily="49" charset="0"/>
                      </a:endParaRP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US" sz="1800" b="1" dirty="0">
                          <a:highlight>
                            <a:srgbClr val="00FF00"/>
                          </a:highlight>
                          <a:latin typeface="Consolas" panose="020B0609020204030204" pitchFamily="49" charset="0"/>
                        </a:rPr>
                        <a:t>Extra : j=1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981740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key=a[j];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9333024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=j-1;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4455143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&gt;=0 &amp;&amp;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]&lt; key){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37258620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 = a[</a:t>
                      </a:r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];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2639775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1800" b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--;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53006999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4983609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a[i+1]=key;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59855182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 lvl="0" rtl="0" fontAlgn="b"/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63679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72F5BC5-2974-D659-69E2-0A64AB3A31D9}"/>
              </a:ext>
            </a:extLst>
          </p:cNvPr>
          <p:cNvSpPr txBox="1"/>
          <p:nvPr/>
        </p:nvSpPr>
        <p:spPr>
          <a:xfrm>
            <a:off x="316921" y="5759931"/>
            <a:ext cx="8455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Number of machine instructions:  n*{ </a:t>
            </a:r>
            <a:r>
              <a:rPr lang="en-US" sz="2400" dirty="0"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c1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+ 1*c</a:t>
            </a:r>
            <a:r>
              <a:rPr lang="en-US" sz="2400" dirty="0">
                <a:highlight>
                  <a:srgbClr val="00FFFF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}+ </a:t>
            </a:r>
            <a:r>
              <a:rPr lang="en-US" sz="2400" dirty="0">
                <a:highlight>
                  <a:srgbClr val="00FF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3474099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3">
                <a:extLst>
                  <a:ext uri="{FF2B5EF4-FFF2-40B4-BE49-F238E27FC236}">
                    <a16:creationId xmlns:a16="http://schemas.microsoft.com/office/drawing/2014/main" id="{A3A38757-9D6D-CABC-8D2C-49BB7E1856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5698" y="2165699"/>
                <a:ext cx="8176022" cy="3098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lvl1pPr marL="454025" indent="-454025" algn="l" defTabSz="914400" rtl="0" eaLnBrk="1" latinLnBrk="0" hangingPunct="1"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  <a:buFont typeface="Wingdings" pitchFamily="2" charset="2"/>
                  <a:buChar char="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457200" algn="l" defTabSz="914400" rtl="0" eaLnBrk="1" latinLnBrk="0" hangingPunct="1">
                  <a:spcBef>
                    <a:spcPts val="600"/>
                  </a:spcBef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Wingdings" pitchFamily="2" charset="2"/>
                  <a:buChar char=""/>
                  <a:defRPr sz="22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260475" indent="-346075" algn="l" defTabSz="914400" rtl="0" eaLnBrk="1" latinLnBrk="0" hangingPunct="1">
                  <a:spcBef>
                    <a:spcPts val="600"/>
                  </a:spcBef>
                  <a:buClr>
                    <a:schemeClr val="bg1">
                      <a:lumMod val="65000"/>
                    </a:schemeClr>
                  </a:buClr>
                  <a:buSzPct val="90000"/>
                  <a:buFont typeface="Wingdings" pitchFamily="2" charset="2"/>
                  <a:buChar char=""/>
                  <a:defRPr sz="20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39725" algn="l" defTabSz="914400" rtl="0" eaLnBrk="1" latinLnBrk="0" hangingPunct="1">
                  <a:spcBef>
                    <a:spcPts val="600"/>
                  </a:spcBef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Wingdings" pitchFamily="2" charset="2"/>
                  <a:buChar char="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939925" indent="-331788" algn="l" defTabSz="914400" rtl="0" eaLnBrk="1" latinLnBrk="0" hangingPunct="1">
                  <a:spcBef>
                    <a:spcPts val="600"/>
                  </a:spcBef>
                  <a:buClr>
                    <a:schemeClr val="bg1">
                      <a:lumMod val="65000"/>
                    </a:schemeClr>
                  </a:buClr>
                  <a:buSzPct val="90000"/>
                  <a:buFont typeface="Wingdings" pitchFamily="2" charset="2"/>
                  <a:buChar char="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90763" indent="-344488" algn="l" defTabSz="914400" rtl="0" eaLnBrk="1" latinLnBrk="0" hangingPunct="1">
                  <a:spcBef>
                    <a:spcPts val="600"/>
                  </a:spcBef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Wingdings" pitchFamily="2" charset="2"/>
                  <a:buChar char=""/>
                  <a:defRPr lang="en-US" sz="1800" kern="12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625725" indent="-344488" algn="l" defTabSz="914400" rtl="0" eaLnBrk="1" latinLnBrk="0" hangingPunct="1">
                  <a:spcBef>
                    <a:spcPts val="600"/>
                  </a:spcBef>
                  <a:buClr>
                    <a:schemeClr val="bg1">
                      <a:lumMod val="65000"/>
                    </a:schemeClr>
                  </a:buClr>
                  <a:buSzPct val="90000"/>
                  <a:buFont typeface="Wingdings" pitchFamily="2" charset="2"/>
                  <a:buChar char=""/>
                  <a:defRPr lang="en-US" sz="1800" kern="12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970213" indent="-344488" algn="l" defTabSz="914400" rtl="0" eaLnBrk="1" latinLnBrk="0" hangingPunct="1">
                  <a:spcBef>
                    <a:spcPts val="600"/>
                  </a:spcBef>
                  <a:buClr>
                    <a:schemeClr val="tx1">
                      <a:lumMod val="75000"/>
                      <a:lumOff val="25000"/>
                    </a:schemeClr>
                  </a:buClr>
                  <a:buSzPct val="90000"/>
                  <a:buFont typeface="Wingdings" pitchFamily="2" charset="2"/>
                  <a:buChar char=""/>
                  <a:defRPr lang="en-US" sz="1800" kern="12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313113" indent="-344488" algn="l" defTabSz="914400" rtl="0" eaLnBrk="1" latinLnBrk="0" hangingPunct="1">
                  <a:spcBef>
                    <a:spcPts val="600"/>
                  </a:spcBef>
                  <a:buClr>
                    <a:schemeClr val="bg1">
                      <a:lumMod val="65000"/>
                    </a:schemeClr>
                  </a:buClr>
                  <a:buSzPct val="90000"/>
                  <a:buFont typeface="Wingdings" pitchFamily="2" charset="2"/>
                  <a:buChar char=""/>
                  <a:defRPr lang="en-US" sz="1800" kern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" pitchFamily="2" charset="2"/>
                  <a:buNone/>
                </a:pPr>
                <a:r>
                  <a:rPr lang="en-US" sz="2700" dirty="0">
                    <a:latin typeface="Cambria Math" panose="02040503050406030204" pitchFamily="18" charset="0"/>
                  </a:rPr>
                  <a:t>Best Case Complexity</a:t>
                </a:r>
              </a:p>
              <a:p>
                <a:pPr marL="0" indent="0">
                  <a:buFont typeface="Wingdings" pitchFamily="2" charset="2"/>
                  <a:buNone/>
                </a:pPr>
                <a:endParaRPr lang="en-US" sz="270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𝒏</m:t>
                      </m:r>
                      <m:d>
                        <m:dPr>
                          <m:ctrlPr>
                            <a:rPr lang="en-US" sz="27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7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7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700" b="1" dirty="0"/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b="1" i="1" dirty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700" b="1" dirty="0"/>
              </a:p>
              <a:p>
                <a:pPr marL="0" indent="0">
                  <a:buFont typeface="Wingdings" pitchFamily="2" charset="2"/>
                  <a:buNone/>
                </a:pPr>
                <a14:m>
                  <m:oMath xmlns:m="http://schemas.openxmlformats.org/officeDocument/2006/math">
                    <m:r>
                      <a:rPr lang="en-US" sz="2700" b="1" i="1" dirty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7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By skipping the insignificant parts,</a:t>
                </a:r>
                <a:endParaRPr lang="en-US" sz="2700" b="1" dirty="0">
                  <a:solidFill>
                    <a:srgbClr val="21242C"/>
                  </a:solidFill>
                  <a:latin typeface="Lato" panose="020F0502020204030203" pitchFamily="34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b="1" i="1" dirty="0">
                          <a:solidFill>
                            <a:srgbClr val="21242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l-GR" sz="2700" b="1"/>
                        <m:t>Ω</m:t>
                      </m:r>
                      <m:d>
                        <m:dPr>
                          <m:ctrlPr>
                            <a:rPr lang="en-US" sz="2700" b="1" i="1" dirty="0">
                              <a:solidFill>
                                <a:srgbClr val="21242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700" b="1" i="1" dirty="0">
                              <a:solidFill>
                                <a:srgbClr val="21242C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l-GR" sz="2700" b="1" dirty="0">
                  <a:solidFill>
                    <a:srgbClr val="21242C"/>
                  </a:solidFill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" name="Content Placeholder 3">
                <a:extLst>
                  <a:ext uri="{FF2B5EF4-FFF2-40B4-BE49-F238E27FC236}">
                    <a16:creationId xmlns:a16="http://schemas.microsoft.com/office/drawing/2014/main" id="{A3A38757-9D6D-CABC-8D2C-49BB7E185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98" y="2165699"/>
                <a:ext cx="8176022" cy="3098284"/>
              </a:xfrm>
              <a:prstGeom prst="rect">
                <a:avLst/>
              </a:prstGeom>
              <a:blipFill>
                <a:blip r:embed="rId2"/>
                <a:stretch>
                  <a:fillRect l="-1417" t="-1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691F978-8F14-A788-5D4A-107A2F716ED3}"/>
              </a:ext>
            </a:extLst>
          </p:cNvPr>
          <p:cNvSpPr txBox="1"/>
          <p:nvPr/>
        </p:nvSpPr>
        <p:spPr>
          <a:xfrm>
            <a:off x="135787" y="1490370"/>
            <a:ext cx="8455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Number of machine instructions:  n*{ c1 + 1*c2 }+ c3</a:t>
            </a:r>
          </a:p>
        </p:txBody>
      </p:sp>
    </p:spTree>
    <p:extLst>
      <p:ext uri="{BB962C8B-B14F-4D97-AF65-F5344CB8AC3E}">
        <p14:creationId xmlns:p14="http://schemas.microsoft.com/office/powerpoint/2010/main" val="2865775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2B14DD-A329-13BD-6731-24DAFBB09C81}"/>
                  </a:ext>
                </a:extLst>
              </p:cNvPr>
              <p:cNvSpPr txBox="1"/>
              <p:nvPr/>
            </p:nvSpPr>
            <p:spPr>
              <a:xfrm>
                <a:off x="578080" y="1584412"/>
                <a:ext cx="8889477" cy="4589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700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Average</m:t>
                    </m:r>
                    <m:r>
                      <a:rPr lang="en-US" sz="2700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700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Case</m:t>
                    </m:r>
                  </m:oMath>
                </a14:m>
                <a:r>
                  <a:rPr lang="en-US" sz="27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Complexity</a:t>
                </a:r>
              </a:p>
              <a:p>
                <a:endParaRPr lang="en-US" sz="27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7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Average number of iterations in </a:t>
                </a:r>
                <a14:m>
                  <m:oMath xmlns:m="http://schemas.openxmlformats.org/officeDocument/2006/math">
                    <m:r>
                      <a:rPr lang="en-US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𝑤h𝑖𝑙𝑒</m:t>
                    </m:r>
                    <m:r>
                      <a:rPr lang="en-US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𝑙𝑜𝑜𝑝</m:t>
                    </m:r>
                    <m:r>
                      <a:rPr lang="en-US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7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7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1+2+3+ ………. +(</m:t>
                        </m:r>
                        <m:r>
                          <a:rPr 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−1)</m:t>
                        </m:r>
                      </m:den>
                    </m:f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7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−1)</m:t>
                            </m:r>
                          </m:num>
                          <m:den>
                            <m:r>
                              <a:rPr lang="en-US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−1)</m:t>
                        </m:r>
                      </m:den>
                    </m:f>
                  </m:oMath>
                </a14:m>
                <a:endParaRPr lang="en-US" sz="27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7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7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700" i="1" dirty="0">
                  <a:latin typeface="Cambria Math" panose="02040503050406030204" pitchFamily="18" charset="0"/>
                </a:endParaRPr>
              </a:p>
              <a:p>
                <a:endParaRPr lang="en-US" sz="27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2B14DD-A329-13BD-6731-24DAFBB09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80" y="1584412"/>
                <a:ext cx="8889477" cy="4589718"/>
              </a:xfrm>
              <a:prstGeom prst="rect">
                <a:avLst/>
              </a:prstGeom>
              <a:blipFill>
                <a:blip r:embed="rId2"/>
                <a:stretch>
                  <a:fillRect l="-1303" t="-1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2264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2D788F-4E1B-5486-651A-41A5D7B342C1}"/>
                  </a:ext>
                </a:extLst>
              </p:cNvPr>
              <p:cNvSpPr txBox="1"/>
              <p:nvPr/>
            </p:nvSpPr>
            <p:spPr>
              <a:xfrm>
                <a:off x="443785" y="1776983"/>
                <a:ext cx="8256431" cy="42672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700" dirty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Average</m:t>
                      </m:r>
                      <m:r>
                        <a:rPr lang="en-US" sz="2700" dirty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700" dirty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Case</m:t>
                      </m:r>
                      <m:r>
                        <m:rPr>
                          <m:nor/>
                        </m:rPr>
                        <a:rPr lang="en-US" sz="2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7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Complexity</m:t>
                      </m:r>
                    </m:oMath>
                  </m:oMathPara>
                </a14:m>
                <a:endParaRPr lang="en-US" sz="27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1 +</m:t>
                      </m:r>
                      <m:f>
                        <m:fPr>
                          <m:ctrlPr>
                            <a:rPr lang="en-US" sz="2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7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2 ) + 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7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1 + </m:t>
                      </m:r>
                      <m:sSup>
                        <m:sSupPr>
                          <m:ctrlPr>
                            <a:rPr lang="en-US" sz="27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27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7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2+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700" dirty="0"/>
              </a:p>
              <a:p>
                <a:r>
                  <a:rPr lang="en-US" sz="2700" b="1" dirty="0">
                    <a:solidFill>
                      <a:srgbClr val="21242C"/>
                    </a:solidFill>
                    <a:latin typeface="Cambria Math" panose="02040503050406030204" pitchFamily="18" charset="0"/>
                  </a:rPr>
                  <a:t>=</a:t>
                </a:r>
                <a:r>
                  <a:rPr lang="en-US" sz="2700" dirty="0"/>
                  <a:t> </a:t>
                </a:r>
                <a14:m>
                  <m:oMath xmlns:m="http://schemas.openxmlformats.org/officeDocument/2006/math">
                    <m:r>
                      <a:rPr lang="en-US" sz="270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700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700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700" dirty="0">
                        <a:latin typeface="Cambria Math" panose="02040503050406030204" pitchFamily="18" charset="0"/>
                      </a:rPr>
                      <m:t>1 + </m:t>
                    </m:r>
                  </m:oMath>
                </a14:m>
                <a:r>
                  <a:rPr lang="en-US" sz="27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7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700">
                        <a:latin typeface="Cambria Math" panose="02040503050406030204" pitchFamily="18" charset="0"/>
                      </a:rPr>
                      <m:t>) ∗</m:t>
                    </m:r>
                    <m:r>
                      <a:rPr lang="en-US" sz="270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700">
                        <a:latin typeface="Cambria Math" panose="02040503050406030204" pitchFamily="18" charset="0"/>
                      </a:rPr>
                      <m:t>2+</m:t>
                    </m:r>
                    <m:r>
                      <a:rPr lang="en-US" sz="270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7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7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700" b="1" i="1" dirty="0">
                          <a:solidFill>
                            <a:srgbClr val="21242C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700" b="1" i="1" dirty="0">
                              <a:solidFill>
                                <a:srgbClr val="21242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700" b="1" i="1" dirty="0">
                                  <a:solidFill>
                                    <a:srgbClr val="21242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700" b="1" i="1" dirty="0">
                                      <a:solidFill>
                                        <a:srgbClr val="21242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7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en-US" sz="27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27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700" b="1" i="1" dirty="0">
                                  <a:solidFill>
                                    <a:srgbClr val="21242C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700" b="1" dirty="0">
                  <a:solidFill>
                    <a:srgbClr val="21242C"/>
                  </a:solidFill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b="1" i="1" dirty="0">
                          <a:solidFill>
                            <a:srgbClr val="21242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700" b="1" i="1" dirty="0">
                          <a:solidFill>
                            <a:srgbClr val="21242C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700" b="1" i="1" dirty="0">
                              <a:solidFill>
                                <a:srgbClr val="21242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700" b="1" i="1" dirty="0">
                                  <a:solidFill>
                                    <a:srgbClr val="21242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700" b="1" i="1" dirty="0">
                                      <a:solidFill>
                                        <a:srgbClr val="21242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700" b="1" i="1" dirty="0">
                                      <a:solidFill>
                                        <a:srgbClr val="21242C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700" b="1" i="1" dirty="0">
                                      <a:solidFill>
                                        <a:srgbClr val="21242C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700" b="1" i="1" dirty="0">
                                  <a:solidFill>
                                    <a:srgbClr val="21242C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l-GR" sz="2700" b="1" dirty="0">
                  <a:solidFill>
                    <a:srgbClr val="21242C"/>
                  </a:solidFill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2D788F-4E1B-5486-651A-41A5D7B34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85" y="1776983"/>
                <a:ext cx="8256431" cy="4267258"/>
              </a:xfrm>
              <a:prstGeom prst="rect">
                <a:avLst/>
              </a:prstGeom>
              <a:blipFill>
                <a:blip r:embed="rId2"/>
                <a:stretch>
                  <a:fillRect l="-1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3BFAEE-68F9-6742-B97D-9A178111CF18}"/>
                  </a:ext>
                </a:extLst>
              </p:cNvPr>
              <p:cNvSpPr txBox="1"/>
              <p:nvPr/>
            </p:nvSpPr>
            <p:spPr>
              <a:xfrm>
                <a:off x="244371" y="1110454"/>
                <a:ext cx="8455844" cy="666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Number of machine instructions:  n*{ c1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*c2 }+ c3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3BFAEE-68F9-6742-B97D-9A178111C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71" y="1110454"/>
                <a:ext cx="8455844" cy="666529"/>
              </a:xfrm>
              <a:prstGeom prst="rect">
                <a:avLst/>
              </a:prstGeom>
              <a:blipFill>
                <a:blip r:embed="rId3"/>
                <a:stretch>
                  <a:fillRect l="-288" b="-3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957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50687D-653F-D031-4A7E-3D9A82FC6FF4}"/>
              </a:ext>
            </a:extLst>
          </p:cNvPr>
          <p:cNvSpPr txBox="1"/>
          <p:nvPr/>
        </p:nvSpPr>
        <p:spPr>
          <a:xfrm>
            <a:off x="560614" y="1579442"/>
            <a:ext cx="7870371" cy="3868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Initializations and Inputs: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soa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int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 ].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Process: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800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 of Starting index (</a:t>
            </a:r>
            <a:r>
              <a:rPr lang="en-US" sz="1800" b="1" i="1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starting_index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will be 0.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will consider the starting index as the index (</a:t>
            </a:r>
            <a:r>
              <a:rPr lang="en-US" sz="1800" b="1" i="1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mini_index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containing the minimum element.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 of Current index (</a:t>
            </a:r>
            <a:r>
              <a:rPr lang="en-US" sz="1800" b="1" i="1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current_index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will be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starting_index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+ 1.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If, the element in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current_index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less than the element in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mini_index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the value of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mini_index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will be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current_index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Increase the value of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current_index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repeat (4) for all the indexes.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Swap the elements in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start_index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mini_index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Increase the value of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start_index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repeat (2) (3) (4) (5) (6) till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start_index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soa-1.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B1944EF-F802-3E05-04B0-3A3CEB5BC028}"/>
              </a:ext>
            </a:extLst>
          </p:cNvPr>
          <p:cNvSpPr txBox="1">
            <a:spLocks/>
          </p:cNvSpPr>
          <p:nvPr/>
        </p:nvSpPr>
        <p:spPr>
          <a:xfrm>
            <a:off x="335494" y="52014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u="sng" dirty="0">
                <a:solidFill>
                  <a:schemeClr val="tx1"/>
                </a:solidFill>
              </a:rPr>
              <a:t>Selection Sort [Pseudocode]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464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6C9EA4F2-9D12-4FB0-A48D-CECE936E352F}"/>
              </a:ext>
            </a:extLst>
          </p:cNvPr>
          <p:cNvSpPr txBox="1">
            <a:spLocks/>
          </p:cNvSpPr>
          <p:nvPr/>
        </p:nvSpPr>
        <p:spPr>
          <a:xfrm>
            <a:off x="335494" y="606559"/>
            <a:ext cx="6543608" cy="48201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u="sng" dirty="0">
                <a:solidFill>
                  <a:schemeClr val="tx1"/>
                </a:solidFill>
              </a:rPr>
              <a:t>Selection Sort [Algorithm]</a:t>
            </a:r>
          </a:p>
          <a:p>
            <a:pPr marL="0" indent="0">
              <a:buNone/>
            </a:pPr>
            <a:endParaRPr lang="en-US" sz="2600" b="1" u="sng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913F2-20CA-C42D-29EE-34ED8FB3C782}"/>
              </a:ext>
            </a:extLst>
          </p:cNvPr>
          <p:cNvSpPr txBox="1"/>
          <p:nvPr/>
        </p:nvSpPr>
        <p:spPr>
          <a:xfrm>
            <a:off x="335494" y="1110797"/>
            <a:ext cx="896325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selectionSort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0;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n-1;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startIdx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startIdx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+1;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++){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}</a:t>
            </a: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swap(&amp;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&amp;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startIdx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3986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6C9EA4F2-9D12-4FB0-A48D-CECE936E352F}"/>
              </a:ext>
            </a:extLst>
          </p:cNvPr>
          <p:cNvSpPr txBox="1">
            <a:spLocks/>
          </p:cNvSpPr>
          <p:nvPr/>
        </p:nvSpPr>
        <p:spPr>
          <a:xfrm>
            <a:off x="335494" y="606559"/>
            <a:ext cx="6543608" cy="48201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u="sng" dirty="0">
                <a:solidFill>
                  <a:schemeClr val="tx1"/>
                </a:solidFill>
              </a:rPr>
              <a:t>Selection Sort [Simulation]</a:t>
            </a:r>
          </a:p>
          <a:p>
            <a:pPr marL="0" indent="0">
              <a:buNone/>
            </a:pPr>
            <a:endParaRPr lang="en-US" sz="2600" b="1" u="sng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DD7426-9BF3-B0F8-84EC-806A3262E415}"/>
              </a:ext>
            </a:extLst>
          </p:cNvPr>
          <p:cNvSpPr/>
          <p:nvPr/>
        </p:nvSpPr>
        <p:spPr>
          <a:xfrm>
            <a:off x="4592344" y="1173267"/>
            <a:ext cx="457198" cy="3166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07813A7-CDA9-B6C6-B862-7136E7B728CF}"/>
              </a:ext>
            </a:extLst>
          </p:cNvPr>
          <p:cNvSpPr txBox="1"/>
          <p:nvPr/>
        </p:nvSpPr>
        <p:spPr>
          <a:xfrm>
            <a:off x="5037627" y="1136208"/>
            <a:ext cx="2321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StartingIndex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714E848-5D8D-D24E-C408-D7508D07131C}"/>
              </a:ext>
            </a:extLst>
          </p:cNvPr>
          <p:cNvSpPr txBox="1"/>
          <p:nvPr/>
        </p:nvSpPr>
        <p:spPr>
          <a:xfrm>
            <a:off x="5062793" y="1485004"/>
            <a:ext cx="2321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CurrentIndex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17FF3D7-8FC2-078D-71FC-AAEA273C6951}"/>
              </a:ext>
            </a:extLst>
          </p:cNvPr>
          <p:cNvSpPr/>
          <p:nvPr/>
        </p:nvSpPr>
        <p:spPr>
          <a:xfrm>
            <a:off x="4591783" y="1553068"/>
            <a:ext cx="457198" cy="3166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ADCB658-9093-3B75-4023-1FD4694912C4}"/>
              </a:ext>
            </a:extLst>
          </p:cNvPr>
          <p:cNvSpPr txBox="1"/>
          <p:nvPr/>
        </p:nvSpPr>
        <p:spPr>
          <a:xfrm>
            <a:off x="5074147" y="1860383"/>
            <a:ext cx="2321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MinimumIndex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5F34561-A2A4-4900-982B-6D55A612C5DA}"/>
              </a:ext>
            </a:extLst>
          </p:cNvPr>
          <p:cNvSpPr/>
          <p:nvPr/>
        </p:nvSpPr>
        <p:spPr>
          <a:xfrm>
            <a:off x="4558348" y="1917879"/>
            <a:ext cx="530352" cy="3636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EF5B86-54A9-57F2-08FB-5BD6C55C72BC}"/>
              </a:ext>
            </a:extLst>
          </p:cNvPr>
          <p:cNvSpPr/>
          <p:nvPr/>
        </p:nvSpPr>
        <p:spPr>
          <a:xfrm>
            <a:off x="2907507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C18BAB-767C-3F3D-00BB-3717178509BE}"/>
              </a:ext>
            </a:extLst>
          </p:cNvPr>
          <p:cNvSpPr/>
          <p:nvPr/>
        </p:nvSpPr>
        <p:spPr>
          <a:xfrm>
            <a:off x="1846803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67C23CD-5385-89C4-CA18-66E26B90D0CC}"/>
              </a:ext>
            </a:extLst>
          </p:cNvPr>
          <p:cNvSpPr/>
          <p:nvPr/>
        </p:nvSpPr>
        <p:spPr>
          <a:xfrm>
            <a:off x="2368011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E10C558-E1D4-4E48-B866-8AC98C97BAE5}"/>
              </a:ext>
            </a:extLst>
          </p:cNvPr>
          <p:cNvSpPr/>
          <p:nvPr/>
        </p:nvSpPr>
        <p:spPr>
          <a:xfrm>
            <a:off x="2907507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0115DC8-41B9-1AF2-A39E-44DA598C72C6}"/>
              </a:ext>
            </a:extLst>
          </p:cNvPr>
          <p:cNvSpPr/>
          <p:nvPr/>
        </p:nvSpPr>
        <p:spPr>
          <a:xfrm>
            <a:off x="4489419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43D7516-219E-5FCD-77F3-5B80310DE68C}"/>
              </a:ext>
            </a:extLst>
          </p:cNvPr>
          <p:cNvSpPr/>
          <p:nvPr/>
        </p:nvSpPr>
        <p:spPr>
          <a:xfrm>
            <a:off x="5540979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DFC17EC-E28B-CFFC-8985-D3856017DBC7}"/>
              </a:ext>
            </a:extLst>
          </p:cNvPr>
          <p:cNvSpPr/>
          <p:nvPr/>
        </p:nvSpPr>
        <p:spPr>
          <a:xfrm>
            <a:off x="6080475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91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10138D5-D797-BD37-FE78-BB1CDB4CA02C}"/>
              </a:ext>
            </a:extLst>
          </p:cNvPr>
          <p:cNvSpPr/>
          <p:nvPr/>
        </p:nvSpPr>
        <p:spPr>
          <a:xfrm>
            <a:off x="1845091" y="4315744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ED7DBB7-E161-2F7C-E426-21D2FD6EB1C1}"/>
              </a:ext>
            </a:extLst>
          </p:cNvPr>
          <p:cNvSpPr/>
          <p:nvPr/>
        </p:nvSpPr>
        <p:spPr>
          <a:xfrm>
            <a:off x="2369371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A4B5DAF-DE70-48F8-DA24-6E7736AE89CB}"/>
              </a:ext>
            </a:extLst>
          </p:cNvPr>
          <p:cNvSpPr/>
          <p:nvPr/>
        </p:nvSpPr>
        <p:spPr>
          <a:xfrm>
            <a:off x="2905599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1AD1DFC-AA24-86E2-33F4-D8C485BC9AB9}"/>
              </a:ext>
            </a:extLst>
          </p:cNvPr>
          <p:cNvSpPr/>
          <p:nvPr/>
        </p:nvSpPr>
        <p:spPr>
          <a:xfrm>
            <a:off x="3430697" y="4315743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B76A781-C1A8-0F02-7DD4-12BF295C87CE}"/>
              </a:ext>
            </a:extLst>
          </p:cNvPr>
          <p:cNvSpPr/>
          <p:nvPr/>
        </p:nvSpPr>
        <p:spPr>
          <a:xfrm>
            <a:off x="3959461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38CEE64-65FB-A7DF-36CB-936319B1ADA4}"/>
              </a:ext>
            </a:extLst>
          </p:cNvPr>
          <p:cNvSpPr/>
          <p:nvPr/>
        </p:nvSpPr>
        <p:spPr>
          <a:xfrm>
            <a:off x="4490709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91FA740-EA3A-80B8-426D-E2FF0926BC9D}"/>
              </a:ext>
            </a:extLst>
          </p:cNvPr>
          <p:cNvSpPr/>
          <p:nvPr/>
        </p:nvSpPr>
        <p:spPr>
          <a:xfrm>
            <a:off x="5012505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91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F7A9BB8-C9DC-0B77-7F55-0B1590BC5A85}"/>
              </a:ext>
            </a:extLst>
          </p:cNvPr>
          <p:cNvSpPr/>
          <p:nvPr/>
        </p:nvSpPr>
        <p:spPr>
          <a:xfrm>
            <a:off x="5543753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FE77FE8-485C-5093-90EF-5A55601BC14E}"/>
              </a:ext>
            </a:extLst>
          </p:cNvPr>
          <p:cNvSpPr/>
          <p:nvPr/>
        </p:nvSpPr>
        <p:spPr>
          <a:xfrm>
            <a:off x="6081599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35DF95F-FBDA-4B9E-2619-2DC7412E84ED}"/>
              </a:ext>
            </a:extLst>
          </p:cNvPr>
          <p:cNvSpPr/>
          <p:nvPr/>
        </p:nvSpPr>
        <p:spPr>
          <a:xfrm>
            <a:off x="6613290" y="4316200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1E38E2C-5C4F-8E59-79AE-F8CA152B42E6}"/>
              </a:ext>
            </a:extLst>
          </p:cNvPr>
          <p:cNvSpPr/>
          <p:nvPr/>
        </p:nvSpPr>
        <p:spPr>
          <a:xfrm>
            <a:off x="5540979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1401D65-7A7D-7E10-CACD-1573EB72C0FD}"/>
              </a:ext>
            </a:extLst>
          </p:cNvPr>
          <p:cNvSpPr/>
          <p:nvPr/>
        </p:nvSpPr>
        <p:spPr>
          <a:xfrm>
            <a:off x="6610827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0555C73-F5C8-9166-4BAF-38D77805DAD0}"/>
              </a:ext>
            </a:extLst>
          </p:cNvPr>
          <p:cNvSpPr/>
          <p:nvPr/>
        </p:nvSpPr>
        <p:spPr>
          <a:xfrm>
            <a:off x="5540979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91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D9A634A-1E15-9F0D-FF58-02469F174818}"/>
              </a:ext>
            </a:extLst>
          </p:cNvPr>
          <p:cNvSpPr/>
          <p:nvPr/>
        </p:nvSpPr>
        <p:spPr>
          <a:xfrm>
            <a:off x="3428715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4AB81B1-FB52-7A24-4BAC-A55087C58982}"/>
              </a:ext>
            </a:extLst>
          </p:cNvPr>
          <p:cNvSpPr/>
          <p:nvPr/>
        </p:nvSpPr>
        <p:spPr>
          <a:xfrm>
            <a:off x="3959067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0FBA547-9F5D-32F7-DF6D-0CFE9D6484F7}"/>
              </a:ext>
            </a:extLst>
          </p:cNvPr>
          <p:cNvSpPr/>
          <p:nvPr/>
        </p:nvSpPr>
        <p:spPr>
          <a:xfrm>
            <a:off x="5010627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C87D7A5-8629-565B-D1A9-398371650216}"/>
              </a:ext>
            </a:extLst>
          </p:cNvPr>
          <p:cNvSpPr/>
          <p:nvPr/>
        </p:nvSpPr>
        <p:spPr>
          <a:xfrm>
            <a:off x="4489419" y="4312089"/>
            <a:ext cx="532562" cy="432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A2107E9-A711-1BFB-B9FD-3714CF868CA5}"/>
              </a:ext>
            </a:extLst>
          </p:cNvPr>
          <p:cNvGrpSpPr/>
          <p:nvPr/>
        </p:nvGrpSpPr>
        <p:grpSpPr>
          <a:xfrm>
            <a:off x="1882773" y="3050422"/>
            <a:ext cx="457198" cy="1259977"/>
            <a:chOff x="5943600" y="4472223"/>
            <a:chExt cx="914400" cy="682484"/>
          </a:xfrm>
        </p:grpSpPr>
        <p:sp>
          <p:nvSpPr>
            <p:cNvPr id="122" name="Down Arrow 31">
              <a:extLst>
                <a:ext uri="{FF2B5EF4-FFF2-40B4-BE49-F238E27FC236}">
                  <a16:creationId xmlns:a16="http://schemas.microsoft.com/office/drawing/2014/main" id="{2DA07E9F-96C3-FA0B-22F8-D17BB20E8EB8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2F1CF6A3-D13A-343C-1A37-2F2876AB0403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63F4883-20E7-E8EB-F3D6-09FD695D3AAD}"/>
              </a:ext>
            </a:extLst>
          </p:cNvPr>
          <p:cNvGrpSpPr/>
          <p:nvPr/>
        </p:nvGrpSpPr>
        <p:grpSpPr>
          <a:xfrm>
            <a:off x="2386272" y="3050965"/>
            <a:ext cx="457198" cy="1259977"/>
            <a:chOff x="5943600" y="4472223"/>
            <a:chExt cx="914400" cy="682484"/>
          </a:xfrm>
        </p:grpSpPr>
        <p:sp>
          <p:nvSpPr>
            <p:cNvPr id="125" name="Down Arrow 34">
              <a:extLst>
                <a:ext uri="{FF2B5EF4-FFF2-40B4-BE49-F238E27FC236}">
                  <a16:creationId xmlns:a16="http://schemas.microsoft.com/office/drawing/2014/main" id="{4F742CF5-0ABE-FF00-2E91-5F59333334A1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6E20A0C8-DDA1-DE79-247C-EB64AECF0F6C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1D9C153-D597-55FB-C3F4-8D421AC3FC1E}"/>
              </a:ext>
            </a:extLst>
          </p:cNvPr>
          <p:cNvGrpSpPr/>
          <p:nvPr/>
        </p:nvGrpSpPr>
        <p:grpSpPr>
          <a:xfrm>
            <a:off x="2962758" y="3045895"/>
            <a:ext cx="457198" cy="1259977"/>
            <a:chOff x="5943600" y="4472223"/>
            <a:chExt cx="914400" cy="682484"/>
          </a:xfrm>
        </p:grpSpPr>
        <p:sp>
          <p:nvSpPr>
            <p:cNvPr id="128" name="Down Arrow 37">
              <a:extLst>
                <a:ext uri="{FF2B5EF4-FFF2-40B4-BE49-F238E27FC236}">
                  <a16:creationId xmlns:a16="http://schemas.microsoft.com/office/drawing/2014/main" id="{C23E66C2-9D8C-2358-213D-03CC4F8A05DC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A974F9A-D27A-F5B2-7A07-C0C702496B6D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451B274-A885-266C-E5E2-530ADEECE8CD}"/>
              </a:ext>
            </a:extLst>
          </p:cNvPr>
          <p:cNvGrpSpPr/>
          <p:nvPr/>
        </p:nvGrpSpPr>
        <p:grpSpPr>
          <a:xfrm>
            <a:off x="3507201" y="3050422"/>
            <a:ext cx="457198" cy="1259977"/>
            <a:chOff x="5943600" y="4472223"/>
            <a:chExt cx="914400" cy="682484"/>
          </a:xfrm>
        </p:grpSpPr>
        <p:sp>
          <p:nvSpPr>
            <p:cNvPr id="131" name="Down Arrow 40">
              <a:extLst>
                <a:ext uri="{FF2B5EF4-FFF2-40B4-BE49-F238E27FC236}">
                  <a16:creationId xmlns:a16="http://schemas.microsoft.com/office/drawing/2014/main" id="{E85CB241-CFFF-E25F-4FFC-923E8E9A27BA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2028AD5-124C-F9D6-3A93-4CF8573F12F7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D39AB48B-2C99-7CD3-BF3C-08F24CC4B1E2}"/>
              </a:ext>
            </a:extLst>
          </p:cNvPr>
          <p:cNvGrpSpPr/>
          <p:nvPr/>
        </p:nvGrpSpPr>
        <p:grpSpPr>
          <a:xfrm>
            <a:off x="4060642" y="3040123"/>
            <a:ext cx="457198" cy="1259977"/>
            <a:chOff x="5943600" y="4472223"/>
            <a:chExt cx="914400" cy="682484"/>
          </a:xfrm>
        </p:grpSpPr>
        <p:sp>
          <p:nvSpPr>
            <p:cNvPr id="134" name="Down Arrow 43">
              <a:extLst>
                <a:ext uri="{FF2B5EF4-FFF2-40B4-BE49-F238E27FC236}">
                  <a16:creationId xmlns:a16="http://schemas.microsoft.com/office/drawing/2014/main" id="{7538A1F0-B632-2F55-D6C4-4E6A537C2041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5DD47553-7463-29EE-378D-5C5A4480BFC8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44963AE-799B-B728-00CF-4E29371D3439}"/>
              </a:ext>
            </a:extLst>
          </p:cNvPr>
          <p:cNvGrpSpPr/>
          <p:nvPr/>
        </p:nvGrpSpPr>
        <p:grpSpPr>
          <a:xfrm>
            <a:off x="4596167" y="3051352"/>
            <a:ext cx="457198" cy="1259977"/>
            <a:chOff x="5943600" y="4472223"/>
            <a:chExt cx="914400" cy="682484"/>
          </a:xfrm>
        </p:grpSpPr>
        <p:sp>
          <p:nvSpPr>
            <p:cNvPr id="137" name="Down Arrow 46">
              <a:extLst>
                <a:ext uri="{FF2B5EF4-FFF2-40B4-BE49-F238E27FC236}">
                  <a16:creationId xmlns:a16="http://schemas.microsoft.com/office/drawing/2014/main" id="{2E096608-77E8-A0FB-D9B5-711361A8BF3D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2D3A236-481F-1EFE-1C6E-FAE6E1F6909E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801D2FA-9752-E913-B6EC-51D3083D2A4C}"/>
              </a:ext>
            </a:extLst>
          </p:cNvPr>
          <p:cNvGrpSpPr/>
          <p:nvPr/>
        </p:nvGrpSpPr>
        <p:grpSpPr>
          <a:xfrm>
            <a:off x="5108464" y="3040123"/>
            <a:ext cx="457198" cy="1259977"/>
            <a:chOff x="5943600" y="4472223"/>
            <a:chExt cx="914400" cy="682484"/>
          </a:xfrm>
        </p:grpSpPr>
        <p:sp>
          <p:nvSpPr>
            <p:cNvPr id="140" name="Down Arrow 49">
              <a:extLst>
                <a:ext uri="{FF2B5EF4-FFF2-40B4-BE49-F238E27FC236}">
                  <a16:creationId xmlns:a16="http://schemas.microsoft.com/office/drawing/2014/main" id="{EA0877B4-2CFB-03BC-6EAE-FD8180972346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F7D25770-B0D4-161F-C1EA-08340FADDF75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EB99A3-FCAF-F9F3-0487-C7E7BD674F8D}"/>
              </a:ext>
            </a:extLst>
          </p:cNvPr>
          <p:cNvGrpSpPr/>
          <p:nvPr/>
        </p:nvGrpSpPr>
        <p:grpSpPr>
          <a:xfrm>
            <a:off x="5614957" y="3045483"/>
            <a:ext cx="457198" cy="1259977"/>
            <a:chOff x="5943600" y="4472223"/>
            <a:chExt cx="914400" cy="682484"/>
          </a:xfrm>
        </p:grpSpPr>
        <p:sp>
          <p:nvSpPr>
            <p:cNvPr id="143" name="Down Arrow 52">
              <a:extLst>
                <a:ext uri="{FF2B5EF4-FFF2-40B4-BE49-F238E27FC236}">
                  <a16:creationId xmlns:a16="http://schemas.microsoft.com/office/drawing/2014/main" id="{9F8F3BE3-382F-80BA-7687-E583E71FD97A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8CA631A6-D32E-A9C6-229C-EB548919C56C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1E98FF76-5802-B209-4EEC-7974F28297EB}"/>
              </a:ext>
            </a:extLst>
          </p:cNvPr>
          <p:cNvGrpSpPr/>
          <p:nvPr/>
        </p:nvGrpSpPr>
        <p:grpSpPr>
          <a:xfrm>
            <a:off x="6131016" y="3045986"/>
            <a:ext cx="457198" cy="1259977"/>
            <a:chOff x="5943600" y="4472223"/>
            <a:chExt cx="914400" cy="682484"/>
          </a:xfrm>
        </p:grpSpPr>
        <p:sp>
          <p:nvSpPr>
            <p:cNvPr id="146" name="Down Arrow 55">
              <a:extLst>
                <a:ext uri="{FF2B5EF4-FFF2-40B4-BE49-F238E27FC236}">
                  <a16:creationId xmlns:a16="http://schemas.microsoft.com/office/drawing/2014/main" id="{C20D8AEC-D295-9134-583E-A53A52068B3A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2E86D2AA-97C6-2028-A764-940F481253C7}"/>
                </a:ext>
              </a:extLst>
            </p:cNvPr>
            <p:cNvSpPr/>
            <p:nvPr/>
          </p:nvSpPr>
          <p:spPr>
            <a:xfrm>
              <a:off x="5943600" y="4472223"/>
              <a:ext cx="914400" cy="17149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US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2783CE1-AF44-A6F1-46EF-26007529BCE7}"/>
              </a:ext>
            </a:extLst>
          </p:cNvPr>
          <p:cNvGrpSpPr/>
          <p:nvPr/>
        </p:nvGrpSpPr>
        <p:grpSpPr>
          <a:xfrm>
            <a:off x="2375335" y="3506255"/>
            <a:ext cx="457198" cy="793846"/>
            <a:chOff x="5943600" y="4472223"/>
            <a:chExt cx="914400" cy="682484"/>
          </a:xfrm>
        </p:grpSpPr>
        <p:sp>
          <p:nvSpPr>
            <p:cNvPr id="149" name="Down Arrow 58">
              <a:extLst>
                <a:ext uri="{FF2B5EF4-FFF2-40B4-BE49-F238E27FC236}">
                  <a16:creationId xmlns:a16="http://schemas.microsoft.com/office/drawing/2014/main" id="{2BDE9A65-E1BC-EB8A-B579-4C220A1AE633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D6468C6-3C91-D09E-C962-091981003AC4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D2CA627-4F9E-AFE6-724B-58888A3FCE06}"/>
              </a:ext>
            </a:extLst>
          </p:cNvPr>
          <p:cNvGrpSpPr/>
          <p:nvPr/>
        </p:nvGrpSpPr>
        <p:grpSpPr>
          <a:xfrm>
            <a:off x="3512040" y="3496675"/>
            <a:ext cx="457198" cy="793846"/>
            <a:chOff x="5943600" y="4472223"/>
            <a:chExt cx="914400" cy="682484"/>
          </a:xfrm>
        </p:grpSpPr>
        <p:sp>
          <p:nvSpPr>
            <p:cNvPr id="152" name="Down Arrow 61">
              <a:extLst>
                <a:ext uri="{FF2B5EF4-FFF2-40B4-BE49-F238E27FC236}">
                  <a16:creationId xmlns:a16="http://schemas.microsoft.com/office/drawing/2014/main" id="{B20FFF44-3234-97D0-1C06-7EB539E3294C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D905CB4E-AA02-6C99-854C-645A77C9C045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E5BED68-2E23-029F-CE3E-FED280ACBD8C}"/>
              </a:ext>
            </a:extLst>
          </p:cNvPr>
          <p:cNvGrpSpPr/>
          <p:nvPr/>
        </p:nvGrpSpPr>
        <p:grpSpPr>
          <a:xfrm>
            <a:off x="2960724" y="3504624"/>
            <a:ext cx="457198" cy="793846"/>
            <a:chOff x="5943600" y="4472223"/>
            <a:chExt cx="914400" cy="682484"/>
          </a:xfrm>
        </p:grpSpPr>
        <p:sp>
          <p:nvSpPr>
            <p:cNvPr id="155" name="Down Arrow 64">
              <a:extLst>
                <a:ext uri="{FF2B5EF4-FFF2-40B4-BE49-F238E27FC236}">
                  <a16:creationId xmlns:a16="http://schemas.microsoft.com/office/drawing/2014/main" id="{7A1C6CD2-6E64-E5E6-7049-A6D374436E04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C58C367-270A-4F97-480B-77FD8AEC8DEC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10F3D46-5D54-20CC-A689-989CEBBAD437}"/>
              </a:ext>
            </a:extLst>
          </p:cNvPr>
          <p:cNvGrpSpPr/>
          <p:nvPr/>
        </p:nvGrpSpPr>
        <p:grpSpPr>
          <a:xfrm>
            <a:off x="4058867" y="3490526"/>
            <a:ext cx="457198" cy="793846"/>
            <a:chOff x="5943600" y="4472223"/>
            <a:chExt cx="914400" cy="682484"/>
          </a:xfrm>
        </p:grpSpPr>
        <p:sp>
          <p:nvSpPr>
            <p:cNvPr id="158" name="Down Arrow 67">
              <a:extLst>
                <a:ext uri="{FF2B5EF4-FFF2-40B4-BE49-F238E27FC236}">
                  <a16:creationId xmlns:a16="http://schemas.microsoft.com/office/drawing/2014/main" id="{9CCB3117-1A39-65C6-E300-13940858767F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40FB4A05-5972-4AF2-08CA-ABD7F47BF4B9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83124D5-32AD-7031-62C8-6096998BE16C}"/>
              </a:ext>
            </a:extLst>
          </p:cNvPr>
          <p:cNvGrpSpPr/>
          <p:nvPr/>
        </p:nvGrpSpPr>
        <p:grpSpPr>
          <a:xfrm>
            <a:off x="4604502" y="3504624"/>
            <a:ext cx="457198" cy="793846"/>
            <a:chOff x="5943600" y="4472223"/>
            <a:chExt cx="914400" cy="682484"/>
          </a:xfrm>
        </p:grpSpPr>
        <p:sp>
          <p:nvSpPr>
            <p:cNvPr id="161" name="Down Arrow 70">
              <a:extLst>
                <a:ext uri="{FF2B5EF4-FFF2-40B4-BE49-F238E27FC236}">
                  <a16:creationId xmlns:a16="http://schemas.microsoft.com/office/drawing/2014/main" id="{4FBA51F2-D412-8768-0CD7-1B2D498229DF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AF33F4E3-4035-DBD5-0268-53B51A5A1DAF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585D881-5869-5385-FF04-5A50E0576ABC}"/>
              </a:ext>
            </a:extLst>
          </p:cNvPr>
          <p:cNvGrpSpPr/>
          <p:nvPr/>
        </p:nvGrpSpPr>
        <p:grpSpPr>
          <a:xfrm>
            <a:off x="5116712" y="3504624"/>
            <a:ext cx="457198" cy="793846"/>
            <a:chOff x="5943600" y="4472223"/>
            <a:chExt cx="914400" cy="682484"/>
          </a:xfrm>
        </p:grpSpPr>
        <p:sp>
          <p:nvSpPr>
            <p:cNvPr id="164" name="Down Arrow 73">
              <a:extLst>
                <a:ext uri="{FF2B5EF4-FFF2-40B4-BE49-F238E27FC236}">
                  <a16:creationId xmlns:a16="http://schemas.microsoft.com/office/drawing/2014/main" id="{9D6FECA9-C9E1-4A2A-0A97-C50AF32211B7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908C6388-241A-FA55-AAC5-BF7EAF768292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1B11CAC9-834A-17C8-73AB-4395B3BA29CA}"/>
              </a:ext>
            </a:extLst>
          </p:cNvPr>
          <p:cNvGrpSpPr/>
          <p:nvPr/>
        </p:nvGrpSpPr>
        <p:grpSpPr>
          <a:xfrm>
            <a:off x="5621974" y="3506255"/>
            <a:ext cx="457198" cy="793846"/>
            <a:chOff x="5943600" y="4472223"/>
            <a:chExt cx="914400" cy="682484"/>
          </a:xfrm>
        </p:grpSpPr>
        <p:sp>
          <p:nvSpPr>
            <p:cNvPr id="167" name="Down Arrow 76">
              <a:extLst>
                <a:ext uri="{FF2B5EF4-FFF2-40B4-BE49-F238E27FC236}">
                  <a16:creationId xmlns:a16="http://schemas.microsoft.com/office/drawing/2014/main" id="{58B5292B-92A3-0C34-35EC-31FDC650A732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28D53D7A-9F5D-488D-0F2B-00224E376608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01C260B-37C2-9122-96DF-EB5D87F91E44}"/>
              </a:ext>
            </a:extLst>
          </p:cNvPr>
          <p:cNvGrpSpPr/>
          <p:nvPr/>
        </p:nvGrpSpPr>
        <p:grpSpPr>
          <a:xfrm>
            <a:off x="6125936" y="3490526"/>
            <a:ext cx="457198" cy="793846"/>
            <a:chOff x="5943600" y="4472223"/>
            <a:chExt cx="914400" cy="682484"/>
          </a:xfrm>
        </p:grpSpPr>
        <p:sp>
          <p:nvSpPr>
            <p:cNvPr id="170" name="Down Arrow 79">
              <a:extLst>
                <a:ext uri="{FF2B5EF4-FFF2-40B4-BE49-F238E27FC236}">
                  <a16:creationId xmlns:a16="http://schemas.microsoft.com/office/drawing/2014/main" id="{66A4D125-F11E-A411-5B9F-2E56F0CAABBB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2F6C2A3C-AE1A-8951-2038-48D5BD9597DD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929E002E-B99B-50BA-E187-F429889F0558}"/>
              </a:ext>
            </a:extLst>
          </p:cNvPr>
          <p:cNvGrpSpPr/>
          <p:nvPr/>
        </p:nvGrpSpPr>
        <p:grpSpPr>
          <a:xfrm>
            <a:off x="6670078" y="3506255"/>
            <a:ext cx="457198" cy="793846"/>
            <a:chOff x="5943600" y="4472223"/>
            <a:chExt cx="914400" cy="682484"/>
          </a:xfrm>
        </p:grpSpPr>
        <p:sp>
          <p:nvSpPr>
            <p:cNvPr id="173" name="Down Arrow 82">
              <a:extLst>
                <a:ext uri="{FF2B5EF4-FFF2-40B4-BE49-F238E27FC236}">
                  <a16:creationId xmlns:a16="http://schemas.microsoft.com/office/drawing/2014/main" id="{5EF06177-15B3-D8AD-408C-19C5F290CE5B}"/>
                </a:ext>
              </a:extLst>
            </p:cNvPr>
            <p:cNvSpPr/>
            <p:nvPr/>
          </p:nvSpPr>
          <p:spPr>
            <a:xfrm>
              <a:off x="6302191" y="4634754"/>
              <a:ext cx="206188" cy="51995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A449C554-CD0E-BB49-B93F-F8B761EB4ED9}"/>
                </a:ext>
              </a:extLst>
            </p:cNvPr>
            <p:cNvSpPr/>
            <p:nvPr/>
          </p:nvSpPr>
          <p:spPr>
            <a:xfrm>
              <a:off x="5943600" y="4472223"/>
              <a:ext cx="914400" cy="26465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</a:t>
              </a:r>
            </a:p>
          </p:txBody>
        </p:sp>
      </p:grp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0CC1D21-7A36-2272-4AC0-9B1D705E5C26}"/>
              </a:ext>
            </a:extLst>
          </p:cNvPr>
          <p:cNvSpPr/>
          <p:nvPr/>
        </p:nvSpPr>
        <p:spPr>
          <a:xfrm>
            <a:off x="1861029" y="4755938"/>
            <a:ext cx="530352" cy="3636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7C802A0-5566-D990-066C-C9AEC4D4191F}"/>
              </a:ext>
            </a:extLst>
          </p:cNvPr>
          <p:cNvSpPr/>
          <p:nvPr/>
        </p:nvSpPr>
        <p:spPr>
          <a:xfrm>
            <a:off x="2392548" y="4758373"/>
            <a:ext cx="530352" cy="3636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4686FDBF-1055-5AA1-2D4D-7FE521F35A8E}"/>
              </a:ext>
            </a:extLst>
          </p:cNvPr>
          <p:cNvSpPr/>
          <p:nvPr/>
        </p:nvSpPr>
        <p:spPr>
          <a:xfrm>
            <a:off x="2925638" y="4767926"/>
            <a:ext cx="530352" cy="3636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B275DB6-0914-8D99-56B7-18B40606A99E}"/>
              </a:ext>
            </a:extLst>
          </p:cNvPr>
          <p:cNvSpPr/>
          <p:nvPr/>
        </p:nvSpPr>
        <p:spPr>
          <a:xfrm>
            <a:off x="3473355" y="4765923"/>
            <a:ext cx="530352" cy="3636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9EFC504-8745-4136-77A3-9E8F8570D292}"/>
              </a:ext>
            </a:extLst>
          </p:cNvPr>
          <p:cNvSpPr/>
          <p:nvPr/>
        </p:nvSpPr>
        <p:spPr>
          <a:xfrm>
            <a:off x="4019659" y="4763575"/>
            <a:ext cx="530352" cy="3636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5CA004B-3159-600C-B7ED-03196A68FBA6}"/>
              </a:ext>
            </a:extLst>
          </p:cNvPr>
          <p:cNvSpPr/>
          <p:nvPr/>
        </p:nvSpPr>
        <p:spPr>
          <a:xfrm>
            <a:off x="4510286" y="4772441"/>
            <a:ext cx="530352" cy="3636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9D7C544-DE59-09B5-C007-C47FB46720A4}"/>
              </a:ext>
            </a:extLst>
          </p:cNvPr>
          <p:cNvSpPr/>
          <p:nvPr/>
        </p:nvSpPr>
        <p:spPr>
          <a:xfrm>
            <a:off x="5084605" y="4757082"/>
            <a:ext cx="530352" cy="3636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F13F4C5-E8FF-5083-264B-AF7383BC86BC}"/>
              </a:ext>
            </a:extLst>
          </p:cNvPr>
          <p:cNvSpPr/>
          <p:nvPr/>
        </p:nvSpPr>
        <p:spPr>
          <a:xfrm>
            <a:off x="5589478" y="4754237"/>
            <a:ext cx="530352" cy="3636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326DA30B-B185-8B93-1E68-91275CDB6210}"/>
              </a:ext>
            </a:extLst>
          </p:cNvPr>
          <p:cNvSpPr/>
          <p:nvPr/>
        </p:nvSpPr>
        <p:spPr>
          <a:xfrm>
            <a:off x="6136504" y="4762535"/>
            <a:ext cx="530352" cy="3636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75CA5F9-AEF4-4F34-8388-1D4DB9DC01B2}"/>
              </a:ext>
            </a:extLst>
          </p:cNvPr>
          <p:cNvSpPr/>
          <p:nvPr/>
        </p:nvSpPr>
        <p:spPr>
          <a:xfrm>
            <a:off x="6668125" y="4771783"/>
            <a:ext cx="530352" cy="3636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723296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0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8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1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6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indefinite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6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0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1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3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indefinite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6" fill="hold">
                      <p:stCondLst>
                        <p:cond delay="indefinite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id="5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>
                      <p:stCondLst>
                        <p:cond delay="indefinite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indefinite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indefinite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9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2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3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>
                      <p:stCondLst>
                        <p:cond delay="indefinite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0" fill="hold">
                      <p:stCondLst>
                        <p:cond delay="indefinite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indefinite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1" fill="hold">
                      <p:stCondLst>
                        <p:cond delay="indefinite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fill="hold">
                      <p:stCondLst>
                        <p:cond delay="indefinite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7" fill="hold">
                      <p:stCondLst>
                        <p:cond delay="indefinite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id="5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ite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2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5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7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8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id="6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0" fill="hold">
                      <p:stCondLst>
                        <p:cond delay="indefinite"/>
                      </p:stCondLst>
                      <p:childTnLst>
                        <p:par>
                          <p:cTn id="621" fill="hold">
                            <p:stCondLst>
                              <p:cond delay="0"/>
                            </p:stCondLst>
                            <p:childTnLst>
                              <p:par>
                                <p:cTn id="62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4" fill="hold">
                      <p:stCondLst>
                        <p:cond delay="indefinite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fill="hold">
                      <p:stCondLst>
                        <p:cond delay="indefinite"/>
                      </p:stCondLst>
                      <p:childTnLst>
                        <p:par>
                          <p:cTn id="629" fill="hold">
                            <p:stCondLst>
                              <p:cond delay="0"/>
                            </p:stCondLst>
                            <p:childTnLst>
                              <p:par>
                                <p:cTn id="6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2" fill="hold">
                      <p:stCondLst>
                        <p:cond delay="indefinite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id="634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6" fill="hold">
                      <p:stCondLst>
                        <p:cond delay="indefinite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id="6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94" grpId="0" animBg="1"/>
      <p:bldP spid="99" grpId="0" animBg="1"/>
      <p:bldP spid="99" grpId="1" animBg="1"/>
      <p:bldP spid="100" grpId="0" animBg="1"/>
      <p:bldP spid="100" grpId="1" animBg="1"/>
      <p:bldP spid="102" grpId="0" animBg="1"/>
      <p:bldP spid="102" grpId="1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6" grpId="1" animBg="1"/>
      <p:bldP spid="117" grpId="0" animBg="1"/>
      <p:bldP spid="118" grpId="0" animBg="1"/>
      <p:bldP spid="119" grpId="0" animBg="1"/>
      <p:bldP spid="120" grpId="0" animBg="1"/>
      <p:bldP spid="175" grpId="0" animBg="1"/>
      <p:bldP spid="175" grpId="1" animBg="1"/>
      <p:bldP spid="176" grpId="0" animBg="1"/>
      <p:bldP spid="176" grpId="1" animBg="1"/>
      <p:bldP spid="177" grpId="0" animBg="1"/>
      <p:bldP spid="177" grpId="1" animBg="1"/>
      <p:bldP spid="177" grpId="2" animBg="1"/>
      <p:bldP spid="177" grpId="3" animBg="1"/>
      <p:bldP spid="177" grpId="4" animBg="1"/>
      <p:bldP spid="177" grpId="5" animBg="1"/>
      <p:bldP spid="178" grpId="0" animBg="1"/>
      <p:bldP spid="178" grpId="1" animBg="1"/>
      <p:bldP spid="179" grpId="0" animBg="1"/>
      <p:bldP spid="179" grpId="1" animBg="1"/>
      <p:bldP spid="179" grpId="2" animBg="1"/>
      <p:bldP spid="179" grpId="3" animBg="1"/>
      <p:bldP spid="180" grpId="0" animBg="1"/>
      <p:bldP spid="180" grpId="1" animBg="1"/>
      <p:bldP spid="180" grpId="2" animBg="1"/>
      <p:bldP spid="180" grpId="3" animBg="1"/>
      <p:bldP spid="180" grpId="4" animBg="1"/>
      <p:bldP spid="180" grpId="5" animBg="1"/>
      <p:bldP spid="180" grpId="6" animBg="1"/>
      <p:bldP spid="180" grpId="7" animBg="1"/>
      <p:bldP spid="180" grpId="8" animBg="1"/>
      <p:bldP spid="180" grpId="9" animBg="1"/>
      <p:bldP spid="181" grpId="0" animBg="1"/>
      <p:bldP spid="181" grpId="1" animBg="1"/>
      <p:bldP spid="182" grpId="0" animBg="1"/>
      <p:bldP spid="182" grpId="1" animBg="1"/>
      <p:bldP spid="182" grpId="2" animBg="1"/>
      <p:bldP spid="182" grpId="3" animBg="1"/>
      <p:bldP spid="182" grpId="4" animBg="1"/>
      <p:bldP spid="182" grpId="5" animBg="1"/>
      <p:bldP spid="182" grpId="6" animBg="1"/>
      <p:bldP spid="182" grpId="7" animBg="1"/>
      <p:bldP spid="183" grpId="0" animBg="1"/>
      <p:bldP spid="183" grpId="1" animBg="1"/>
      <p:bldP spid="183" grpId="2" animBg="1"/>
      <p:bldP spid="183" grpId="3" animBg="1"/>
      <p:bldP spid="184" grpId="0" animBg="1"/>
      <p:bldP spid="184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B622-1406-6BCA-A363-5BA273D80DD6}"/>
              </a:ext>
            </a:extLst>
          </p:cNvPr>
          <p:cNvSpPr txBox="1">
            <a:spLocks/>
          </p:cNvSpPr>
          <p:nvPr/>
        </p:nvSpPr>
        <p:spPr>
          <a:xfrm>
            <a:off x="1143002" y="2356961"/>
            <a:ext cx="6858000" cy="207302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>
                <a:solidFill>
                  <a:schemeClr val="tx1"/>
                </a:solidFill>
              </a:rPr>
              <a:t>Selection Sort Complexity Analysis</a:t>
            </a:r>
          </a:p>
        </p:txBody>
      </p:sp>
    </p:spTree>
    <p:extLst>
      <p:ext uri="{BB962C8B-B14F-4D97-AF65-F5344CB8AC3E}">
        <p14:creationId xmlns:p14="http://schemas.microsoft.com/office/powerpoint/2010/main" val="2177352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2F0B17B-D7D2-B663-119E-43957E10575D}"/>
              </a:ext>
            </a:extLst>
          </p:cNvPr>
          <p:cNvGraphicFramePr>
            <a:graphicFrameLocks/>
          </p:cNvGraphicFramePr>
          <p:nvPr/>
        </p:nvGraphicFramePr>
        <p:xfrm>
          <a:off x="316921" y="1659617"/>
          <a:ext cx="8168916" cy="4150341"/>
        </p:xfrm>
        <a:graphic>
          <a:graphicData uri="http://schemas.openxmlformats.org/drawingml/2006/table">
            <a:tbl>
              <a:tblPr firstRow="1" bandRow="1"/>
              <a:tblGrid>
                <a:gridCol w="5929134">
                  <a:extLst>
                    <a:ext uri="{9D8B030D-6E8A-4147-A177-3AD203B41FA5}">
                      <a16:colId xmlns:a16="http://schemas.microsoft.com/office/drawing/2014/main" val="4121185344"/>
                    </a:ext>
                  </a:extLst>
                </a:gridCol>
                <a:gridCol w="2239782">
                  <a:extLst>
                    <a:ext uri="{9D8B030D-6E8A-4147-A177-3AD203B41FA5}">
                      <a16:colId xmlns:a16="http://schemas.microsoft.com/office/drawing/2014/main" val="1181850790"/>
                    </a:ext>
                  </a:extLst>
                </a:gridCol>
              </a:tblGrid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n-1;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++){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rowSpan="9"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</a:t>
                      </a: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</a:t>
                      </a:r>
                    </a:p>
                    <a:p>
                      <a:b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</a:t>
                      </a:r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981740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9333024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i+1;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n;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++)</a:t>
                      </a:r>
                      <a:endParaRPr lang="en-US" sz="20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445514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   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] &lt;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])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37258620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en-US" sz="20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2639775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       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!=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){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53006999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      swap(&amp;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], &amp;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]);</a:t>
                      </a:r>
                      <a:endParaRPr lang="en-US" sz="20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4983609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2000" b="0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59855182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0" rtl="0" fontAlgn="b"/>
                      <a:r>
                        <a:rPr lang="en-US" sz="2000" b="0" dirty="0">
                          <a:effectLst/>
                          <a:latin typeface="Consolas" panose="020B0609020204030204" pitchFamily="49" charset="0"/>
                        </a:rPr>
                        <a:t>   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6367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227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2F0B17B-D7D2-B663-119E-43957E10575D}"/>
              </a:ext>
            </a:extLst>
          </p:cNvPr>
          <p:cNvGraphicFramePr>
            <a:graphicFrameLocks/>
          </p:cNvGraphicFramePr>
          <p:nvPr/>
        </p:nvGraphicFramePr>
        <p:xfrm>
          <a:off x="316921" y="1659617"/>
          <a:ext cx="8168916" cy="4150341"/>
        </p:xfrm>
        <a:graphic>
          <a:graphicData uri="http://schemas.openxmlformats.org/drawingml/2006/table">
            <a:tbl>
              <a:tblPr firstRow="1" bandRow="1"/>
              <a:tblGrid>
                <a:gridCol w="5929134">
                  <a:extLst>
                    <a:ext uri="{9D8B030D-6E8A-4147-A177-3AD203B41FA5}">
                      <a16:colId xmlns:a16="http://schemas.microsoft.com/office/drawing/2014/main" val="4121185344"/>
                    </a:ext>
                  </a:extLst>
                </a:gridCol>
                <a:gridCol w="2239782">
                  <a:extLst>
                    <a:ext uri="{9D8B030D-6E8A-4147-A177-3AD203B41FA5}">
                      <a16:colId xmlns:a16="http://schemas.microsoft.com/office/drawing/2014/main" val="1181850790"/>
                    </a:ext>
                  </a:extLst>
                </a:gridCol>
              </a:tblGrid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n-1;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++){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rowSpan="9"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</a:t>
                      </a:r>
                    </a:p>
                    <a:p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</a:t>
                      </a:r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981740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9333024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i+1;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n;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++)</a:t>
                      </a:r>
                      <a:endParaRPr lang="en-US" sz="20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445514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   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] &lt;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])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37258620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en-US" sz="20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2639775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!=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){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53006999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swap(&amp;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], &amp;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]);</a:t>
                      </a:r>
                      <a:endParaRPr lang="en-US" sz="2000" b="1" dirty="0"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4983609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2000" b="0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59855182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0" rtl="0" fontAlgn="b"/>
                      <a:r>
                        <a:rPr lang="en-US" sz="2000" b="0" dirty="0">
                          <a:effectLst/>
                          <a:latin typeface="Consolas" panose="020B0609020204030204" pitchFamily="49" charset="0"/>
                        </a:rPr>
                        <a:t>   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63679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C05F61-C7C7-72C4-3FC6-5D6F2A10605E}"/>
              </a:ext>
            </a:extLst>
          </p:cNvPr>
          <p:cNvSpPr txBox="1"/>
          <p:nvPr/>
        </p:nvSpPr>
        <p:spPr>
          <a:xfrm>
            <a:off x="906520" y="6123359"/>
            <a:ext cx="5052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highlight>
                  <a:srgbClr val="FFFF00"/>
                </a:highlight>
              </a:rPr>
              <a:t>c1</a:t>
            </a:r>
          </a:p>
        </p:txBody>
      </p:sp>
    </p:spTree>
    <p:extLst>
      <p:ext uri="{BB962C8B-B14F-4D97-AF65-F5344CB8AC3E}">
        <p14:creationId xmlns:p14="http://schemas.microsoft.com/office/powerpoint/2010/main" val="924400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2F0B17B-D7D2-B663-119E-43957E10575D}"/>
              </a:ext>
            </a:extLst>
          </p:cNvPr>
          <p:cNvGraphicFramePr>
            <a:graphicFrameLocks/>
          </p:cNvGraphicFramePr>
          <p:nvPr/>
        </p:nvGraphicFramePr>
        <p:xfrm>
          <a:off x="316921" y="1659617"/>
          <a:ext cx="8168916" cy="4150341"/>
        </p:xfrm>
        <a:graphic>
          <a:graphicData uri="http://schemas.openxmlformats.org/drawingml/2006/table">
            <a:tbl>
              <a:tblPr firstRow="1" bandRow="1"/>
              <a:tblGrid>
                <a:gridCol w="5929134">
                  <a:extLst>
                    <a:ext uri="{9D8B030D-6E8A-4147-A177-3AD203B41FA5}">
                      <a16:colId xmlns:a16="http://schemas.microsoft.com/office/drawing/2014/main" val="4121185344"/>
                    </a:ext>
                  </a:extLst>
                </a:gridCol>
                <a:gridCol w="2239782">
                  <a:extLst>
                    <a:ext uri="{9D8B030D-6E8A-4147-A177-3AD203B41FA5}">
                      <a16:colId xmlns:a16="http://schemas.microsoft.com/office/drawing/2014/main" val="1181850790"/>
                    </a:ext>
                  </a:extLst>
                </a:gridCol>
              </a:tblGrid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n-1;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++){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rowSpan="9"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</a:t>
                      </a: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</a:t>
                      </a: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981740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9333024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i+1;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n;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++)</a:t>
                      </a:r>
                      <a:endParaRPr lang="en-US" sz="20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445514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   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] &lt;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])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37258620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;</a:t>
                      </a:r>
                      <a:endParaRPr lang="en-US" sz="2000" b="1" dirty="0">
                        <a:effectLst/>
                        <a:highlight>
                          <a:srgbClr val="00FFFF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2639775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!=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){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53006999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swap(&amp;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], &amp;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]);</a:t>
                      </a:r>
                      <a:endParaRPr lang="en-US" sz="2000" b="1" dirty="0"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4983609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2000" b="0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59855182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0" rtl="0" fontAlgn="b"/>
                      <a:r>
                        <a:rPr lang="en-US" sz="2000" b="0" dirty="0">
                          <a:effectLst/>
                          <a:latin typeface="Consolas" panose="020B0609020204030204" pitchFamily="49" charset="0"/>
                        </a:rPr>
                        <a:t>   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63679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C05F61-C7C7-72C4-3FC6-5D6F2A10605E}"/>
              </a:ext>
            </a:extLst>
          </p:cNvPr>
          <p:cNvSpPr txBox="1"/>
          <p:nvPr/>
        </p:nvSpPr>
        <p:spPr>
          <a:xfrm>
            <a:off x="906520" y="6123359"/>
            <a:ext cx="5052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highlight>
                  <a:srgbClr val="FFFF00"/>
                </a:highlight>
              </a:rPr>
              <a:t>c1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B0124C-AECA-F326-DD50-B58C6CDB685A}"/>
              </a:ext>
            </a:extLst>
          </p:cNvPr>
          <p:cNvSpPr txBox="1"/>
          <p:nvPr/>
        </p:nvSpPr>
        <p:spPr>
          <a:xfrm>
            <a:off x="1908005" y="6114263"/>
            <a:ext cx="5052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highlight>
                  <a:srgbClr val="00FFFF"/>
                </a:highlight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2099556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2F0B17B-D7D2-B663-119E-43957E10575D}"/>
              </a:ext>
            </a:extLst>
          </p:cNvPr>
          <p:cNvGraphicFramePr>
            <a:graphicFrameLocks/>
          </p:cNvGraphicFramePr>
          <p:nvPr/>
        </p:nvGraphicFramePr>
        <p:xfrm>
          <a:off x="316921" y="1659617"/>
          <a:ext cx="8168916" cy="4150341"/>
        </p:xfrm>
        <a:graphic>
          <a:graphicData uri="http://schemas.openxmlformats.org/drawingml/2006/table">
            <a:tbl>
              <a:tblPr firstRow="1" bandRow="1"/>
              <a:tblGrid>
                <a:gridCol w="5929134">
                  <a:extLst>
                    <a:ext uri="{9D8B030D-6E8A-4147-A177-3AD203B41FA5}">
                      <a16:colId xmlns:a16="http://schemas.microsoft.com/office/drawing/2014/main" val="4121185344"/>
                    </a:ext>
                  </a:extLst>
                </a:gridCol>
                <a:gridCol w="2239782">
                  <a:extLst>
                    <a:ext uri="{9D8B030D-6E8A-4147-A177-3AD203B41FA5}">
                      <a16:colId xmlns:a16="http://schemas.microsoft.com/office/drawing/2014/main" val="1181850790"/>
                    </a:ext>
                  </a:extLst>
                </a:gridCol>
              </a:tblGrid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n-1;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++){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rowSpan="9"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</a:t>
                      </a: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</a:t>
                      </a: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</a:rPr>
                        <a:t>Extra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</a:rPr>
                        <a:t>=0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981740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9333024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i+1;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n;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++)</a:t>
                      </a:r>
                      <a:endParaRPr lang="en-US" sz="20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445514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   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] &lt;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])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37258620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;</a:t>
                      </a:r>
                      <a:endParaRPr lang="en-US" sz="2000" b="1" dirty="0">
                        <a:effectLst/>
                        <a:highlight>
                          <a:srgbClr val="00FFFF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2639775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!=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){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53006999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swap(&amp;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], &amp;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]);</a:t>
                      </a:r>
                      <a:endParaRPr lang="en-US" sz="2000" b="1" dirty="0"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4983609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2000" b="0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59855182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0" rtl="0" fontAlgn="b"/>
                      <a:r>
                        <a:rPr lang="en-US" sz="2000" b="0" dirty="0">
                          <a:effectLst/>
                          <a:latin typeface="Consolas" panose="020B0609020204030204" pitchFamily="49" charset="0"/>
                        </a:rPr>
                        <a:t>   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63679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C05F61-C7C7-72C4-3FC6-5D6F2A10605E}"/>
              </a:ext>
            </a:extLst>
          </p:cNvPr>
          <p:cNvSpPr txBox="1"/>
          <p:nvPr/>
        </p:nvSpPr>
        <p:spPr>
          <a:xfrm>
            <a:off x="906520" y="6123359"/>
            <a:ext cx="5052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highlight>
                  <a:srgbClr val="FFFF00"/>
                </a:highlight>
              </a:rPr>
              <a:t>c1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B0124C-AECA-F326-DD50-B58C6CDB685A}"/>
              </a:ext>
            </a:extLst>
          </p:cNvPr>
          <p:cNvSpPr txBox="1"/>
          <p:nvPr/>
        </p:nvSpPr>
        <p:spPr>
          <a:xfrm>
            <a:off x="1908005" y="6114263"/>
            <a:ext cx="5052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highlight>
                  <a:srgbClr val="00FFFF"/>
                </a:highlight>
              </a:rPr>
              <a:t>c2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2AA31A-86A3-ADCE-491F-1ED03C1697F6}"/>
              </a:ext>
            </a:extLst>
          </p:cNvPr>
          <p:cNvSpPr txBox="1"/>
          <p:nvPr/>
        </p:nvSpPr>
        <p:spPr>
          <a:xfrm>
            <a:off x="2909490" y="6114262"/>
            <a:ext cx="5052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highlight>
                  <a:srgbClr val="00FF00"/>
                </a:highlight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3586485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2F0B17B-D7D2-B663-119E-43957E1057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3993433"/>
              </p:ext>
            </p:extLst>
          </p:nvPr>
        </p:nvGraphicFramePr>
        <p:xfrm>
          <a:off x="316921" y="1659617"/>
          <a:ext cx="8168916" cy="4150341"/>
        </p:xfrm>
        <a:graphic>
          <a:graphicData uri="http://schemas.openxmlformats.org/drawingml/2006/table">
            <a:tbl>
              <a:tblPr firstRow="1" bandRow="1"/>
              <a:tblGrid>
                <a:gridCol w="5929134">
                  <a:extLst>
                    <a:ext uri="{9D8B030D-6E8A-4147-A177-3AD203B41FA5}">
                      <a16:colId xmlns:a16="http://schemas.microsoft.com/office/drawing/2014/main" val="4121185344"/>
                    </a:ext>
                  </a:extLst>
                </a:gridCol>
                <a:gridCol w="2239782">
                  <a:extLst>
                    <a:ext uri="{9D8B030D-6E8A-4147-A177-3AD203B41FA5}">
                      <a16:colId xmlns:a16="http://schemas.microsoft.com/office/drawing/2014/main" val="1181850790"/>
                    </a:ext>
                  </a:extLst>
                </a:gridCol>
              </a:tblGrid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00FF"/>
                          </a:highlight>
                          <a:latin typeface="Consolas" panose="020B0609020204030204" pitchFamily="49" charset="0"/>
                        </a:rPr>
                        <a:t>n-1;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++){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rowSpan="9"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</a:t>
                      </a: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</a:t>
                      </a: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</a:rPr>
                        <a:t>Extra </a:t>
                      </a:r>
                      <a:r>
                        <a:rPr lang="en-US" sz="16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</a:rPr>
                        <a:t>=0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981740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9333024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i+1;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808000"/>
                          </a:highlight>
                          <a:latin typeface="Consolas" panose="020B0609020204030204" pitchFamily="49" charset="0"/>
                        </a:rPr>
                        <a:t> n;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++)</a:t>
                      </a:r>
                      <a:endParaRPr lang="en-US" sz="20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4455143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   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] &lt;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])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37258620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3" rtl="0" fontAlgn="b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curr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</a:rPr>
                        <a:t>;</a:t>
                      </a:r>
                      <a:endParaRPr lang="en-US" sz="2000" b="1" dirty="0">
                        <a:effectLst/>
                        <a:highlight>
                          <a:srgbClr val="00FFFF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2639775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!=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){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53006999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swap(&amp;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minIdx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], &amp;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]);</a:t>
                      </a:r>
                      <a:endParaRPr lang="en-US" sz="2000" b="1" dirty="0"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4983609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2" rtl="0" fontAlgn="b"/>
                      <a:r>
                        <a:rPr lang="en-US" sz="2000" b="0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59855182"/>
                  </a:ext>
                </a:extLst>
              </a:tr>
              <a:tr h="461149">
                <a:tc>
                  <a:txBody>
                    <a:bodyPr/>
                    <a:lstStyle/>
                    <a:p>
                      <a:pPr lvl="0" rtl="0" fontAlgn="b"/>
                      <a:r>
                        <a:rPr lang="en-US" sz="2000" b="0" dirty="0">
                          <a:effectLst/>
                          <a:latin typeface="Consolas" panose="020B0609020204030204" pitchFamily="49" charset="0"/>
                        </a:rPr>
                        <a:t>   }</a:t>
                      </a:r>
                    </a:p>
                  </a:txBody>
                  <a:tcPr marL="0" marR="0" marT="11430" marB="11430" anchor="b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63679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BE40BE7-3DE7-ADF4-43BD-6B38673C3D09}"/>
              </a:ext>
            </a:extLst>
          </p:cNvPr>
          <p:cNvSpPr txBox="1"/>
          <p:nvPr/>
        </p:nvSpPr>
        <p:spPr>
          <a:xfrm>
            <a:off x="173457" y="6047034"/>
            <a:ext cx="8455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Number of machine instructions:  </a:t>
            </a:r>
            <a:r>
              <a:rPr lang="en-US" sz="2400" dirty="0">
                <a:highlight>
                  <a:srgbClr val="FF00FF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(n-1)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*{ </a:t>
            </a:r>
            <a:r>
              <a:rPr lang="en-US" sz="2400" dirty="0"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c1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+ </a:t>
            </a:r>
            <a:r>
              <a:rPr lang="en-US" sz="2400" dirty="0">
                <a:highlight>
                  <a:srgbClr val="8080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*</a:t>
            </a:r>
            <a:r>
              <a:rPr lang="en-US" sz="2400" dirty="0">
                <a:highlight>
                  <a:srgbClr val="00FFFF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c2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}+ </a:t>
            </a:r>
            <a:r>
              <a:rPr lang="en-US" sz="2400" dirty="0">
                <a:highlight>
                  <a:srgbClr val="00FF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033968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9026CD-195B-9FE5-1A8B-BD3B88CA3366}"/>
                  </a:ext>
                </a:extLst>
              </p:cNvPr>
              <p:cNvSpPr txBox="1"/>
              <p:nvPr/>
            </p:nvSpPr>
            <p:spPr>
              <a:xfrm>
                <a:off x="492369" y="2281018"/>
                <a:ext cx="8651631" cy="4036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</a:pPr>
                <a:r>
                  <a:rPr lang="en-US" sz="2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</a:rPr>
                  <a:t>Worst Case Complexity : </a:t>
                </a:r>
              </a:p>
              <a:p>
                <a:pPr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</a:pPr>
                <a:endParaRPr 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b="0" i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700" b="0" i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d>
                        <m:dPr>
                          <m:ctrlPr>
                            <a:rPr lang="en-US" sz="2700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7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) + 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d>
                        <m:dPr>
                          <m:ctrlPr>
                            <a:rPr lang="en-US" sz="2700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7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700" b="0" i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700" b="0" i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700" b="0" i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US" sz="2700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7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700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700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7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7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</a:pPr>
                <a:r>
                  <a:rPr lang="en-US" sz="2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</a:rPr>
                  <a:t>By skipping the insignificant parts,</a:t>
                </a:r>
              </a:p>
              <a:p>
                <a:pPr>
                  <a:spcBef>
                    <a:spcPts val="2000"/>
                  </a:spcBef>
                  <a:buClr>
                    <a:schemeClr val="bg1">
                      <a:lumMod val="65000"/>
                    </a:schemeClr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700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700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700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700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endParaRPr lang="en-US" sz="2700" b="1" dirty="0">
                  <a:solidFill>
                    <a:srgbClr val="21242C"/>
                  </a:solidFill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59026CD-195B-9FE5-1A8B-BD3B88CA3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69" y="2281018"/>
                <a:ext cx="8651631" cy="4036233"/>
              </a:xfrm>
              <a:prstGeom prst="rect">
                <a:avLst/>
              </a:prstGeom>
              <a:blipFill>
                <a:blip r:embed="rId2"/>
                <a:stretch>
                  <a:fillRect l="-1339" t="-1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39EEA4C-C001-F587-88AD-BD2E53D9DB98}"/>
              </a:ext>
            </a:extLst>
          </p:cNvPr>
          <p:cNvSpPr txBox="1"/>
          <p:nvPr/>
        </p:nvSpPr>
        <p:spPr>
          <a:xfrm>
            <a:off x="344078" y="1484614"/>
            <a:ext cx="8455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Number of machine instructions:  (n-1)*{ c1 + n*c2 }+ c3</a:t>
            </a:r>
          </a:p>
        </p:txBody>
      </p:sp>
    </p:spTree>
    <p:extLst>
      <p:ext uri="{BB962C8B-B14F-4D97-AF65-F5344CB8AC3E}">
        <p14:creationId xmlns:p14="http://schemas.microsoft.com/office/powerpoint/2010/main" val="625354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9026CD-195B-9FE5-1A8B-BD3B88CA3366}"/>
              </a:ext>
            </a:extLst>
          </p:cNvPr>
          <p:cNvSpPr txBox="1"/>
          <p:nvPr/>
        </p:nvSpPr>
        <p:spPr>
          <a:xfrm>
            <a:off x="246184" y="2398213"/>
            <a:ext cx="8651631" cy="297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</a:pPr>
            <a:r>
              <a:rPr lang="en-US" sz="36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Class Task</a:t>
            </a:r>
          </a:p>
          <a:p>
            <a:pPr algn="ctr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Find out the Best &amp; average Case Complexity using the above equation  </a:t>
            </a:r>
          </a:p>
          <a:p>
            <a:pPr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</a:pPr>
            <a:endParaRPr lang="en-US" sz="2700" dirty="0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pitchFamily="18" charset="0"/>
            </a:endParaRPr>
          </a:p>
          <a:p>
            <a:endParaRPr lang="en-US" sz="2700" b="1" dirty="0">
              <a:solidFill>
                <a:srgbClr val="21242C"/>
              </a:solidFill>
              <a:latin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EEA4C-C001-F587-88AD-BD2E53D9DB98}"/>
              </a:ext>
            </a:extLst>
          </p:cNvPr>
          <p:cNvSpPr txBox="1"/>
          <p:nvPr/>
        </p:nvSpPr>
        <p:spPr>
          <a:xfrm>
            <a:off x="344078" y="1484614"/>
            <a:ext cx="8455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Number of machine instructions:  (n-1)*{ c1 + n*c2 }+ c3</a:t>
            </a:r>
          </a:p>
        </p:txBody>
      </p:sp>
    </p:spTree>
    <p:extLst>
      <p:ext uri="{BB962C8B-B14F-4D97-AF65-F5344CB8AC3E}">
        <p14:creationId xmlns:p14="http://schemas.microsoft.com/office/powerpoint/2010/main" val="32724182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FBE6ED29-EE37-4360-9FDB-9BD674374D5C}"/>
              </a:ext>
            </a:extLst>
          </p:cNvPr>
          <p:cNvSpPr txBox="1">
            <a:spLocks/>
          </p:cNvSpPr>
          <p:nvPr/>
        </p:nvSpPr>
        <p:spPr>
          <a:xfrm>
            <a:off x="335494" y="492006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u="sng" dirty="0">
                <a:solidFill>
                  <a:schemeClr val="tx1"/>
                </a:solidFill>
              </a:rPr>
              <a:t>Bubble Sorting</a:t>
            </a:r>
          </a:p>
          <a:p>
            <a:pPr marL="0" indent="0">
              <a:buNone/>
            </a:pPr>
            <a:endParaRPr lang="en-US" sz="2600" b="1" u="sng" dirty="0">
              <a:solidFill>
                <a:schemeClr val="tx1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14C3189-3ED8-470D-AF76-B6FFE332F104}"/>
              </a:ext>
            </a:extLst>
          </p:cNvPr>
          <p:cNvSpPr txBox="1">
            <a:spLocks noChangeArrowheads="1"/>
          </p:cNvSpPr>
          <p:nvPr/>
        </p:nvSpPr>
        <p:spPr>
          <a:xfrm>
            <a:off x="608766" y="1116550"/>
            <a:ext cx="8305800" cy="2617183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Times" charset="0"/>
              <a:buNone/>
              <a:defRPr/>
            </a:pPr>
            <a:r>
              <a:rPr lang="en-US" dirty="0"/>
              <a:t>Concept: </a:t>
            </a:r>
          </a:p>
          <a:p>
            <a:pPr lvl="1">
              <a:buFont typeface="Wingdings" charset="0"/>
              <a:buChar char="n"/>
              <a:defRPr/>
            </a:pPr>
            <a:r>
              <a:rPr lang="en-US" sz="2000" dirty="0"/>
              <a:t>Compare 1</a:t>
            </a:r>
            <a:r>
              <a:rPr lang="en-US" sz="2000" baseline="30000" dirty="0"/>
              <a:t>st</a:t>
            </a:r>
            <a:r>
              <a:rPr lang="en-US" sz="2000" dirty="0"/>
              <a:t> two elements</a:t>
            </a:r>
          </a:p>
          <a:p>
            <a:pPr lvl="2">
              <a:buFont typeface="Wingdings" charset="0"/>
              <a:buChar char="n"/>
              <a:defRPr/>
            </a:pPr>
            <a:r>
              <a:rPr lang="en-US" sz="1800" dirty="0"/>
              <a:t>If out of order, </a:t>
            </a:r>
            <a:r>
              <a:rPr lang="en-US" sz="1800" dirty="0">
                <a:solidFill>
                  <a:srgbClr val="FF0000"/>
                </a:solidFill>
              </a:rPr>
              <a:t>exchange</a:t>
            </a:r>
            <a:r>
              <a:rPr lang="en-US" sz="1800" dirty="0"/>
              <a:t> them to put in order</a:t>
            </a:r>
          </a:p>
          <a:p>
            <a:pPr lvl="1">
              <a:buFont typeface="Wingdings" charset="0"/>
              <a:buChar char="n"/>
              <a:defRPr/>
            </a:pPr>
            <a:r>
              <a:rPr lang="en-US" sz="2000" dirty="0"/>
              <a:t>Move down one element, compare 2</a:t>
            </a:r>
            <a:r>
              <a:rPr lang="en-US" sz="2000" baseline="30000" dirty="0"/>
              <a:t>nd</a:t>
            </a:r>
            <a:r>
              <a:rPr lang="en-US" sz="2000" dirty="0"/>
              <a:t> and 3</a:t>
            </a:r>
            <a:r>
              <a:rPr lang="en-US" sz="2000" baseline="30000" dirty="0"/>
              <a:t>rd </a:t>
            </a:r>
            <a:r>
              <a:rPr lang="en-US" sz="2000" dirty="0"/>
              <a:t>elements</a:t>
            </a:r>
            <a:r>
              <a:rPr lang="en-US" sz="2000" dirty="0">
                <a:solidFill>
                  <a:srgbClr val="FF0000"/>
                </a:solidFill>
              </a:rPr>
              <a:t>, exchange if necessary</a:t>
            </a:r>
            <a:r>
              <a:rPr lang="en-US" sz="2000" dirty="0"/>
              <a:t>.  </a:t>
            </a:r>
            <a:r>
              <a:rPr lang="en-US" sz="2000" u="sng" dirty="0"/>
              <a:t>Continue until end of array.</a:t>
            </a:r>
          </a:p>
          <a:p>
            <a:pPr lvl="1">
              <a:buFont typeface="Wingdings" charset="0"/>
              <a:buChar char="n"/>
              <a:defRPr/>
            </a:pPr>
            <a:r>
              <a:rPr lang="en-US" sz="2000" dirty="0">
                <a:solidFill>
                  <a:srgbClr val="FF0000"/>
                </a:solidFill>
              </a:rPr>
              <a:t>Pass through</a:t>
            </a:r>
            <a:r>
              <a:rPr lang="en-US" sz="2000" dirty="0"/>
              <a:t> array again, exchanging as necessary</a:t>
            </a:r>
          </a:p>
          <a:p>
            <a:pPr lvl="1">
              <a:buFont typeface="Wingdings" charset="0"/>
              <a:buChar char="n"/>
              <a:defRPr/>
            </a:pPr>
            <a:r>
              <a:rPr lang="en-US" sz="2000" dirty="0">
                <a:solidFill>
                  <a:srgbClr val="FF0000"/>
                </a:solidFill>
              </a:rPr>
              <a:t>Repeat </a:t>
            </a:r>
            <a:r>
              <a:rPr lang="en-US" sz="2000" dirty="0"/>
              <a:t>until pass made with </a:t>
            </a:r>
            <a:r>
              <a:rPr lang="en-US" sz="2000" dirty="0">
                <a:solidFill>
                  <a:srgbClr val="FF0000"/>
                </a:solidFill>
              </a:rPr>
              <a:t>no exchanges.</a:t>
            </a:r>
          </a:p>
        </p:txBody>
      </p:sp>
    </p:spTree>
    <p:extLst>
      <p:ext uri="{BB962C8B-B14F-4D97-AF65-F5344CB8AC3E}">
        <p14:creationId xmlns:p14="http://schemas.microsoft.com/office/powerpoint/2010/main" val="1912258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FBE6ED29-EE37-4360-9FDB-9BD674374D5C}"/>
              </a:ext>
            </a:extLst>
          </p:cNvPr>
          <p:cNvSpPr txBox="1">
            <a:spLocks/>
          </p:cNvSpPr>
          <p:nvPr/>
        </p:nvSpPr>
        <p:spPr>
          <a:xfrm>
            <a:off x="335494" y="52014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u="sng" dirty="0">
                <a:solidFill>
                  <a:schemeClr val="tx1"/>
                </a:solidFill>
              </a:rPr>
              <a:t>Bubble Sort [Algorithm]</a:t>
            </a:r>
          </a:p>
          <a:p>
            <a:pPr marL="0" indent="0">
              <a:buNone/>
            </a:pPr>
            <a:endParaRPr lang="en-US" sz="2600" b="1" u="sng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371A88-B96D-D4AA-A61A-32FDD127E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52" y="1013556"/>
            <a:ext cx="7487219" cy="520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99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95474E3F-A739-4F21-8371-1EF10D485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27332" name="Text Box 4">
            <a:extLst>
              <a:ext uri="{FF2B5EF4-FFF2-40B4-BE49-F238E27FC236}">
                <a16:creationId xmlns:a16="http://schemas.microsoft.com/office/drawing/2014/main" id="{AE5C5081-7AE7-4392-88CE-198470925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27333" name="Text Box 5">
            <a:extLst>
              <a:ext uri="{FF2B5EF4-FFF2-40B4-BE49-F238E27FC236}">
                <a16:creationId xmlns:a16="http://schemas.microsoft.com/office/drawing/2014/main" id="{EF6DD36E-69F7-4B5B-88A8-114D0EA27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27334" name="Text Box 6">
            <a:extLst>
              <a:ext uri="{FF2B5EF4-FFF2-40B4-BE49-F238E27FC236}">
                <a16:creationId xmlns:a16="http://schemas.microsoft.com/office/drawing/2014/main" id="{CFB21540-0992-4276-999F-481BEEB63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27335" name="Text Box 7">
            <a:extLst>
              <a:ext uri="{FF2B5EF4-FFF2-40B4-BE49-F238E27FC236}">
                <a16:creationId xmlns:a16="http://schemas.microsoft.com/office/drawing/2014/main" id="{058A954A-1BB1-45D7-845F-C69C5C247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27336" name="Text Box 8">
            <a:extLst>
              <a:ext uri="{FF2B5EF4-FFF2-40B4-BE49-F238E27FC236}">
                <a16:creationId xmlns:a16="http://schemas.microsoft.com/office/drawing/2014/main" id="{CD83A76D-434A-41A0-9158-887809DAC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27337" name="Text Box 9">
            <a:extLst>
              <a:ext uri="{FF2B5EF4-FFF2-40B4-BE49-F238E27FC236}">
                <a16:creationId xmlns:a16="http://schemas.microsoft.com/office/drawing/2014/main" id="{D498D1DD-BACB-404D-947F-C1AC7A18F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27338" name="Text Box 10">
            <a:extLst>
              <a:ext uri="{FF2B5EF4-FFF2-40B4-BE49-F238E27FC236}">
                <a16:creationId xmlns:a16="http://schemas.microsoft.com/office/drawing/2014/main" id="{3B558C66-4E6C-4B78-8EDA-5F0584532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 dirty="0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27339" name="Text Box 11">
            <a:extLst>
              <a:ext uri="{FF2B5EF4-FFF2-40B4-BE49-F238E27FC236}">
                <a16:creationId xmlns:a16="http://schemas.microsoft.com/office/drawing/2014/main" id="{9822EB05-D7C2-4788-B2BF-640113F32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27340" name="Text Box 12">
            <a:extLst>
              <a:ext uri="{FF2B5EF4-FFF2-40B4-BE49-F238E27FC236}">
                <a16:creationId xmlns:a16="http://schemas.microsoft.com/office/drawing/2014/main" id="{E9A460C0-F5D2-4AD5-9685-4C59AC1BF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B98D2272-C66F-CFBC-323F-E8BBE37CB45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38613"/>
            <a:ext cx="590550" cy="446087"/>
            <a:chOff x="1760" y="2424"/>
            <a:chExt cx="372" cy="502"/>
          </a:xfrm>
        </p:grpSpPr>
        <p:sp>
          <p:nvSpPr>
            <p:cNvPr id="3" name="Line 19">
              <a:extLst>
                <a:ext uri="{FF2B5EF4-FFF2-40B4-BE49-F238E27FC236}">
                  <a16:creationId xmlns:a16="http://schemas.microsoft.com/office/drawing/2014/main" id="{3FBE125F-83BC-1BF6-B974-B86CB27A36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Line 20">
              <a:extLst>
                <a:ext uri="{FF2B5EF4-FFF2-40B4-BE49-F238E27FC236}">
                  <a16:creationId xmlns:a16="http://schemas.microsoft.com/office/drawing/2014/main" id="{90358A1C-282E-3099-B86D-0E2B479930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Line 21">
              <a:extLst>
                <a:ext uri="{FF2B5EF4-FFF2-40B4-BE49-F238E27FC236}">
                  <a16:creationId xmlns:a16="http://schemas.microsoft.com/office/drawing/2014/main" id="{053452D0-1AE5-11E3-5CFD-FB8983D06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" name="Text Box 23">
            <a:extLst>
              <a:ext uri="{FF2B5EF4-FFF2-40B4-BE49-F238E27FC236}">
                <a16:creationId xmlns:a16="http://schemas.microsoft.com/office/drawing/2014/main" id="{4D2F54B1-E152-C092-3593-55EAE9916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56D939-18D9-3DAF-5906-DE9906F8E40F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>
            <a:extLst>
              <a:ext uri="{FF2B5EF4-FFF2-40B4-BE49-F238E27FC236}">
                <a16:creationId xmlns:a16="http://schemas.microsoft.com/office/drawing/2014/main" id="{676DDE5C-152B-46D1-829E-05A9F93FD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1427" name="Text Box 3">
            <a:extLst>
              <a:ext uri="{FF2B5EF4-FFF2-40B4-BE49-F238E27FC236}">
                <a16:creationId xmlns:a16="http://schemas.microsoft.com/office/drawing/2014/main" id="{B1CA2578-1D1E-493E-9446-97994EA07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1428" name="Text Box 4">
            <a:extLst>
              <a:ext uri="{FF2B5EF4-FFF2-40B4-BE49-F238E27FC236}">
                <a16:creationId xmlns:a16="http://schemas.microsoft.com/office/drawing/2014/main" id="{EAB0C3E1-952B-4F6C-8987-E05A07B7C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1429" name="Text Box 5">
            <a:extLst>
              <a:ext uri="{FF2B5EF4-FFF2-40B4-BE49-F238E27FC236}">
                <a16:creationId xmlns:a16="http://schemas.microsoft.com/office/drawing/2014/main" id="{2A848938-42BE-4F9B-B07C-EE93DDB51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1430" name="Text Box 6">
            <a:extLst>
              <a:ext uri="{FF2B5EF4-FFF2-40B4-BE49-F238E27FC236}">
                <a16:creationId xmlns:a16="http://schemas.microsoft.com/office/drawing/2014/main" id="{D67519F6-C353-4776-BB01-248C3E1D5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1431" name="Text Box 7">
            <a:extLst>
              <a:ext uri="{FF2B5EF4-FFF2-40B4-BE49-F238E27FC236}">
                <a16:creationId xmlns:a16="http://schemas.microsoft.com/office/drawing/2014/main" id="{7B563BC0-71C7-45AF-90AF-BDD1AE578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1432" name="Text Box 8">
            <a:extLst>
              <a:ext uri="{FF2B5EF4-FFF2-40B4-BE49-F238E27FC236}">
                <a16:creationId xmlns:a16="http://schemas.microsoft.com/office/drawing/2014/main" id="{0B2319CD-0E53-4263-B6D2-5DB99007B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1433" name="Text Box 9">
            <a:extLst>
              <a:ext uri="{FF2B5EF4-FFF2-40B4-BE49-F238E27FC236}">
                <a16:creationId xmlns:a16="http://schemas.microsoft.com/office/drawing/2014/main" id="{F7596EF1-77FB-427C-9E9A-FFB2C7B27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1434" name="Text Box 10">
            <a:extLst>
              <a:ext uri="{FF2B5EF4-FFF2-40B4-BE49-F238E27FC236}">
                <a16:creationId xmlns:a16="http://schemas.microsoft.com/office/drawing/2014/main" id="{1E1964A5-1869-4076-B316-D7964729B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grpSp>
        <p:nvGrpSpPr>
          <p:cNvPr id="231442" name="Group 18">
            <a:extLst>
              <a:ext uri="{FF2B5EF4-FFF2-40B4-BE49-F238E27FC236}">
                <a16:creationId xmlns:a16="http://schemas.microsoft.com/office/drawing/2014/main" id="{36F5F30B-6072-44F7-9E16-88566EB494F8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38613"/>
            <a:ext cx="590550" cy="446087"/>
            <a:chOff x="1760" y="2424"/>
            <a:chExt cx="372" cy="502"/>
          </a:xfrm>
        </p:grpSpPr>
        <p:sp>
          <p:nvSpPr>
            <p:cNvPr id="231443" name="Line 19">
              <a:extLst>
                <a:ext uri="{FF2B5EF4-FFF2-40B4-BE49-F238E27FC236}">
                  <a16:creationId xmlns:a16="http://schemas.microsoft.com/office/drawing/2014/main" id="{C1BAEBA9-623E-48B9-A8C8-967C5E553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444" name="Line 20">
              <a:extLst>
                <a:ext uri="{FF2B5EF4-FFF2-40B4-BE49-F238E27FC236}">
                  <a16:creationId xmlns:a16="http://schemas.microsoft.com/office/drawing/2014/main" id="{C3B41A06-63CB-4752-9383-5A1A236BB4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445" name="Line 21">
              <a:extLst>
                <a:ext uri="{FF2B5EF4-FFF2-40B4-BE49-F238E27FC236}">
                  <a16:creationId xmlns:a16="http://schemas.microsoft.com/office/drawing/2014/main" id="{B98BCA4A-B14F-404F-93D9-737CC295C1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1446" name="Text Box 22">
            <a:extLst>
              <a:ext uri="{FF2B5EF4-FFF2-40B4-BE49-F238E27FC236}">
                <a16:creationId xmlns:a16="http://schemas.microsoft.com/office/drawing/2014/main" id="{28E07035-174D-44E5-8495-067476388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AFB6BB1E-44CF-05E0-72F0-F666C6B96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EB1A5A-A2C5-566D-DC4B-4C55453133AD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>
            <a:extLst>
              <a:ext uri="{FF2B5EF4-FFF2-40B4-BE49-F238E27FC236}">
                <a16:creationId xmlns:a16="http://schemas.microsoft.com/office/drawing/2014/main" id="{C0016FEB-7363-44F1-89FE-970CB6B165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2451" name="Text Box 3">
            <a:extLst>
              <a:ext uri="{FF2B5EF4-FFF2-40B4-BE49-F238E27FC236}">
                <a16:creationId xmlns:a16="http://schemas.microsoft.com/office/drawing/2014/main" id="{874C2A6D-66E7-49C4-B3E9-3E66F4AAF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2452" name="Text Box 4">
            <a:extLst>
              <a:ext uri="{FF2B5EF4-FFF2-40B4-BE49-F238E27FC236}">
                <a16:creationId xmlns:a16="http://schemas.microsoft.com/office/drawing/2014/main" id="{08212544-CD77-426A-B30B-465556AFB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2453" name="Text Box 5">
            <a:extLst>
              <a:ext uri="{FF2B5EF4-FFF2-40B4-BE49-F238E27FC236}">
                <a16:creationId xmlns:a16="http://schemas.microsoft.com/office/drawing/2014/main" id="{E755E334-E6C9-496B-8BAF-9E9FCF5E9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2454" name="Text Box 6">
            <a:extLst>
              <a:ext uri="{FF2B5EF4-FFF2-40B4-BE49-F238E27FC236}">
                <a16:creationId xmlns:a16="http://schemas.microsoft.com/office/drawing/2014/main" id="{4A803037-F39E-47BD-81CA-296AE316F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2455" name="Text Box 7">
            <a:extLst>
              <a:ext uri="{FF2B5EF4-FFF2-40B4-BE49-F238E27FC236}">
                <a16:creationId xmlns:a16="http://schemas.microsoft.com/office/drawing/2014/main" id="{ED711F64-FD29-4AC5-9299-171BC6558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2456" name="Text Box 8">
            <a:extLst>
              <a:ext uri="{FF2B5EF4-FFF2-40B4-BE49-F238E27FC236}">
                <a16:creationId xmlns:a16="http://schemas.microsoft.com/office/drawing/2014/main" id="{9500CCB3-4C34-4E8C-A0C7-74B748A5B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2457" name="Text Box 9">
            <a:extLst>
              <a:ext uri="{FF2B5EF4-FFF2-40B4-BE49-F238E27FC236}">
                <a16:creationId xmlns:a16="http://schemas.microsoft.com/office/drawing/2014/main" id="{7863D6EB-3A9A-407C-9317-B9FCDD703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2458" name="Text Box 10">
            <a:extLst>
              <a:ext uri="{FF2B5EF4-FFF2-40B4-BE49-F238E27FC236}">
                <a16:creationId xmlns:a16="http://schemas.microsoft.com/office/drawing/2014/main" id="{D7D43A95-7C8D-49F6-837E-DCC0B4CE1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grpSp>
        <p:nvGrpSpPr>
          <p:cNvPr id="232466" name="Group 18">
            <a:extLst>
              <a:ext uri="{FF2B5EF4-FFF2-40B4-BE49-F238E27FC236}">
                <a16:creationId xmlns:a16="http://schemas.microsoft.com/office/drawing/2014/main" id="{BB0D807B-77C2-4569-A79F-0D9F2957A5AF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38613"/>
            <a:ext cx="590550" cy="446087"/>
            <a:chOff x="1760" y="2424"/>
            <a:chExt cx="372" cy="502"/>
          </a:xfrm>
        </p:grpSpPr>
        <p:sp>
          <p:nvSpPr>
            <p:cNvPr id="232467" name="Line 19">
              <a:extLst>
                <a:ext uri="{FF2B5EF4-FFF2-40B4-BE49-F238E27FC236}">
                  <a16:creationId xmlns:a16="http://schemas.microsoft.com/office/drawing/2014/main" id="{EE045F50-B327-4831-943A-858479B97A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68" name="Line 20">
              <a:extLst>
                <a:ext uri="{FF2B5EF4-FFF2-40B4-BE49-F238E27FC236}">
                  <a16:creationId xmlns:a16="http://schemas.microsoft.com/office/drawing/2014/main" id="{61BF72BB-2E37-4BBF-B95D-005AFF115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69" name="Line 21">
              <a:extLst>
                <a:ext uri="{FF2B5EF4-FFF2-40B4-BE49-F238E27FC236}">
                  <a16:creationId xmlns:a16="http://schemas.microsoft.com/office/drawing/2014/main" id="{EEE0B6CF-2FDE-4287-9272-E5941AA140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11D59E4C-A558-A325-E439-CB15F3365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 Box 22">
            <a:extLst>
              <a:ext uri="{FF2B5EF4-FFF2-40B4-BE49-F238E27FC236}">
                <a16:creationId xmlns:a16="http://schemas.microsoft.com/office/drawing/2014/main" id="{E3DFD6ED-1606-8DF1-D970-2C64D6A41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92355-242A-A263-9B1D-7461848A7133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>
            <a:extLst>
              <a:ext uri="{FF2B5EF4-FFF2-40B4-BE49-F238E27FC236}">
                <a16:creationId xmlns:a16="http://schemas.microsoft.com/office/drawing/2014/main" id="{004F3C27-1319-49EE-BFD4-B3A795E4CA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5523" name="Text Box 3">
            <a:extLst>
              <a:ext uri="{FF2B5EF4-FFF2-40B4-BE49-F238E27FC236}">
                <a16:creationId xmlns:a16="http://schemas.microsoft.com/office/drawing/2014/main" id="{9DCA3D2C-C41F-4114-9DBD-2521D311C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5524" name="Text Box 4">
            <a:extLst>
              <a:ext uri="{FF2B5EF4-FFF2-40B4-BE49-F238E27FC236}">
                <a16:creationId xmlns:a16="http://schemas.microsoft.com/office/drawing/2014/main" id="{F0FF7362-9482-4C5C-B76F-CCA0F9CF6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5525" name="Text Box 5">
            <a:extLst>
              <a:ext uri="{FF2B5EF4-FFF2-40B4-BE49-F238E27FC236}">
                <a16:creationId xmlns:a16="http://schemas.microsoft.com/office/drawing/2014/main" id="{6BFF319C-D5D1-42A6-9DD8-45F87987D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5526" name="Text Box 6">
            <a:extLst>
              <a:ext uri="{FF2B5EF4-FFF2-40B4-BE49-F238E27FC236}">
                <a16:creationId xmlns:a16="http://schemas.microsoft.com/office/drawing/2014/main" id="{628D3282-75F4-4EC4-A06F-CB6142C0A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5527" name="Text Box 7">
            <a:extLst>
              <a:ext uri="{FF2B5EF4-FFF2-40B4-BE49-F238E27FC236}">
                <a16:creationId xmlns:a16="http://schemas.microsoft.com/office/drawing/2014/main" id="{78874933-E9A3-4982-B03B-A01078F16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5528" name="Text Box 8">
            <a:extLst>
              <a:ext uri="{FF2B5EF4-FFF2-40B4-BE49-F238E27FC236}">
                <a16:creationId xmlns:a16="http://schemas.microsoft.com/office/drawing/2014/main" id="{48D27A60-7783-420D-A1F3-280C3CAC2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5529" name="Text Box 9">
            <a:extLst>
              <a:ext uri="{FF2B5EF4-FFF2-40B4-BE49-F238E27FC236}">
                <a16:creationId xmlns:a16="http://schemas.microsoft.com/office/drawing/2014/main" id="{77C06B3A-EA39-4473-B619-D3E75E549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5530" name="Text Box 10">
            <a:extLst>
              <a:ext uri="{FF2B5EF4-FFF2-40B4-BE49-F238E27FC236}">
                <a16:creationId xmlns:a16="http://schemas.microsoft.com/office/drawing/2014/main" id="{299DC551-604D-42FD-8D0B-C2931790F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grpSp>
        <p:nvGrpSpPr>
          <p:cNvPr id="235538" name="Group 18">
            <a:extLst>
              <a:ext uri="{FF2B5EF4-FFF2-40B4-BE49-F238E27FC236}">
                <a16:creationId xmlns:a16="http://schemas.microsoft.com/office/drawing/2014/main" id="{9F89648E-3DA7-4124-8DB1-156D045A010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38613"/>
            <a:ext cx="590550" cy="446087"/>
            <a:chOff x="1760" y="2424"/>
            <a:chExt cx="372" cy="502"/>
          </a:xfrm>
        </p:grpSpPr>
        <p:sp>
          <p:nvSpPr>
            <p:cNvPr id="235539" name="Line 19">
              <a:extLst>
                <a:ext uri="{FF2B5EF4-FFF2-40B4-BE49-F238E27FC236}">
                  <a16:creationId xmlns:a16="http://schemas.microsoft.com/office/drawing/2014/main" id="{08481A4A-9F17-422A-ACCB-773286E682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540" name="Line 20">
              <a:extLst>
                <a:ext uri="{FF2B5EF4-FFF2-40B4-BE49-F238E27FC236}">
                  <a16:creationId xmlns:a16="http://schemas.microsoft.com/office/drawing/2014/main" id="{476790A6-CCBF-4761-8B4B-FFF8C7C65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541" name="Line 21">
              <a:extLst>
                <a:ext uri="{FF2B5EF4-FFF2-40B4-BE49-F238E27FC236}">
                  <a16:creationId xmlns:a16="http://schemas.microsoft.com/office/drawing/2014/main" id="{09CD505B-60D9-4622-B421-FB62E0CB54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5542" name="Text Box 22">
            <a:extLst>
              <a:ext uri="{FF2B5EF4-FFF2-40B4-BE49-F238E27FC236}">
                <a16:creationId xmlns:a16="http://schemas.microsoft.com/office/drawing/2014/main" id="{8809B6C9-1C51-443C-8C8E-85A090412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824075BF-D313-93D9-83D2-2F57A18BA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F229A4-B745-97D1-A6A5-B37D4EFB6AB3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12BB0F15-1C86-477A-8DC5-7E13B19984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6547" name="Text Box 3">
            <a:extLst>
              <a:ext uri="{FF2B5EF4-FFF2-40B4-BE49-F238E27FC236}">
                <a16:creationId xmlns:a16="http://schemas.microsoft.com/office/drawing/2014/main" id="{DA6040C5-5C76-42AB-8CF6-57967CFF6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6548" name="Text Box 4">
            <a:extLst>
              <a:ext uri="{FF2B5EF4-FFF2-40B4-BE49-F238E27FC236}">
                <a16:creationId xmlns:a16="http://schemas.microsoft.com/office/drawing/2014/main" id="{130A480D-1B25-4528-95BE-05B508BA7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6549" name="Text Box 5">
            <a:extLst>
              <a:ext uri="{FF2B5EF4-FFF2-40B4-BE49-F238E27FC236}">
                <a16:creationId xmlns:a16="http://schemas.microsoft.com/office/drawing/2014/main" id="{1734D346-342C-42A1-B634-85C9604ED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6550" name="Text Box 6">
            <a:extLst>
              <a:ext uri="{FF2B5EF4-FFF2-40B4-BE49-F238E27FC236}">
                <a16:creationId xmlns:a16="http://schemas.microsoft.com/office/drawing/2014/main" id="{C80A447F-F65C-4600-AF08-043B07D16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6551" name="Text Box 7">
            <a:extLst>
              <a:ext uri="{FF2B5EF4-FFF2-40B4-BE49-F238E27FC236}">
                <a16:creationId xmlns:a16="http://schemas.microsoft.com/office/drawing/2014/main" id="{07CC09C9-2FFA-41B7-8285-1A03AB2C1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6552" name="Text Box 8">
            <a:extLst>
              <a:ext uri="{FF2B5EF4-FFF2-40B4-BE49-F238E27FC236}">
                <a16:creationId xmlns:a16="http://schemas.microsoft.com/office/drawing/2014/main" id="{D9B5D090-0552-4C6E-B7BC-AF9F3511F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6553" name="Text Box 9">
            <a:extLst>
              <a:ext uri="{FF2B5EF4-FFF2-40B4-BE49-F238E27FC236}">
                <a16:creationId xmlns:a16="http://schemas.microsoft.com/office/drawing/2014/main" id="{7ACC45A3-E05C-4F24-8069-2B7E3AFE3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6554" name="Text Box 10">
            <a:extLst>
              <a:ext uri="{FF2B5EF4-FFF2-40B4-BE49-F238E27FC236}">
                <a16:creationId xmlns:a16="http://schemas.microsoft.com/office/drawing/2014/main" id="{BF4EB456-12BA-400C-BF7A-9ADE57633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grpSp>
        <p:nvGrpSpPr>
          <p:cNvPr id="236562" name="Group 18">
            <a:extLst>
              <a:ext uri="{FF2B5EF4-FFF2-40B4-BE49-F238E27FC236}">
                <a16:creationId xmlns:a16="http://schemas.microsoft.com/office/drawing/2014/main" id="{E6A935D7-CAB5-42DA-B2D0-C4A5650062C7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19463" y="4138613"/>
            <a:ext cx="590550" cy="446087"/>
            <a:chOff x="1760" y="2424"/>
            <a:chExt cx="372" cy="502"/>
          </a:xfrm>
        </p:grpSpPr>
        <p:sp>
          <p:nvSpPr>
            <p:cNvPr id="236563" name="Line 19">
              <a:extLst>
                <a:ext uri="{FF2B5EF4-FFF2-40B4-BE49-F238E27FC236}">
                  <a16:creationId xmlns:a16="http://schemas.microsoft.com/office/drawing/2014/main" id="{9EC26FE6-A822-493F-9F4C-C96D31822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64" name="Line 20">
              <a:extLst>
                <a:ext uri="{FF2B5EF4-FFF2-40B4-BE49-F238E27FC236}">
                  <a16:creationId xmlns:a16="http://schemas.microsoft.com/office/drawing/2014/main" id="{12A32E14-C53E-49EE-BEBC-9EB0C555DA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65" name="Line 21">
              <a:extLst>
                <a:ext uri="{FF2B5EF4-FFF2-40B4-BE49-F238E27FC236}">
                  <a16:creationId xmlns:a16="http://schemas.microsoft.com/office/drawing/2014/main" id="{4FCADA65-40DD-44DF-8269-978E6F6A2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FCEBF6CD-7E90-33CB-1C52-7A03720E0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 Box 22">
            <a:extLst>
              <a:ext uri="{FF2B5EF4-FFF2-40B4-BE49-F238E27FC236}">
                <a16:creationId xmlns:a16="http://schemas.microsoft.com/office/drawing/2014/main" id="{E4F2B688-5C79-5F8A-8CF6-B6F2A592C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56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396A-B079-B9E5-917E-EEBF86B58262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>
            <a:extLst>
              <a:ext uri="{FF2B5EF4-FFF2-40B4-BE49-F238E27FC236}">
                <a16:creationId xmlns:a16="http://schemas.microsoft.com/office/drawing/2014/main" id="{2EFC343D-D068-414E-A113-CEEDF11F51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8595" name="Text Box 3">
            <a:extLst>
              <a:ext uri="{FF2B5EF4-FFF2-40B4-BE49-F238E27FC236}">
                <a16:creationId xmlns:a16="http://schemas.microsoft.com/office/drawing/2014/main" id="{B20E4DCD-7CA7-46E6-AE7E-20FAE4828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8596" name="Text Box 4">
            <a:extLst>
              <a:ext uri="{FF2B5EF4-FFF2-40B4-BE49-F238E27FC236}">
                <a16:creationId xmlns:a16="http://schemas.microsoft.com/office/drawing/2014/main" id="{F39D2EEC-E9FF-4E24-B761-27AE86E33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8597" name="Text Box 5">
            <a:extLst>
              <a:ext uri="{FF2B5EF4-FFF2-40B4-BE49-F238E27FC236}">
                <a16:creationId xmlns:a16="http://schemas.microsoft.com/office/drawing/2014/main" id="{8A2AB869-3CDF-4E65-8199-851422F83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8598" name="Text Box 6">
            <a:extLst>
              <a:ext uri="{FF2B5EF4-FFF2-40B4-BE49-F238E27FC236}">
                <a16:creationId xmlns:a16="http://schemas.microsoft.com/office/drawing/2014/main" id="{37CC492A-11B9-47A9-85C0-4980E95F1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8599" name="Text Box 7">
            <a:extLst>
              <a:ext uri="{FF2B5EF4-FFF2-40B4-BE49-F238E27FC236}">
                <a16:creationId xmlns:a16="http://schemas.microsoft.com/office/drawing/2014/main" id="{68B881EE-66B9-4884-8663-7C9F2F5B1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8600" name="Text Box 8">
            <a:extLst>
              <a:ext uri="{FF2B5EF4-FFF2-40B4-BE49-F238E27FC236}">
                <a16:creationId xmlns:a16="http://schemas.microsoft.com/office/drawing/2014/main" id="{5FB66DF4-68CB-4C87-9333-B28DC51BE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8601" name="Text Box 9">
            <a:extLst>
              <a:ext uri="{FF2B5EF4-FFF2-40B4-BE49-F238E27FC236}">
                <a16:creationId xmlns:a16="http://schemas.microsoft.com/office/drawing/2014/main" id="{DEEE2198-E22B-4CE1-8201-752AFE049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8602" name="Text Box 10">
            <a:extLst>
              <a:ext uri="{FF2B5EF4-FFF2-40B4-BE49-F238E27FC236}">
                <a16:creationId xmlns:a16="http://schemas.microsoft.com/office/drawing/2014/main" id="{3C75FE57-543C-4CC4-B342-49DA9685F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grpSp>
        <p:nvGrpSpPr>
          <p:cNvPr id="238610" name="Group 18">
            <a:extLst>
              <a:ext uri="{FF2B5EF4-FFF2-40B4-BE49-F238E27FC236}">
                <a16:creationId xmlns:a16="http://schemas.microsoft.com/office/drawing/2014/main" id="{72C2F6CA-727F-4177-B554-1B8CE59BC533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19463" y="4138613"/>
            <a:ext cx="590550" cy="446087"/>
            <a:chOff x="1760" y="2424"/>
            <a:chExt cx="372" cy="502"/>
          </a:xfrm>
        </p:grpSpPr>
        <p:sp>
          <p:nvSpPr>
            <p:cNvPr id="238611" name="Line 19">
              <a:extLst>
                <a:ext uri="{FF2B5EF4-FFF2-40B4-BE49-F238E27FC236}">
                  <a16:creationId xmlns:a16="http://schemas.microsoft.com/office/drawing/2014/main" id="{911DDB29-7C2D-4F64-BB46-B4E30A774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8612" name="Line 20">
              <a:extLst>
                <a:ext uri="{FF2B5EF4-FFF2-40B4-BE49-F238E27FC236}">
                  <a16:creationId xmlns:a16="http://schemas.microsoft.com/office/drawing/2014/main" id="{14E12E64-5821-43A2-97DE-09F4C52BF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8613" name="Line 21">
              <a:extLst>
                <a:ext uri="{FF2B5EF4-FFF2-40B4-BE49-F238E27FC236}">
                  <a16:creationId xmlns:a16="http://schemas.microsoft.com/office/drawing/2014/main" id="{83FAD28D-29FB-4BF5-888B-27F3D61C1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8614" name="Text Box 22">
            <a:extLst>
              <a:ext uri="{FF2B5EF4-FFF2-40B4-BE49-F238E27FC236}">
                <a16:creationId xmlns:a16="http://schemas.microsoft.com/office/drawing/2014/main" id="{33698DE2-5C78-46BE-987E-0B4ACAB1A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56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57C55678-745E-E891-7459-C72CC98D7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89100F-F4D1-BB59-3B34-4DD3F8B79E78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>
            <a:extLst>
              <a:ext uri="{FF2B5EF4-FFF2-40B4-BE49-F238E27FC236}">
                <a16:creationId xmlns:a16="http://schemas.microsoft.com/office/drawing/2014/main" id="{C1B125A7-CC78-4A32-B0AF-2F39727085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9619" name="Text Box 3">
            <a:extLst>
              <a:ext uri="{FF2B5EF4-FFF2-40B4-BE49-F238E27FC236}">
                <a16:creationId xmlns:a16="http://schemas.microsoft.com/office/drawing/2014/main" id="{50DD2102-2114-4706-A970-40FA35EEA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9620" name="Text Box 4">
            <a:extLst>
              <a:ext uri="{FF2B5EF4-FFF2-40B4-BE49-F238E27FC236}">
                <a16:creationId xmlns:a16="http://schemas.microsoft.com/office/drawing/2014/main" id="{BFD8CF1D-D3CE-4A41-863D-1108F3A13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9621" name="Text Box 5">
            <a:extLst>
              <a:ext uri="{FF2B5EF4-FFF2-40B4-BE49-F238E27FC236}">
                <a16:creationId xmlns:a16="http://schemas.microsoft.com/office/drawing/2014/main" id="{2E726D7B-1E47-420D-8F59-BFC96157D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9622" name="Text Box 6">
            <a:extLst>
              <a:ext uri="{FF2B5EF4-FFF2-40B4-BE49-F238E27FC236}">
                <a16:creationId xmlns:a16="http://schemas.microsoft.com/office/drawing/2014/main" id="{9425ECE6-EEE6-43DD-AD8D-C983E397D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9623" name="Text Box 7">
            <a:extLst>
              <a:ext uri="{FF2B5EF4-FFF2-40B4-BE49-F238E27FC236}">
                <a16:creationId xmlns:a16="http://schemas.microsoft.com/office/drawing/2014/main" id="{85A8A584-C15E-4BE0-AE0C-59D6CE910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9624" name="Text Box 8">
            <a:extLst>
              <a:ext uri="{FF2B5EF4-FFF2-40B4-BE49-F238E27FC236}">
                <a16:creationId xmlns:a16="http://schemas.microsoft.com/office/drawing/2014/main" id="{44C8D2A6-759B-4303-89FD-C2883A3F0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9625" name="Text Box 9">
            <a:extLst>
              <a:ext uri="{FF2B5EF4-FFF2-40B4-BE49-F238E27FC236}">
                <a16:creationId xmlns:a16="http://schemas.microsoft.com/office/drawing/2014/main" id="{120D57C7-EEA1-41BF-B7F2-ADF8A4E04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9626" name="Text Box 10">
            <a:extLst>
              <a:ext uri="{FF2B5EF4-FFF2-40B4-BE49-F238E27FC236}">
                <a16:creationId xmlns:a16="http://schemas.microsoft.com/office/drawing/2014/main" id="{43727FF6-5FD8-4D5C-897E-3782D5749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grpSp>
        <p:nvGrpSpPr>
          <p:cNvPr id="239634" name="Group 18">
            <a:extLst>
              <a:ext uri="{FF2B5EF4-FFF2-40B4-BE49-F238E27FC236}">
                <a16:creationId xmlns:a16="http://schemas.microsoft.com/office/drawing/2014/main" id="{2ACB6732-E183-4C48-B622-BFD155304D84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05250" y="4138613"/>
            <a:ext cx="590550" cy="446087"/>
            <a:chOff x="1760" y="2424"/>
            <a:chExt cx="372" cy="502"/>
          </a:xfrm>
        </p:grpSpPr>
        <p:sp>
          <p:nvSpPr>
            <p:cNvPr id="239635" name="Line 19">
              <a:extLst>
                <a:ext uri="{FF2B5EF4-FFF2-40B4-BE49-F238E27FC236}">
                  <a16:creationId xmlns:a16="http://schemas.microsoft.com/office/drawing/2014/main" id="{EC42A135-00CB-40B7-8BD9-224951229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636" name="Line 20">
              <a:extLst>
                <a:ext uri="{FF2B5EF4-FFF2-40B4-BE49-F238E27FC236}">
                  <a16:creationId xmlns:a16="http://schemas.microsoft.com/office/drawing/2014/main" id="{67B0D832-6814-41E2-993E-1B75E1BB7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637" name="Line 21">
              <a:extLst>
                <a:ext uri="{FF2B5EF4-FFF2-40B4-BE49-F238E27FC236}">
                  <a16:creationId xmlns:a16="http://schemas.microsoft.com/office/drawing/2014/main" id="{FFD83B29-1093-41DD-98E9-FC0A98484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BB75FBF0-E3C8-3730-3C9F-B7E1FED41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 Box 22">
            <a:extLst>
              <a:ext uri="{FF2B5EF4-FFF2-40B4-BE49-F238E27FC236}">
                <a16:creationId xmlns:a16="http://schemas.microsoft.com/office/drawing/2014/main" id="{4A1EBCAF-5754-713C-78BE-05060B259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38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EE4D7-B547-BFA8-9527-3038E0A75878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DA57C38F-235A-4845-B47D-6B3FC90024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1667" name="Text Box 3">
            <a:extLst>
              <a:ext uri="{FF2B5EF4-FFF2-40B4-BE49-F238E27FC236}">
                <a16:creationId xmlns:a16="http://schemas.microsoft.com/office/drawing/2014/main" id="{1F632D7B-ED51-4A03-AA33-AD995FF90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1668" name="Text Box 4">
            <a:extLst>
              <a:ext uri="{FF2B5EF4-FFF2-40B4-BE49-F238E27FC236}">
                <a16:creationId xmlns:a16="http://schemas.microsoft.com/office/drawing/2014/main" id="{95D26DE2-C162-40D2-949C-AFE23317F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1669" name="Text Box 5">
            <a:extLst>
              <a:ext uri="{FF2B5EF4-FFF2-40B4-BE49-F238E27FC236}">
                <a16:creationId xmlns:a16="http://schemas.microsoft.com/office/drawing/2014/main" id="{BD3937EB-7A69-4B9A-9327-D48D58568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1670" name="Text Box 6">
            <a:extLst>
              <a:ext uri="{FF2B5EF4-FFF2-40B4-BE49-F238E27FC236}">
                <a16:creationId xmlns:a16="http://schemas.microsoft.com/office/drawing/2014/main" id="{72B84F39-0495-4182-AB02-050E7F3B4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1671" name="Text Box 7">
            <a:extLst>
              <a:ext uri="{FF2B5EF4-FFF2-40B4-BE49-F238E27FC236}">
                <a16:creationId xmlns:a16="http://schemas.microsoft.com/office/drawing/2014/main" id="{8D2F0011-D3FA-485F-AA4D-5AD9A5CC2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1672" name="Text Box 8">
            <a:extLst>
              <a:ext uri="{FF2B5EF4-FFF2-40B4-BE49-F238E27FC236}">
                <a16:creationId xmlns:a16="http://schemas.microsoft.com/office/drawing/2014/main" id="{F0D07722-F19D-47F7-89AF-96DB230A4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1673" name="Text Box 9">
            <a:extLst>
              <a:ext uri="{FF2B5EF4-FFF2-40B4-BE49-F238E27FC236}">
                <a16:creationId xmlns:a16="http://schemas.microsoft.com/office/drawing/2014/main" id="{5E2C0D94-194A-4270-B194-9A5D13CF7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1674" name="Text Box 10">
            <a:extLst>
              <a:ext uri="{FF2B5EF4-FFF2-40B4-BE49-F238E27FC236}">
                <a16:creationId xmlns:a16="http://schemas.microsoft.com/office/drawing/2014/main" id="{306550F2-2D51-49CF-AC85-E8E769D1E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grpSp>
        <p:nvGrpSpPr>
          <p:cNvPr id="241682" name="Group 18">
            <a:extLst>
              <a:ext uri="{FF2B5EF4-FFF2-40B4-BE49-F238E27FC236}">
                <a16:creationId xmlns:a16="http://schemas.microsoft.com/office/drawing/2014/main" id="{BB344072-8EE8-4223-AF91-0D6AFE1F11F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05250" y="4138613"/>
            <a:ext cx="590550" cy="446087"/>
            <a:chOff x="1760" y="2424"/>
            <a:chExt cx="372" cy="502"/>
          </a:xfrm>
        </p:grpSpPr>
        <p:sp>
          <p:nvSpPr>
            <p:cNvPr id="241683" name="Line 19">
              <a:extLst>
                <a:ext uri="{FF2B5EF4-FFF2-40B4-BE49-F238E27FC236}">
                  <a16:creationId xmlns:a16="http://schemas.microsoft.com/office/drawing/2014/main" id="{E7DF7DFC-A6A2-4374-8DDD-F9C2EBCEA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1684" name="Line 20">
              <a:extLst>
                <a:ext uri="{FF2B5EF4-FFF2-40B4-BE49-F238E27FC236}">
                  <a16:creationId xmlns:a16="http://schemas.microsoft.com/office/drawing/2014/main" id="{7D0CE97E-0938-4D4C-8CDA-526FC9B6BF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1685" name="Line 21">
              <a:extLst>
                <a:ext uri="{FF2B5EF4-FFF2-40B4-BE49-F238E27FC236}">
                  <a16:creationId xmlns:a16="http://schemas.microsoft.com/office/drawing/2014/main" id="{8D575327-5AEC-4BF8-9106-3400707F76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1686" name="Text Box 22">
            <a:extLst>
              <a:ext uri="{FF2B5EF4-FFF2-40B4-BE49-F238E27FC236}">
                <a16:creationId xmlns:a16="http://schemas.microsoft.com/office/drawing/2014/main" id="{D1BC6A6C-194B-4D94-B30F-EB88F4475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38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5B487CCC-7197-A659-0841-8413FA9CC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E54037-A56B-C020-6C6E-76688473445B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>
            <a:extLst>
              <a:ext uri="{FF2B5EF4-FFF2-40B4-BE49-F238E27FC236}">
                <a16:creationId xmlns:a16="http://schemas.microsoft.com/office/drawing/2014/main" id="{0B0A4E98-DA18-45F1-B105-829E4148A6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2691" name="Text Box 3">
            <a:extLst>
              <a:ext uri="{FF2B5EF4-FFF2-40B4-BE49-F238E27FC236}">
                <a16:creationId xmlns:a16="http://schemas.microsoft.com/office/drawing/2014/main" id="{D1E37BAA-2CB9-4835-839C-FF7F2AFD2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2692" name="Text Box 4">
            <a:extLst>
              <a:ext uri="{FF2B5EF4-FFF2-40B4-BE49-F238E27FC236}">
                <a16:creationId xmlns:a16="http://schemas.microsoft.com/office/drawing/2014/main" id="{E4B00699-6E18-4017-9CFA-EA6645362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2693" name="Text Box 5">
            <a:extLst>
              <a:ext uri="{FF2B5EF4-FFF2-40B4-BE49-F238E27FC236}">
                <a16:creationId xmlns:a16="http://schemas.microsoft.com/office/drawing/2014/main" id="{010FEB1A-7DA4-4949-B4FB-51AC159D1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2694" name="Text Box 6">
            <a:extLst>
              <a:ext uri="{FF2B5EF4-FFF2-40B4-BE49-F238E27FC236}">
                <a16:creationId xmlns:a16="http://schemas.microsoft.com/office/drawing/2014/main" id="{A3B96AF0-43C4-4331-A988-C6D26EBE0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2695" name="Text Box 7">
            <a:extLst>
              <a:ext uri="{FF2B5EF4-FFF2-40B4-BE49-F238E27FC236}">
                <a16:creationId xmlns:a16="http://schemas.microsoft.com/office/drawing/2014/main" id="{D66AEA6A-1851-4A3E-BB05-1C2B26F42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2696" name="Text Box 8">
            <a:extLst>
              <a:ext uri="{FF2B5EF4-FFF2-40B4-BE49-F238E27FC236}">
                <a16:creationId xmlns:a16="http://schemas.microsoft.com/office/drawing/2014/main" id="{7FF294DB-470B-485D-863D-4B30C368F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2697" name="Text Box 9">
            <a:extLst>
              <a:ext uri="{FF2B5EF4-FFF2-40B4-BE49-F238E27FC236}">
                <a16:creationId xmlns:a16="http://schemas.microsoft.com/office/drawing/2014/main" id="{564EC6C1-048F-435B-9584-8FEE4F528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2698" name="Text Box 10">
            <a:extLst>
              <a:ext uri="{FF2B5EF4-FFF2-40B4-BE49-F238E27FC236}">
                <a16:creationId xmlns:a16="http://schemas.microsoft.com/office/drawing/2014/main" id="{69690637-88BD-4AC8-865D-F0368398E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grpSp>
        <p:nvGrpSpPr>
          <p:cNvPr id="242706" name="Group 18">
            <a:extLst>
              <a:ext uri="{FF2B5EF4-FFF2-40B4-BE49-F238E27FC236}">
                <a16:creationId xmlns:a16="http://schemas.microsoft.com/office/drawing/2014/main" id="{46530230-60B5-4928-9BA0-4002A44B54F9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492625" y="4138613"/>
            <a:ext cx="590550" cy="446087"/>
            <a:chOff x="1760" y="2424"/>
            <a:chExt cx="372" cy="502"/>
          </a:xfrm>
        </p:grpSpPr>
        <p:sp>
          <p:nvSpPr>
            <p:cNvPr id="242707" name="Line 19">
              <a:extLst>
                <a:ext uri="{FF2B5EF4-FFF2-40B4-BE49-F238E27FC236}">
                  <a16:creationId xmlns:a16="http://schemas.microsoft.com/office/drawing/2014/main" id="{1006DD65-4400-4F84-8D7F-0EBFD49AA3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708" name="Line 20">
              <a:extLst>
                <a:ext uri="{FF2B5EF4-FFF2-40B4-BE49-F238E27FC236}">
                  <a16:creationId xmlns:a16="http://schemas.microsoft.com/office/drawing/2014/main" id="{4C8B2231-0D06-4F83-8882-D97C54067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709" name="Line 21">
              <a:extLst>
                <a:ext uri="{FF2B5EF4-FFF2-40B4-BE49-F238E27FC236}">
                  <a16:creationId xmlns:a16="http://schemas.microsoft.com/office/drawing/2014/main" id="{2CC12FE0-8AFD-4757-BE42-49C2B16284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BF093B19-0EB5-3B96-2330-23F2DDB6D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 Box 22">
            <a:extLst>
              <a:ext uri="{FF2B5EF4-FFF2-40B4-BE49-F238E27FC236}">
                <a16:creationId xmlns:a16="http://schemas.microsoft.com/office/drawing/2014/main" id="{B63195D6-003D-7BD8-F877-55993100C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8FCD1F-06D4-1094-1988-7240A64C51FB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>
            <a:extLst>
              <a:ext uri="{FF2B5EF4-FFF2-40B4-BE49-F238E27FC236}">
                <a16:creationId xmlns:a16="http://schemas.microsoft.com/office/drawing/2014/main" id="{054748BB-6E7E-453D-9FE0-AFA05CCE97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4739" name="Text Box 3">
            <a:extLst>
              <a:ext uri="{FF2B5EF4-FFF2-40B4-BE49-F238E27FC236}">
                <a16:creationId xmlns:a16="http://schemas.microsoft.com/office/drawing/2014/main" id="{16DA2A63-1CDD-4C52-AA85-DC9C50AF3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4740" name="Text Box 4">
            <a:extLst>
              <a:ext uri="{FF2B5EF4-FFF2-40B4-BE49-F238E27FC236}">
                <a16:creationId xmlns:a16="http://schemas.microsoft.com/office/drawing/2014/main" id="{5FAD4210-1585-4CC4-98F2-88538EC02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4741" name="Text Box 5">
            <a:extLst>
              <a:ext uri="{FF2B5EF4-FFF2-40B4-BE49-F238E27FC236}">
                <a16:creationId xmlns:a16="http://schemas.microsoft.com/office/drawing/2014/main" id="{2E73C171-C072-4F7A-86CA-E0502CD29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4742" name="Text Box 6">
            <a:extLst>
              <a:ext uri="{FF2B5EF4-FFF2-40B4-BE49-F238E27FC236}">
                <a16:creationId xmlns:a16="http://schemas.microsoft.com/office/drawing/2014/main" id="{F9B5E95D-B0AA-463C-9E8D-7C5B46E6D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4743" name="Text Box 7">
            <a:extLst>
              <a:ext uri="{FF2B5EF4-FFF2-40B4-BE49-F238E27FC236}">
                <a16:creationId xmlns:a16="http://schemas.microsoft.com/office/drawing/2014/main" id="{4CA0E791-1F5A-4D5A-9825-961190E8D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4744" name="Text Box 8">
            <a:extLst>
              <a:ext uri="{FF2B5EF4-FFF2-40B4-BE49-F238E27FC236}">
                <a16:creationId xmlns:a16="http://schemas.microsoft.com/office/drawing/2014/main" id="{1FBF5B2E-A269-44EB-BC84-2162A5E67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4745" name="Text Box 9">
            <a:extLst>
              <a:ext uri="{FF2B5EF4-FFF2-40B4-BE49-F238E27FC236}">
                <a16:creationId xmlns:a16="http://schemas.microsoft.com/office/drawing/2014/main" id="{F9B3D1B3-EC59-463D-B72A-A4B214CE0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4746" name="Text Box 10">
            <a:extLst>
              <a:ext uri="{FF2B5EF4-FFF2-40B4-BE49-F238E27FC236}">
                <a16:creationId xmlns:a16="http://schemas.microsoft.com/office/drawing/2014/main" id="{90EF0E1B-07D8-4963-A0DD-B34499F66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grpSp>
        <p:nvGrpSpPr>
          <p:cNvPr id="244754" name="Group 18">
            <a:extLst>
              <a:ext uri="{FF2B5EF4-FFF2-40B4-BE49-F238E27FC236}">
                <a16:creationId xmlns:a16="http://schemas.microsoft.com/office/drawing/2014/main" id="{55C50203-6293-45E1-9CED-72460BC9CBA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492625" y="4138613"/>
            <a:ext cx="590550" cy="446087"/>
            <a:chOff x="1760" y="2424"/>
            <a:chExt cx="372" cy="502"/>
          </a:xfrm>
        </p:grpSpPr>
        <p:sp>
          <p:nvSpPr>
            <p:cNvPr id="244755" name="Line 19">
              <a:extLst>
                <a:ext uri="{FF2B5EF4-FFF2-40B4-BE49-F238E27FC236}">
                  <a16:creationId xmlns:a16="http://schemas.microsoft.com/office/drawing/2014/main" id="{B552E176-224A-4147-B809-195F481103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4756" name="Line 20">
              <a:extLst>
                <a:ext uri="{FF2B5EF4-FFF2-40B4-BE49-F238E27FC236}">
                  <a16:creationId xmlns:a16="http://schemas.microsoft.com/office/drawing/2014/main" id="{8CB0F25B-AEA2-4EF9-BCC3-7034519667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4757" name="Line 21">
              <a:extLst>
                <a:ext uri="{FF2B5EF4-FFF2-40B4-BE49-F238E27FC236}">
                  <a16:creationId xmlns:a16="http://schemas.microsoft.com/office/drawing/2014/main" id="{3A3A90E2-57E4-4C9E-B127-80405333C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4758" name="Text Box 22">
            <a:extLst>
              <a:ext uri="{FF2B5EF4-FFF2-40B4-BE49-F238E27FC236}">
                <a16:creationId xmlns:a16="http://schemas.microsoft.com/office/drawing/2014/main" id="{AD4BC05A-A32E-4401-8887-BDE11EC1E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54F1D18E-D2A2-2745-270E-84732971C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11EA6-49AE-496C-9E32-93F9ABB3D080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F766FB71-1C74-4F42-BB8A-16B67796FE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5763" name="Text Box 3">
            <a:extLst>
              <a:ext uri="{FF2B5EF4-FFF2-40B4-BE49-F238E27FC236}">
                <a16:creationId xmlns:a16="http://schemas.microsoft.com/office/drawing/2014/main" id="{75D3830A-A56C-4851-B460-1B8317627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5764" name="Text Box 4">
            <a:extLst>
              <a:ext uri="{FF2B5EF4-FFF2-40B4-BE49-F238E27FC236}">
                <a16:creationId xmlns:a16="http://schemas.microsoft.com/office/drawing/2014/main" id="{4ACE8945-0F1B-49BA-A672-5EB7F3857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5765" name="Text Box 5">
            <a:extLst>
              <a:ext uri="{FF2B5EF4-FFF2-40B4-BE49-F238E27FC236}">
                <a16:creationId xmlns:a16="http://schemas.microsoft.com/office/drawing/2014/main" id="{EA9338F1-F411-45EF-91F5-C8320DD7E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5766" name="Text Box 6">
            <a:extLst>
              <a:ext uri="{FF2B5EF4-FFF2-40B4-BE49-F238E27FC236}">
                <a16:creationId xmlns:a16="http://schemas.microsoft.com/office/drawing/2014/main" id="{B7E82F47-DF22-4980-AF58-61C89FBEB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5767" name="Text Box 7">
            <a:extLst>
              <a:ext uri="{FF2B5EF4-FFF2-40B4-BE49-F238E27FC236}">
                <a16:creationId xmlns:a16="http://schemas.microsoft.com/office/drawing/2014/main" id="{58B70C5A-ECE9-4F46-8F06-F63118A4D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5768" name="Text Box 8">
            <a:extLst>
              <a:ext uri="{FF2B5EF4-FFF2-40B4-BE49-F238E27FC236}">
                <a16:creationId xmlns:a16="http://schemas.microsoft.com/office/drawing/2014/main" id="{D77B8A74-403B-47EF-9C4C-6BFA6D4BD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5769" name="Text Box 9">
            <a:extLst>
              <a:ext uri="{FF2B5EF4-FFF2-40B4-BE49-F238E27FC236}">
                <a16:creationId xmlns:a16="http://schemas.microsoft.com/office/drawing/2014/main" id="{CB775498-1904-4343-9924-C8FB24DFD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5770" name="Text Box 10">
            <a:extLst>
              <a:ext uri="{FF2B5EF4-FFF2-40B4-BE49-F238E27FC236}">
                <a16:creationId xmlns:a16="http://schemas.microsoft.com/office/drawing/2014/main" id="{5C910D8B-14C4-4AA9-8626-5E2AB28BB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grpSp>
        <p:nvGrpSpPr>
          <p:cNvPr id="245778" name="Group 18">
            <a:extLst>
              <a:ext uri="{FF2B5EF4-FFF2-40B4-BE49-F238E27FC236}">
                <a16:creationId xmlns:a16="http://schemas.microsoft.com/office/drawing/2014/main" id="{4FD4821C-68EE-4F82-9D41-9350E03052ED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080000" y="4138613"/>
            <a:ext cx="590550" cy="446087"/>
            <a:chOff x="1760" y="2424"/>
            <a:chExt cx="372" cy="502"/>
          </a:xfrm>
        </p:grpSpPr>
        <p:sp>
          <p:nvSpPr>
            <p:cNvPr id="245779" name="Line 19">
              <a:extLst>
                <a:ext uri="{FF2B5EF4-FFF2-40B4-BE49-F238E27FC236}">
                  <a16:creationId xmlns:a16="http://schemas.microsoft.com/office/drawing/2014/main" id="{ABEF2E1B-5C10-4831-B98A-BFBD2A377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780" name="Line 20">
              <a:extLst>
                <a:ext uri="{FF2B5EF4-FFF2-40B4-BE49-F238E27FC236}">
                  <a16:creationId xmlns:a16="http://schemas.microsoft.com/office/drawing/2014/main" id="{3443F1E6-3F21-439E-9C49-73EA094786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781" name="Line 21">
              <a:extLst>
                <a:ext uri="{FF2B5EF4-FFF2-40B4-BE49-F238E27FC236}">
                  <a16:creationId xmlns:a16="http://schemas.microsoft.com/office/drawing/2014/main" id="{37D4F642-4D98-44D8-B84F-C89FB639C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1FFCDBC6-FBB2-148D-A29B-9238D598C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 Box 22">
            <a:extLst>
              <a:ext uri="{FF2B5EF4-FFF2-40B4-BE49-F238E27FC236}">
                <a16:creationId xmlns:a16="http://schemas.microsoft.com/office/drawing/2014/main" id="{AA15EBB5-0C82-7281-007C-2401A1711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5688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9C4AF7-9224-2024-5D9A-DD7FA6BCCB59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A9BA23A4-C61E-4AAE-A337-0377FB2C25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7811" name="Text Box 3">
            <a:extLst>
              <a:ext uri="{FF2B5EF4-FFF2-40B4-BE49-F238E27FC236}">
                <a16:creationId xmlns:a16="http://schemas.microsoft.com/office/drawing/2014/main" id="{4200CEFE-A306-4489-BAB2-BB40B2E4F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7812" name="Text Box 4">
            <a:extLst>
              <a:ext uri="{FF2B5EF4-FFF2-40B4-BE49-F238E27FC236}">
                <a16:creationId xmlns:a16="http://schemas.microsoft.com/office/drawing/2014/main" id="{8DBB16DB-BCE5-4F37-A765-014444CC5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7813" name="Text Box 5">
            <a:extLst>
              <a:ext uri="{FF2B5EF4-FFF2-40B4-BE49-F238E27FC236}">
                <a16:creationId xmlns:a16="http://schemas.microsoft.com/office/drawing/2014/main" id="{5E1A2EC5-EA1D-4A2D-9FFB-D4151F228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7814" name="Text Box 6">
            <a:extLst>
              <a:ext uri="{FF2B5EF4-FFF2-40B4-BE49-F238E27FC236}">
                <a16:creationId xmlns:a16="http://schemas.microsoft.com/office/drawing/2014/main" id="{5A8B7D77-4C8A-4B0A-8567-D087BD716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7815" name="Text Box 7">
            <a:extLst>
              <a:ext uri="{FF2B5EF4-FFF2-40B4-BE49-F238E27FC236}">
                <a16:creationId xmlns:a16="http://schemas.microsoft.com/office/drawing/2014/main" id="{D8F0C4D5-B67B-4A09-BCF5-8660E0EB4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7816" name="Text Box 8">
            <a:extLst>
              <a:ext uri="{FF2B5EF4-FFF2-40B4-BE49-F238E27FC236}">
                <a16:creationId xmlns:a16="http://schemas.microsoft.com/office/drawing/2014/main" id="{013AB426-ACC3-45DB-A309-FDA4EAEEE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7817" name="Text Box 9">
            <a:extLst>
              <a:ext uri="{FF2B5EF4-FFF2-40B4-BE49-F238E27FC236}">
                <a16:creationId xmlns:a16="http://schemas.microsoft.com/office/drawing/2014/main" id="{7737EB02-6690-4299-B97F-FF825C5A3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7818" name="Text Box 10">
            <a:extLst>
              <a:ext uri="{FF2B5EF4-FFF2-40B4-BE49-F238E27FC236}">
                <a16:creationId xmlns:a16="http://schemas.microsoft.com/office/drawing/2014/main" id="{51C737DE-39EB-411B-8B6A-65ACA3775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grpSp>
        <p:nvGrpSpPr>
          <p:cNvPr id="247826" name="Group 18">
            <a:extLst>
              <a:ext uri="{FF2B5EF4-FFF2-40B4-BE49-F238E27FC236}">
                <a16:creationId xmlns:a16="http://schemas.microsoft.com/office/drawing/2014/main" id="{4A6C5CBD-6C78-446E-A60B-6A43AC57DB5B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080000" y="4138613"/>
            <a:ext cx="590550" cy="446087"/>
            <a:chOff x="1760" y="2424"/>
            <a:chExt cx="372" cy="502"/>
          </a:xfrm>
        </p:grpSpPr>
        <p:sp>
          <p:nvSpPr>
            <p:cNvPr id="247827" name="Line 19">
              <a:extLst>
                <a:ext uri="{FF2B5EF4-FFF2-40B4-BE49-F238E27FC236}">
                  <a16:creationId xmlns:a16="http://schemas.microsoft.com/office/drawing/2014/main" id="{0BAACCAF-18AA-414D-AD4E-2D1FB96A2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828" name="Line 20">
              <a:extLst>
                <a:ext uri="{FF2B5EF4-FFF2-40B4-BE49-F238E27FC236}">
                  <a16:creationId xmlns:a16="http://schemas.microsoft.com/office/drawing/2014/main" id="{C5890777-72E3-4A1C-9FEE-D1DFD19966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829" name="Line 21">
              <a:extLst>
                <a:ext uri="{FF2B5EF4-FFF2-40B4-BE49-F238E27FC236}">
                  <a16:creationId xmlns:a16="http://schemas.microsoft.com/office/drawing/2014/main" id="{27BCC2C0-DA64-480E-89B2-0DD0BCC084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7830" name="Text Box 22">
            <a:extLst>
              <a:ext uri="{FF2B5EF4-FFF2-40B4-BE49-F238E27FC236}">
                <a16:creationId xmlns:a16="http://schemas.microsoft.com/office/drawing/2014/main" id="{22B71F25-EE9D-417D-AF67-F7BD3BAD7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5688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567E3999-DEF0-73C0-E584-6C595E11A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F2D478-F416-FCD6-3E67-83A7A340EFAF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>
            <a:extLst>
              <a:ext uri="{FF2B5EF4-FFF2-40B4-BE49-F238E27FC236}">
                <a16:creationId xmlns:a16="http://schemas.microsoft.com/office/drawing/2014/main" id="{32A26806-D9FD-4552-B8EF-962253E3B2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8835" name="Text Box 3">
            <a:extLst>
              <a:ext uri="{FF2B5EF4-FFF2-40B4-BE49-F238E27FC236}">
                <a16:creationId xmlns:a16="http://schemas.microsoft.com/office/drawing/2014/main" id="{2C059C00-0EA1-4684-BDE8-74E2C13F4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8836" name="Text Box 4">
            <a:extLst>
              <a:ext uri="{FF2B5EF4-FFF2-40B4-BE49-F238E27FC236}">
                <a16:creationId xmlns:a16="http://schemas.microsoft.com/office/drawing/2014/main" id="{64295CE8-C45A-4C13-A308-6DBD59ABB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8837" name="Text Box 5">
            <a:extLst>
              <a:ext uri="{FF2B5EF4-FFF2-40B4-BE49-F238E27FC236}">
                <a16:creationId xmlns:a16="http://schemas.microsoft.com/office/drawing/2014/main" id="{FAE2D88C-C9A6-4ABD-9562-A0AE4BC9E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8838" name="Text Box 6">
            <a:extLst>
              <a:ext uri="{FF2B5EF4-FFF2-40B4-BE49-F238E27FC236}">
                <a16:creationId xmlns:a16="http://schemas.microsoft.com/office/drawing/2014/main" id="{9E03BC2C-57B3-4E20-9745-A6ABAD4F6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8839" name="Text Box 7">
            <a:extLst>
              <a:ext uri="{FF2B5EF4-FFF2-40B4-BE49-F238E27FC236}">
                <a16:creationId xmlns:a16="http://schemas.microsoft.com/office/drawing/2014/main" id="{FB346BF3-3FA7-4F35-AB97-0FCAE65C8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8840" name="Text Box 8">
            <a:extLst>
              <a:ext uri="{FF2B5EF4-FFF2-40B4-BE49-F238E27FC236}">
                <a16:creationId xmlns:a16="http://schemas.microsoft.com/office/drawing/2014/main" id="{F965B021-74D5-47C2-92B1-ECD28CC2D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8841" name="Text Box 9">
            <a:extLst>
              <a:ext uri="{FF2B5EF4-FFF2-40B4-BE49-F238E27FC236}">
                <a16:creationId xmlns:a16="http://schemas.microsoft.com/office/drawing/2014/main" id="{B8489D14-E4F8-426A-8074-FAFBB743A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8842" name="Text Box 10">
            <a:extLst>
              <a:ext uri="{FF2B5EF4-FFF2-40B4-BE49-F238E27FC236}">
                <a16:creationId xmlns:a16="http://schemas.microsoft.com/office/drawing/2014/main" id="{7117DE72-1B5D-492A-B37D-C06F0E238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grpSp>
        <p:nvGrpSpPr>
          <p:cNvPr id="248850" name="Group 18">
            <a:extLst>
              <a:ext uri="{FF2B5EF4-FFF2-40B4-BE49-F238E27FC236}">
                <a16:creationId xmlns:a16="http://schemas.microsoft.com/office/drawing/2014/main" id="{35E3C524-5CB1-4DBE-9C5F-570CF2AF7ABD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670550" y="4138613"/>
            <a:ext cx="590550" cy="446087"/>
            <a:chOff x="1760" y="2424"/>
            <a:chExt cx="372" cy="502"/>
          </a:xfrm>
        </p:grpSpPr>
        <p:sp>
          <p:nvSpPr>
            <p:cNvPr id="248851" name="Line 19">
              <a:extLst>
                <a:ext uri="{FF2B5EF4-FFF2-40B4-BE49-F238E27FC236}">
                  <a16:creationId xmlns:a16="http://schemas.microsoft.com/office/drawing/2014/main" id="{DF2F57F3-BE63-4AAF-A7DE-8EF139464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852" name="Line 20">
              <a:extLst>
                <a:ext uri="{FF2B5EF4-FFF2-40B4-BE49-F238E27FC236}">
                  <a16:creationId xmlns:a16="http://schemas.microsoft.com/office/drawing/2014/main" id="{4F3448B6-CBC3-4C36-B8E9-252935052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853" name="Line 21">
              <a:extLst>
                <a:ext uri="{FF2B5EF4-FFF2-40B4-BE49-F238E27FC236}">
                  <a16:creationId xmlns:a16="http://schemas.microsoft.com/office/drawing/2014/main" id="{10076AE3-FFA5-44D5-AACB-880A765AFF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1C5181FE-14F6-9B84-C01D-4C64676F6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 Box 22">
            <a:extLst>
              <a:ext uri="{FF2B5EF4-FFF2-40B4-BE49-F238E27FC236}">
                <a16:creationId xmlns:a16="http://schemas.microsoft.com/office/drawing/2014/main" id="{812849EE-1E91-2601-6D40-85506BA48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306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20C81-FE0C-5B0E-A646-AF19D75F8D24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>
            <a:extLst>
              <a:ext uri="{FF2B5EF4-FFF2-40B4-BE49-F238E27FC236}">
                <a16:creationId xmlns:a16="http://schemas.microsoft.com/office/drawing/2014/main" id="{50E9BA22-5BF0-4F05-8EB0-BCC7C5CC4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50883" name="Text Box 3">
            <a:extLst>
              <a:ext uri="{FF2B5EF4-FFF2-40B4-BE49-F238E27FC236}">
                <a16:creationId xmlns:a16="http://schemas.microsoft.com/office/drawing/2014/main" id="{4CAA77C2-CC74-4CD2-A330-E405DC0B4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50884" name="Text Box 4">
            <a:extLst>
              <a:ext uri="{FF2B5EF4-FFF2-40B4-BE49-F238E27FC236}">
                <a16:creationId xmlns:a16="http://schemas.microsoft.com/office/drawing/2014/main" id="{EE58C6DE-A1B8-4DFD-AFE9-24946150C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50885" name="Text Box 5">
            <a:extLst>
              <a:ext uri="{FF2B5EF4-FFF2-40B4-BE49-F238E27FC236}">
                <a16:creationId xmlns:a16="http://schemas.microsoft.com/office/drawing/2014/main" id="{B93C531A-2F9C-4B3A-9D83-BACEC4830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50886" name="Text Box 6">
            <a:extLst>
              <a:ext uri="{FF2B5EF4-FFF2-40B4-BE49-F238E27FC236}">
                <a16:creationId xmlns:a16="http://schemas.microsoft.com/office/drawing/2014/main" id="{965B2FE5-FE98-430C-BCCA-DC128D4AD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0887" name="Text Box 7">
            <a:extLst>
              <a:ext uri="{FF2B5EF4-FFF2-40B4-BE49-F238E27FC236}">
                <a16:creationId xmlns:a16="http://schemas.microsoft.com/office/drawing/2014/main" id="{F53E942A-3F95-4869-82B7-706E780C7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50888" name="Text Box 8">
            <a:extLst>
              <a:ext uri="{FF2B5EF4-FFF2-40B4-BE49-F238E27FC236}">
                <a16:creationId xmlns:a16="http://schemas.microsoft.com/office/drawing/2014/main" id="{E175B502-785B-4AF4-805A-7054A9B9E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50889" name="Text Box 9">
            <a:extLst>
              <a:ext uri="{FF2B5EF4-FFF2-40B4-BE49-F238E27FC236}">
                <a16:creationId xmlns:a16="http://schemas.microsoft.com/office/drawing/2014/main" id="{B61D8301-A15A-426E-AF1C-4A8878F94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50890" name="Text Box 10">
            <a:extLst>
              <a:ext uri="{FF2B5EF4-FFF2-40B4-BE49-F238E27FC236}">
                <a16:creationId xmlns:a16="http://schemas.microsoft.com/office/drawing/2014/main" id="{6FC43F39-0FA1-4D4D-8FD5-94294884C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50898" name="Group 18">
            <a:extLst>
              <a:ext uri="{FF2B5EF4-FFF2-40B4-BE49-F238E27FC236}">
                <a16:creationId xmlns:a16="http://schemas.microsoft.com/office/drawing/2014/main" id="{99633E4C-96D9-4F1C-BB35-F42D7879305B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670550" y="4138613"/>
            <a:ext cx="590550" cy="446087"/>
            <a:chOff x="1760" y="2424"/>
            <a:chExt cx="372" cy="502"/>
          </a:xfrm>
        </p:grpSpPr>
        <p:sp>
          <p:nvSpPr>
            <p:cNvPr id="250899" name="Line 19">
              <a:extLst>
                <a:ext uri="{FF2B5EF4-FFF2-40B4-BE49-F238E27FC236}">
                  <a16:creationId xmlns:a16="http://schemas.microsoft.com/office/drawing/2014/main" id="{2C15E6E7-EA79-4812-8136-E88A8E9B39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00" name="Line 20">
              <a:extLst>
                <a:ext uri="{FF2B5EF4-FFF2-40B4-BE49-F238E27FC236}">
                  <a16:creationId xmlns:a16="http://schemas.microsoft.com/office/drawing/2014/main" id="{E42E2B9E-59B9-4589-A34A-26981327A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01" name="Line 21">
              <a:extLst>
                <a:ext uri="{FF2B5EF4-FFF2-40B4-BE49-F238E27FC236}">
                  <a16:creationId xmlns:a16="http://schemas.microsoft.com/office/drawing/2014/main" id="{082A0A17-64FC-4FEA-B416-63398B328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0902" name="Text Box 22">
            <a:extLst>
              <a:ext uri="{FF2B5EF4-FFF2-40B4-BE49-F238E27FC236}">
                <a16:creationId xmlns:a16="http://schemas.microsoft.com/office/drawing/2014/main" id="{7B12FCC5-16FE-4827-9B28-9DA33C612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306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3C7415B3-95D9-4CDA-ADF7-D694BFFB0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A92D12-5867-D49B-CE07-DEEE6A7D5AEC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1852B9E3-2C12-4A77-98D1-C60BFEC6DF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After First Pass of Outer Loop</a:t>
            </a:r>
          </a:p>
        </p:txBody>
      </p:sp>
      <p:sp>
        <p:nvSpPr>
          <p:cNvPr id="251907" name="Text Box 3">
            <a:extLst>
              <a:ext uri="{FF2B5EF4-FFF2-40B4-BE49-F238E27FC236}">
                <a16:creationId xmlns:a16="http://schemas.microsoft.com/office/drawing/2014/main" id="{EF78D6E1-0A55-4926-8A1D-6B5D35270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51908" name="Text Box 4">
            <a:extLst>
              <a:ext uri="{FF2B5EF4-FFF2-40B4-BE49-F238E27FC236}">
                <a16:creationId xmlns:a16="http://schemas.microsoft.com/office/drawing/2014/main" id="{6F971D82-8788-475C-AD03-20ADF9A37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51909" name="Text Box 5">
            <a:extLst>
              <a:ext uri="{FF2B5EF4-FFF2-40B4-BE49-F238E27FC236}">
                <a16:creationId xmlns:a16="http://schemas.microsoft.com/office/drawing/2014/main" id="{D2E2879E-5042-4781-B6F9-A835D994F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51910" name="Text Box 6">
            <a:extLst>
              <a:ext uri="{FF2B5EF4-FFF2-40B4-BE49-F238E27FC236}">
                <a16:creationId xmlns:a16="http://schemas.microsoft.com/office/drawing/2014/main" id="{0E52817B-C1E6-4750-A340-9E9EC675D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1911" name="Text Box 7">
            <a:extLst>
              <a:ext uri="{FF2B5EF4-FFF2-40B4-BE49-F238E27FC236}">
                <a16:creationId xmlns:a16="http://schemas.microsoft.com/office/drawing/2014/main" id="{6A9BC045-1613-44B5-84AA-DA179541C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51912" name="Text Box 8">
            <a:extLst>
              <a:ext uri="{FF2B5EF4-FFF2-40B4-BE49-F238E27FC236}">
                <a16:creationId xmlns:a16="http://schemas.microsoft.com/office/drawing/2014/main" id="{784B9D8B-BA9C-4C11-BD43-0DCA43D3F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51913" name="Text Box 9">
            <a:extLst>
              <a:ext uri="{FF2B5EF4-FFF2-40B4-BE49-F238E27FC236}">
                <a16:creationId xmlns:a16="http://schemas.microsoft.com/office/drawing/2014/main" id="{0BBC0AEC-90D7-45DC-A182-E60AE256D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 dirty="0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51914" name="Text Box 10">
            <a:extLst>
              <a:ext uri="{FF2B5EF4-FFF2-40B4-BE49-F238E27FC236}">
                <a16:creationId xmlns:a16="http://schemas.microsoft.com/office/drawing/2014/main" id="{60A819B6-FA39-4924-A594-FD608CB82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51922" name="Group 18">
            <a:extLst>
              <a:ext uri="{FF2B5EF4-FFF2-40B4-BE49-F238E27FC236}">
                <a16:creationId xmlns:a16="http://schemas.microsoft.com/office/drawing/2014/main" id="{9571AE4F-BE73-4357-87F3-10CDAE0ADCBD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6254750" y="4138613"/>
            <a:ext cx="590550" cy="446087"/>
            <a:chOff x="1760" y="2424"/>
            <a:chExt cx="372" cy="502"/>
          </a:xfrm>
        </p:grpSpPr>
        <p:sp>
          <p:nvSpPr>
            <p:cNvPr id="251923" name="Line 19">
              <a:extLst>
                <a:ext uri="{FF2B5EF4-FFF2-40B4-BE49-F238E27FC236}">
                  <a16:creationId xmlns:a16="http://schemas.microsoft.com/office/drawing/2014/main" id="{B39B3EE9-2F5C-44FF-993A-68025D100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24" name="Line 20">
              <a:extLst>
                <a:ext uri="{FF2B5EF4-FFF2-40B4-BE49-F238E27FC236}">
                  <a16:creationId xmlns:a16="http://schemas.microsoft.com/office/drawing/2014/main" id="{E4DF1742-B6CA-46BB-B85D-B4B547A7FC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25" name="Line 21">
              <a:extLst>
                <a:ext uri="{FF2B5EF4-FFF2-40B4-BE49-F238E27FC236}">
                  <a16:creationId xmlns:a16="http://schemas.microsoft.com/office/drawing/2014/main" id="{F89C7CA7-D625-4DBA-B680-17363318C4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90DD83E9-1AC1-3978-EFDE-83AC9F322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12EF3-2CD9-4CC9-3469-F318739B467D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Pass=1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E71667BD-C22A-4DFA-8E24-5FE19940E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52931" name="Text Box 3">
            <a:extLst>
              <a:ext uri="{FF2B5EF4-FFF2-40B4-BE49-F238E27FC236}">
                <a16:creationId xmlns:a16="http://schemas.microsoft.com/office/drawing/2014/main" id="{76069E65-F6D4-4DD6-88DB-88D05650D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52932" name="Text Box 4">
            <a:extLst>
              <a:ext uri="{FF2B5EF4-FFF2-40B4-BE49-F238E27FC236}">
                <a16:creationId xmlns:a16="http://schemas.microsoft.com/office/drawing/2014/main" id="{3FA54D4B-6812-4B4C-9357-355CC8FEE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52933" name="Text Box 5">
            <a:extLst>
              <a:ext uri="{FF2B5EF4-FFF2-40B4-BE49-F238E27FC236}">
                <a16:creationId xmlns:a16="http://schemas.microsoft.com/office/drawing/2014/main" id="{40A7A0FD-959A-4B0A-8A98-E74212EEC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52934" name="Text Box 6">
            <a:extLst>
              <a:ext uri="{FF2B5EF4-FFF2-40B4-BE49-F238E27FC236}">
                <a16:creationId xmlns:a16="http://schemas.microsoft.com/office/drawing/2014/main" id="{73D1DC51-92F5-48CC-9132-935AB5AF2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2935" name="Text Box 7">
            <a:extLst>
              <a:ext uri="{FF2B5EF4-FFF2-40B4-BE49-F238E27FC236}">
                <a16:creationId xmlns:a16="http://schemas.microsoft.com/office/drawing/2014/main" id="{82E9AEC2-43E2-4506-9994-C239506A9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52936" name="Text Box 8">
            <a:extLst>
              <a:ext uri="{FF2B5EF4-FFF2-40B4-BE49-F238E27FC236}">
                <a16:creationId xmlns:a16="http://schemas.microsoft.com/office/drawing/2014/main" id="{69E3A350-04EB-4090-B531-ADA5B40FB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52937" name="Text Box 9">
            <a:extLst>
              <a:ext uri="{FF2B5EF4-FFF2-40B4-BE49-F238E27FC236}">
                <a16:creationId xmlns:a16="http://schemas.microsoft.com/office/drawing/2014/main" id="{9693F1BE-BE35-4880-9624-154D1FC5C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52938" name="Text Box 10">
            <a:extLst>
              <a:ext uri="{FF2B5EF4-FFF2-40B4-BE49-F238E27FC236}">
                <a16:creationId xmlns:a16="http://schemas.microsoft.com/office/drawing/2014/main" id="{9C68865C-DB91-40B6-9E2B-D575F0B4A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52946" name="Group 18">
            <a:extLst>
              <a:ext uri="{FF2B5EF4-FFF2-40B4-BE49-F238E27FC236}">
                <a16:creationId xmlns:a16="http://schemas.microsoft.com/office/drawing/2014/main" id="{08C65559-3E00-47F9-9A1D-70227DE2B11E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52900"/>
            <a:ext cx="590550" cy="446088"/>
            <a:chOff x="1760" y="2424"/>
            <a:chExt cx="372" cy="502"/>
          </a:xfrm>
        </p:grpSpPr>
        <p:sp>
          <p:nvSpPr>
            <p:cNvPr id="252947" name="Line 19">
              <a:extLst>
                <a:ext uri="{FF2B5EF4-FFF2-40B4-BE49-F238E27FC236}">
                  <a16:creationId xmlns:a16="http://schemas.microsoft.com/office/drawing/2014/main" id="{AC8BDA82-4BE7-4402-9F53-5F1041274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948" name="Line 20">
              <a:extLst>
                <a:ext uri="{FF2B5EF4-FFF2-40B4-BE49-F238E27FC236}">
                  <a16:creationId xmlns:a16="http://schemas.microsoft.com/office/drawing/2014/main" id="{1B98838A-35A7-4F50-8E54-BE0937B9F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949" name="Line 21">
              <a:extLst>
                <a:ext uri="{FF2B5EF4-FFF2-40B4-BE49-F238E27FC236}">
                  <a16:creationId xmlns:a16="http://schemas.microsoft.com/office/drawing/2014/main" id="{406E8C1C-A7C5-466B-A2A8-A285A75DE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Text Box 12">
            <a:extLst>
              <a:ext uri="{FF2B5EF4-FFF2-40B4-BE49-F238E27FC236}">
                <a16:creationId xmlns:a16="http://schemas.microsoft.com/office/drawing/2014/main" id="{3EE4B711-2085-2BC2-5F21-7B1452339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4" name="Text Box 24">
            <a:extLst>
              <a:ext uri="{FF2B5EF4-FFF2-40B4-BE49-F238E27FC236}">
                <a16:creationId xmlns:a16="http://schemas.microsoft.com/office/drawing/2014/main" id="{6747E59D-3420-609C-34FB-F3F35229E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0" y="3657600"/>
            <a:ext cx="150812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No Swap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12AD07-3EAC-F2FE-81BB-C3D5860F5D90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Pass=2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290FFA1C-728F-4FBF-A577-7D6C254FC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56003" name="Text Box 3">
            <a:extLst>
              <a:ext uri="{FF2B5EF4-FFF2-40B4-BE49-F238E27FC236}">
                <a16:creationId xmlns:a16="http://schemas.microsoft.com/office/drawing/2014/main" id="{BFC7FDE0-864A-4DF4-9688-56113AFD9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56004" name="Text Box 4">
            <a:extLst>
              <a:ext uri="{FF2B5EF4-FFF2-40B4-BE49-F238E27FC236}">
                <a16:creationId xmlns:a16="http://schemas.microsoft.com/office/drawing/2014/main" id="{5F1C6602-694C-4339-B7D8-201423997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56005" name="Text Box 5">
            <a:extLst>
              <a:ext uri="{FF2B5EF4-FFF2-40B4-BE49-F238E27FC236}">
                <a16:creationId xmlns:a16="http://schemas.microsoft.com/office/drawing/2014/main" id="{094908EB-DF6F-4F50-B107-4C3AD2F1F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56006" name="Text Box 6">
            <a:extLst>
              <a:ext uri="{FF2B5EF4-FFF2-40B4-BE49-F238E27FC236}">
                <a16:creationId xmlns:a16="http://schemas.microsoft.com/office/drawing/2014/main" id="{AED3E8F5-9E31-4D6E-BAA0-4F357B972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6007" name="Text Box 7">
            <a:extLst>
              <a:ext uri="{FF2B5EF4-FFF2-40B4-BE49-F238E27FC236}">
                <a16:creationId xmlns:a16="http://schemas.microsoft.com/office/drawing/2014/main" id="{E6531E45-8DB4-4B92-BE79-6F3D1F629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56008" name="Text Box 8">
            <a:extLst>
              <a:ext uri="{FF2B5EF4-FFF2-40B4-BE49-F238E27FC236}">
                <a16:creationId xmlns:a16="http://schemas.microsoft.com/office/drawing/2014/main" id="{8CFDDAA3-2DAE-4A25-9E98-2173FA1A8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56009" name="Text Box 9">
            <a:extLst>
              <a:ext uri="{FF2B5EF4-FFF2-40B4-BE49-F238E27FC236}">
                <a16:creationId xmlns:a16="http://schemas.microsoft.com/office/drawing/2014/main" id="{DEC468C6-7260-4823-A7A0-3C31B8855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56010" name="Text Box 10">
            <a:extLst>
              <a:ext uri="{FF2B5EF4-FFF2-40B4-BE49-F238E27FC236}">
                <a16:creationId xmlns:a16="http://schemas.microsoft.com/office/drawing/2014/main" id="{5C0E17ED-C6D9-40C0-9D30-1B366765C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56018" name="Group 18">
            <a:extLst>
              <a:ext uri="{FF2B5EF4-FFF2-40B4-BE49-F238E27FC236}">
                <a16:creationId xmlns:a16="http://schemas.microsoft.com/office/drawing/2014/main" id="{CCE157A1-498F-4E0B-A43B-7A5BA94CD4FB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52900"/>
            <a:ext cx="590550" cy="446088"/>
            <a:chOff x="1760" y="2424"/>
            <a:chExt cx="372" cy="502"/>
          </a:xfrm>
        </p:grpSpPr>
        <p:sp>
          <p:nvSpPr>
            <p:cNvPr id="256019" name="Line 19">
              <a:extLst>
                <a:ext uri="{FF2B5EF4-FFF2-40B4-BE49-F238E27FC236}">
                  <a16:creationId xmlns:a16="http://schemas.microsoft.com/office/drawing/2014/main" id="{D62E9323-1168-4194-B989-74E5771F0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20" name="Line 20">
              <a:extLst>
                <a:ext uri="{FF2B5EF4-FFF2-40B4-BE49-F238E27FC236}">
                  <a16:creationId xmlns:a16="http://schemas.microsoft.com/office/drawing/2014/main" id="{C46B6AD2-802F-4BC4-83FC-E5ECB2628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21" name="Line 21">
              <a:extLst>
                <a:ext uri="{FF2B5EF4-FFF2-40B4-BE49-F238E27FC236}">
                  <a16:creationId xmlns:a16="http://schemas.microsoft.com/office/drawing/2014/main" id="{B7909FEA-4B21-48E9-A8A8-8E07CB636E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Text Box 12">
            <a:extLst>
              <a:ext uri="{FF2B5EF4-FFF2-40B4-BE49-F238E27FC236}">
                <a16:creationId xmlns:a16="http://schemas.microsoft.com/office/drawing/2014/main" id="{CF182573-5BD5-5949-EA3B-942CEEA1F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2" name="Text Box 24">
            <a:extLst>
              <a:ext uri="{FF2B5EF4-FFF2-40B4-BE49-F238E27FC236}">
                <a16:creationId xmlns:a16="http://schemas.microsoft.com/office/drawing/2014/main" id="{48DA6787-B575-2384-67F1-9E9643052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A8E83-2CCA-A830-E5B9-9AEEA61DCA8B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Pass=2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66B9FA61-D974-44A4-809E-259D66A02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58051" name="Text Box 3">
            <a:extLst>
              <a:ext uri="{FF2B5EF4-FFF2-40B4-BE49-F238E27FC236}">
                <a16:creationId xmlns:a16="http://schemas.microsoft.com/office/drawing/2014/main" id="{275F2FD9-7E07-44AF-B350-28ACFE0AB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58052" name="Text Box 4">
            <a:extLst>
              <a:ext uri="{FF2B5EF4-FFF2-40B4-BE49-F238E27FC236}">
                <a16:creationId xmlns:a16="http://schemas.microsoft.com/office/drawing/2014/main" id="{7F7DF1D4-7224-4921-AC24-E6D08C95A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58053" name="Text Box 5">
            <a:extLst>
              <a:ext uri="{FF2B5EF4-FFF2-40B4-BE49-F238E27FC236}">
                <a16:creationId xmlns:a16="http://schemas.microsoft.com/office/drawing/2014/main" id="{4DB4B026-E5C1-4FC8-A3CD-2D2429C35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58054" name="Text Box 6">
            <a:extLst>
              <a:ext uri="{FF2B5EF4-FFF2-40B4-BE49-F238E27FC236}">
                <a16:creationId xmlns:a16="http://schemas.microsoft.com/office/drawing/2014/main" id="{E7835F04-36EC-45DF-9B3F-4F0CD0F03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8055" name="Text Box 7">
            <a:extLst>
              <a:ext uri="{FF2B5EF4-FFF2-40B4-BE49-F238E27FC236}">
                <a16:creationId xmlns:a16="http://schemas.microsoft.com/office/drawing/2014/main" id="{4A05A86C-DDDD-4279-AE5F-F4C93F6EB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58056" name="Text Box 8">
            <a:extLst>
              <a:ext uri="{FF2B5EF4-FFF2-40B4-BE49-F238E27FC236}">
                <a16:creationId xmlns:a16="http://schemas.microsoft.com/office/drawing/2014/main" id="{875D3ACF-D5BA-43EC-988A-C89F1746D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58057" name="Text Box 9">
            <a:extLst>
              <a:ext uri="{FF2B5EF4-FFF2-40B4-BE49-F238E27FC236}">
                <a16:creationId xmlns:a16="http://schemas.microsoft.com/office/drawing/2014/main" id="{005E3944-D881-4363-B447-76BDDAFFF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58058" name="Text Box 10">
            <a:extLst>
              <a:ext uri="{FF2B5EF4-FFF2-40B4-BE49-F238E27FC236}">
                <a16:creationId xmlns:a16="http://schemas.microsoft.com/office/drawing/2014/main" id="{56B43991-8184-4809-9917-22BC8274A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58066" name="Group 18">
            <a:extLst>
              <a:ext uri="{FF2B5EF4-FFF2-40B4-BE49-F238E27FC236}">
                <a16:creationId xmlns:a16="http://schemas.microsoft.com/office/drawing/2014/main" id="{E51090D6-F450-4A25-B33A-72745B2D426E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52900"/>
            <a:ext cx="590550" cy="446088"/>
            <a:chOff x="1760" y="2424"/>
            <a:chExt cx="372" cy="502"/>
          </a:xfrm>
        </p:grpSpPr>
        <p:sp>
          <p:nvSpPr>
            <p:cNvPr id="258067" name="Line 19">
              <a:extLst>
                <a:ext uri="{FF2B5EF4-FFF2-40B4-BE49-F238E27FC236}">
                  <a16:creationId xmlns:a16="http://schemas.microsoft.com/office/drawing/2014/main" id="{0D7E0AE8-C020-4C1B-9468-5032A8FF1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8068" name="Line 20">
              <a:extLst>
                <a:ext uri="{FF2B5EF4-FFF2-40B4-BE49-F238E27FC236}">
                  <a16:creationId xmlns:a16="http://schemas.microsoft.com/office/drawing/2014/main" id="{DF8CB03B-53C0-4C9F-9C03-4F6752CA2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8069" name="Line 21">
              <a:extLst>
                <a:ext uri="{FF2B5EF4-FFF2-40B4-BE49-F238E27FC236}">
                  <a16:creationId xmlns:a16="http://schemas.microsoft.com/office/drawing/2014/main" id="{4E1C5524-0D39-44D4-8529-D95F7EB84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8072" name="Text Box 24">
            <a:extLst>
              <a:ext uri="{FF2B5EF4-FFF2-40B4-BE49-F238E27FC236}">
                <a16:creationId xmlns:a16="http://schemas.microsoft.com/office/drawing/2014/main" id="{8965BEFD-5694-40E0-8A62-1473DD596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B9E533B8-9EEB-E1D1-B90B-668BB14DE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66A0DE-ECDE-58E3-7A3A-48D5A38EF7CF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Pass=2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2D274759-A5A7-4B88-AB66-B194297B6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59075" name="Text Box 3">
            <a:extLst>
              <a:ext uri="{FF2B5EF4-FFF2-40B4-BE49-F238E27FC236}">
                <a16:creationId xmlns:a16="http://schemas.microsoft.com/office/drawing/2014/main" id="{491FA154-746B-411E-A4B7-533C181FC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59076" name="Text Box 4">
            <a:extLst>
              <a:ext uri="{FF2B5EF4-FFF2-40B4-BE49-F238E27FC236}">
                <a16:creationId xmlns:a16="http://schemas.microsoft.com/office/drawing/2014/main" id="{02D3D6B3-B16B-4E00-900A-AD521F26D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59077" name="Text Box 5">
            <a:extLst>
              <a:ext uri="{FF2B5EF4-FFF2-40B4-BE49-F238E27FC236}">
                <a16:creationId xmlns:a16="http://schemas.microsoft.com/office/drawing/2014/main" id="{C56462B0-B623-43F4-8E49-6D47214C6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59078" name="Text Box 6">
            <a:extLst>
              <a:ext uri="{FF2B5EF4-FFF2-40B4-BE49-F238E27FC236}">
                <a16:creationId xmlns:a16="http://schemas.microsoft.com/office/drawing/2014/main" id="{AF477823-735B-472C-B844-48A8FD0BD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9079" name="Text Box 7">
            <a:extLst>
              <a:ext uri="{FF2B5EF4-FFF2-40B4-BE49-F238E27FC236}">
                <a16:creationId xmlns:a16="http://schemas.microsoft.com/office/drawing/2014/main" id="{D1B73861-2930-408B-8A6D-EB0F38C27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59080" name="Text Box 8">
            <a:extLst>
              <a:ext uri="{FF2B5EF4-FFF2-40B4-BE49-F238E27FC236}">
                <a16:creationId xmlns:a16="http://schemas.microsoft.com/office/drawing/2014/main" id="{AFC8F414-DE8E-4CBF-8A3C-793218203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59081" name="Text Box 9">
            <a:extLst>
              <a:ext uri="{FF2B5EF4-FFF2-40B4-BE49-F238E27FC236}">
                <a16:creationId xmlns:a16="http://schemas.microsoft.com/office/drawing/2014/main" id="{4CF0839D-F7C3-4C04-9201-C8EB50A6A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59082" name="Text Box 10">
            <a:extLst>
              <a:ext uri="{FF2B5EF4-FFF2-40B4-BE49-F238E27FC236}">
                <a16:creationId xmlns:a16="http://schemas.microsoft.com/office/drawing/2014/main" id="{779808A9-B3CA-4904-9AAF-E4185E7AE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59090" name="Group 18">
            <a:extLst>
              <a:ext uri="{FF2B5EF4-FFF2-40B4-BE49-F238E27FC236}">
                <a16:creationId xmlns:a16="http://schemas.microsoft.com/office/drawing/2014/main" id="{BA791A82-5344-4267-97CA-8BE501E5F905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17875" y="4152900"/>
            <a:ext cx="590550" cy="446088"/>
            <a:chOff x="1760" y="2424"/>
            <a:chExt cx="372" cy="502"/>
          </a:xfrm>
        </p:grpSpPr>
        <p:sp>
          <p:nvSpPr>
            <p:cNvPr id="259091" name="Line 19">
              <a:extLst>
                <a:ext uri="{FF2B5EF4-FFF2-40B4-BE49-F238E27FC236}">
                  <a16:creationId xmlns:a16="http://schemas.microsoft.com/office/drawing/2014/main" id="{6B222D92-769B-4810-A524-95007312B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9092" name="Line 20">
              <a:extLst>
                <a:ext uri="{FF2B5EF4-FFF2-40B4-BE49-F238E27FC236}">
                  <a16:creationId xmlns:a16="http://schemas.microsoft.com/office/drawing/2014/main" id="{3A2BE70A-8CD2-420A-858B-4D262255D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9093" name="Line 21">
              <a:extLst>
                <a:ext uri="{FF2B5EF4-FFF2-40B4-BE49-F238E27FC236}">
                  <a16:creationId xmlns:a16="http://schemas.microsoft.com/office/drawing/2014/main" id="{C550F68D-E86C-48C1-81AF-DF3F8A371F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81057A15-C054-1BDD-57C5-4081736D9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 Box 24">
            <a:extLst>
              <a:ext uri="{FF2B5EF4-FFF2-40B4-BE49-F238E27FC236}">
                <a16:creationId xmlns:a16="http://schemas.microsoft.com/office/drawing/2014/main" id="{CE1FD6FB-4C0A-8908-3935-44BA32337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563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0972474E-E67F-40B0-86BD-112B525E4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1123" name="Text Box 3">
            <a:extLst>
              <a:ext uri="{FF2B5EF4-FFF2-40B4-BE49-F238E27FC236}">
                <a16:creationId xmlns:a16="http://schemas.microsoft.com/office/drawing/2014/main" id="{82D2E390-EDDE-4B31-918F-725181B51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1124" name="Text Box 4">
            <a:extLst>
              <a:ext uri="{FF2B5EF4-FFF2-40B4-BE49-F238E27FC236}">
                <a16:creationId xmlns:a16="http://schemas.microsoft.com/office/drawing/2014/main" id="{20F4A66A-8056-4D82-99A7-88587E3A3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1125" name="Text Box 5">
            <a:extLst>
              <a:ext uri="{FF2B5EF4-FFF2-40B4-BE49-F238E27FC236}">
                <a16:creationId xmlns:a16="http://schemas.microsoft.com/office/drawing/2014/main" id="{D35C6B9E-F6AE-4BE6-8B9B-7BCF593D4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1126" name="Text Box 6">
            <a:extLst>
              <a:ext uri="{FF2B5EF4-FFF2-40B4-BE49-F238E27FC236}">
                <a16:creationId xmlns:a16="http://schemas.microsoft.com/office/drawing/2014/main" id="{A34A10FA-DCB6-4062-9535-981DCAC96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1127" name="Text Box 7">
            <a:extLst>
              <a:ext uri="{FF2B5EF4-FFF2-40B4-BE49-F238E27FC236}">
                <a16:creationId xmlns:a16="http://schemas.microsoft.com/office/drawing/2014/main" id="{20D75C48-863F-4A94-A9B2-6CC67DB2E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1128" name="Text Box 8">
            <a:extLst>
              <a:ext uri="{FF2B5EF4-FFF2-40B4-BE49-F238E27FC236}">
                <a16:creationId xmlns:a16="http://schemas.microsoft.com/office/drawing/2014/main" id="{BD576CC6-B668-4851-B62A-75B26C49D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1129" name="Text Box 9">
            <a:extLst>
              <a:ext uri="{FF2B5EF4-FFF2-40B4-BE49-F238E27FC236}">
                <a16:creationId xmlns:a16="http://schemas.microsoft.com/office/drawing/2014/main" id="{3D4C638F-8677-4939-9A81-EE719ECBB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1130" name="Text Box 10">
            <a:extLst>
              <a:ext uri="{FF2B5EF4-FFF2-40B4-BE49-F238E27FC236}">
                <a16:creationId xmlns:a16="http://schemas.microsoft.com/office/drawing/2014/main" id="{CD735D75-76EE-4394-B2A9-2C1881BF5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61138" name="Group 18">
            <a:extLst>
              <a:ext uri="{FF2B5EF4-FFF2-40B4-BE49-F238E27FC236}">
                <a16:creationId xmlns:a16="http://schemas.microsoft.com/office/drawing/2014/main" id="{1D553C4A-7407-4CDC-87C6-DC91382DEFA9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17875" y="4152900"/>
            <a:ext cx="590550" cy="446088"/>
            <a:chOff x="1760" y="2424"/>
            <a:chExt cx="372" cy="502"/>
          </a:xfrm>
        </p:grpSpPr>
        <p:sp>
          <p:nvSpPr>
            <p:cNvPr id="261139" name="Line 19">
              <a:extLst>
                <a:ext uri="{FF2B5EF4-FFF2-40B4-BE49-F238E27FC236}">
                  <a16:creationId xmlns:a16="http://schemas.microsoft.com/office/drawing/2014/main" id="{9820C8A3-574B-4279-A2F0-4171A93CF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1140" name="Line 20">
              <a:extLst>
                <a:ext uri="{FF2B5EF4-FFF2-40B4-BE49-F238E27FC236}">
                  <a16:creationId xmlns:a16="http://schemas.microsoft.com/office/drawing/2014/main" id="{4BDF4B0A-1EA0-4877-9BD2-6E48BDA0B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1141" name="Line 21">
              <a:extLst>
                <a:ext uri="{FF2B5EF4-FFF2-40B4-BE49-F238E27FC236}">
                  <a16:creationId xmlns:a16="http://schemas.microsoft.com/office/drawing/2014/main" id="{A6D24A78-9699-4308-ACA4-3F905BB8A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1144" name="Text Box 24">
            <a:extLst>
              <a:ext uri="{FF2B5EF4-FFF2-40B4-BE49-F238E27FC236}">
                <a16:creationId xmlns:a16="http://schemas.microsoft.com/office/drawing/2014/main" id="{9145898C-E828-4FEC-876D-AEA8740F9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563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45DE8AF1-4513-9076-CE38-19A90914B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45D428-132A-3AB4-605F-87493B2ADD0C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Pass=2</a:t>
            </a:r>
            <a:endParaRPr lang="en-US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F8705D2A-8E39-489A-AD65-E27FD99312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2147" name="Text Box 3">
            <a:extLst>
              <a:ext uri="{FF2B5EF4-FFF2-40B4-BE49-F238E27FC236}">
                <a16:creationId xmlns:a16="http://schemas.microsoft.com/office/drawing/2014/main" id="{FFB4D27A-55EF-4945-824C-7CA27B896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2148" name="Text Box 4">
            <a:extLst>
              <a:ext uri="{FF2B5EF4-FFF2-40B4-BE49-F238E27FC236}">
                <a16:creationId xmlns:a16="http://schemas.microsoft.com/office/drawing/2014/main" id="{4BC766E9-216C-4891-AF5B-095C157B2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2149" name="Text Box 5">
            <a:extLst>
              <a:ext uri="{FF2B5EF4-FFF2-40B4-BE49-F238E27FC236}">
                <a16:creationId xmlns:a16="http://schemas.microsoft.com/office/drawing/2014/main" id="{647FD456-7DF6-459E-9E7B-AFD2C8579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2150" name="Text Box 6">
            <a:extLst>
              <a:ext uri="{FF2B5EF4-FFF2-40B4-BE49-F238E27FC236}">
                <a16:creationId xmlns:a16="http://schemas.microsoft.com/office/drawing/2014/main" id="{53210BA6-51DF-4887-B0D8-3883ECDAC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2151" name="Text Box 7">
            <a:extLst>
              <a:ext uri="{FF2B5EF4-FFF2-40B4-BE49-F238E27FC236}">
                <a16:creationId xmlns:a16="http://schemas.microsoft.com/office/drawing/2014/main" id="{71A83CF3-FF41-4F0B-B396-278F243B8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2152" name="Text Box 8">
            <a:extLst>
              <a:ext uri="{FF2B5EF4-FFF2-40B4-BE49-F238E27FC236}">
                <a16:creationId xmlns:a16="http://schemas.microsoft.com/office/drawing/2014/main" id="{27BE30AF-7043-49AF-A3BB-6BFB94044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2153" name="Text Box 9">
            <a:extLst>
              <a:ext uri="{FF2B5EF4-FFF2-40B4-BE49-F238E27FC236}">
                <a16:creationId xmlns:a16="http://schemas.microsoft.com/office/drawing/2014/main" id="{C4705C2B-19F1-4167-A657-6085B103E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2154" name="Text Box 10">
            <a:extLst>
              <a:ext uri="{FF2B5EF4-FFF2-40B4-BE49-F238E27FC236}">
                <a16:creationId xmlns:a16="http://schemas.microsoft.com/office/drawing/2014/main" id="{C27FFECD-E580-4CF2-92DE-D2FD65A8C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62162" name="Group 18">
            <a:extLst>
              <a:ext uri="{FF2B5EF4-FFF2-40B4-BE49-F238E27FC236}">
                <a16:creationId xmlns:a16="http://schemas.microsoft.com/office/drawing/2014/main" id="{0591547F-AB3D-44FB-BE63-280F7DEFF531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08425" y="4152900"/>
            <a:ext cx="590550" cy="446088"/>
            <a:chOff x="1760" y="2424"/>
            <a:chExt cx="372" cy="502"/>
          </a:xfrm>
        </p:grpSpPr>
        <p:sp>
          <p:nvSpPr>
            <p:cNvPr id="262163" name="Line 19">
              <a:extLst>
                <a:ext uri="{FF2B5EF4-FFF2-40B4-BE49-F238E27FC236}">
                  <a16:creationId xmlns:a16="http://schemas.microsoft.com/office/drawing/2014/main" id="{1D31555C-F8CA-42AD-A037-239EA4242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2164" name="Line 20">
              <a:extLst>
                <a:ext uri="{FF2B5EF4-FFF2-40B4-BE49-F238E27FC236}">
                  <a16:creationId xmlns:a16="http://schemas.microsoft.com/office/drawing/2014/main" id="{6735F4BF-4E3E-4FE4-9344-C90A45108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2165" name="Line 21">
              <a:extLst>
                <a:ext uri="{FF2B5EF4-FFF2-40B4-BE49-F238E27FC236}">
                  <a16:creationId xmlns:a16="http://schemas.microsoft.com/office/drawing/2014/main" id="{55087239-05A8-4766-ACA6-7B85DCAB4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F8177BB3-F946-C149-6204-01709A392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 Box 24">
            <a:extLst>
              <a:ext uri="{FF2B5EF4-FFF2-40B4-BE49-F238E27FC236}">
                <a16:creationId xmlns:a16="http://schemas.microsoft.com/office/drawing/2014/main" id="{1C627287-8BF6-FF46-00CA-FD30D22F1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3657600"/>
            <a:ext cx="150812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No Swap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5F7D7-7D2A-E4E2-CB94-6A88F2AC8D87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Pass=2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08D84954-8116-4F4B-86FB-17833F24E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4195" name="Text Box 3">
            <a:extLst>
              <a:ext uri="{FF2B5EF4-FFF2-40B4-BE49-F238E27FC236}">
                <a16:creationId xmlns:a16="http://schemas.microsoft.com/office/drawing/2014/main" id="{46110236-82CF-46CF-99D4-9B835CC7D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4196" name="Text Box 4">
            <a:extLst>
              <a:ext uri="{FF2B5EF4-FFF2-40B4-BE49-F238E27FC236}">
                <a16:creationId xmlns:a16="http://schemas.microsoft.com/office/drawing/2014/main" id="{C0A6BE31-6859-45CA-AA5A-3350BA0A7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4197" name="Text Box 5">
            <a:extLst>
              <a:ext uri="{FF2B5EF4-FFF2-40B4-BE49-F238E27FC236}">
                <a16:creationId xmlns:a16="http://schemas.microsoft.com/office/drawing/2014/main" id="{067D838F-CC4E-4D32-9CFA-09C11341D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4198" name="Text Box 6">
            <a:extLst>
              <a:ext uri="{FF2B5EF4-FFF2-40B4-BE49-F238E27FC236}">
                <a16:creationId xmlns:a16="http://schemas.microsoft.com/office/drawing/2014/main" id="{E546D45E-20D8-48EF-908E-9AA77F4CD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4199" name="Text Box 7">
            <a:extLst>
              <a:ext uri="{FF2B5EF4-FFF2-40B4-BE49-F238E27FC236}">
                <a16:creationId xmlns:a16="http://schemas.microsoft.com/office/drawing/2014/main" id="{FAA30669-2AF9-4A55-B53C-F30CADF21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4200" name="Text Box 8">
            <a:extLst>
              <a:ext uri="{FF2B5EF4-FFF2-40B4-BE49-F238E27FC236}">
                <a16:creationId xmlns:a16="http://schemas.microsoft.com/office/drawing/2014/main" id="{79FEAD54-0C37-4168-8265-E3B8559A8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4201" name="Text Box 9">
            <a:extLst>
              <a:ext uri="{FF2B5EF4-FFF2-40B4-BE49-F238E27FC236}">
                <a16:creationId xmlns:a16="http://schemas.microsoft.com/office/drawing/2014/main" id="{4C1A0F20-45FF-4E35-915F-FB22CF4F2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4202" name="Text Box 10">
            <a:extLst>
              <a:ext uri="{FF2B5EF4-FFF2-40B4-BE49-F238E27FC236}">
                <a16:creationId xmlns:a16="http://schemas.microsoft.com/office/drawing/2014/main" id="{D4832E80-025F-49CE-ADD1-D35CDF5DA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64210" name="Group 18">
            <a:extLst>
              <a:ext uri="{FF2B5EF4-FFF2-40B4-BE49-F238E27FC236}">
                <a16:creationId xmlns:a16="http://schemas.microsoft.com/office/drawing/2014/main" id="{2A82D1E9-88D1-4587-8865-0DB99806BF6A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498975" y="4152900"/>
            <a:ext cx="590550" cy="446088"/>
            <a:chOff x="1760" y="2424"/>
            <a:chExt cx="372" cy="502"/>
          </a:xfrm>
        </p:grpSpPr>
        <p:sp>
          <p:nvSpPr>
            <p:cNvPr id="264211" name="Line 19">
              <a:extLst>
                <a:ext uri="{FF2B5EF4-FFF2-40B4-BE49-F238E27FC236}">
                  <a16:creationId xmlns:a16="http://schemas.microsoft.com/office/drawing/2014/main" id="{D0A2716A-123D-4C26-AAD1-60B01E1A2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4212" name="Line 20">
              <a:extLst>
                <a:ext uri="{FF2B5EF4-FFF2-40B4-BE49-F238E27FC236}">
                  <a16:creationId xmlns:a16="http://schemas.microsoft.com/office/drawing/2014/main" id="{6C6B2EBA-0757-4EDB-8DEE-CDACF11AD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4213" name="Line 21">
              <a:extLst>
                <a:ext uri="{FF2B5EF4-FFF2-40B4-BE49-F238E27FC236}">
                  <a16:creationId xmlns:a16="http://schemas.microsoft.com/office/drawing/2014/main" id="{5CF50240-B236-401F-AC7D-2B594C0CA3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Text Box 12">
            <a:extLst>
              <a:ext uri="{FF2B5EF4-FFF2-40B4-BE49-F238E27FC236}">
                <a16:creationId xmlns:a16="http://schemas.microsoft.com/office/drawing/2014/main" id="{01187AEA-22A8-EB5A-778D-0079E054D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4" name="Text Box 24">
            <a:extLst>
              <a:ext uri="{FF2B5EF4-FFF2-40B4-BE49-F238E27FC236}">
                <a16:creationId xmlns:a16="http://schemas.microsoft.com/office/drawing/2014/main" id="{2B573AA8-E7C0-F7A1-BEB6-D67B4D0BD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75" y="3657600"/>
            <a:ext cx="1017588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376EAD-71DA-D9B4-590E-AEC8FA48EE39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Pass=2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308F13C4-345C-4CB0-9EED-5D7D61831E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6243" name="Text Box 3">
            <a:extLst>
              <a:ext uri="{FF2B5EF4-FFF2-40B4-BE49-F238E27FC236}">
                <a16:creationId xmlns:a16="http://schemas.microsoft.com/office/drawing/2014/main" id="{BF4E77AC-84A2-4BAC-A0A3-9C0D3923E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6244" name="Text Box 4">
            <a:extLst>
              <a:ext uri="{FF2B5EF4-FFF2-40B4-BE49-F238E27FC236}">
                <a16:creationId xmlns:a16="http://schemas.microsoft.com/office/drawing/2014/main" id="{76675E0D-B27D-403B-ACD5-A158E97BA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6245" name="Text Box 5">
            <a:extLst>
              <a:ext uri="{FF2B5EF4-FFF2-40B4-BE49-F238E27FC236}">
                <a16:creationId xmlns:a16="http://schemas.microsoft.com/office/drawing/2014/main" id="{1F0ABDC2-00DF-4116-96E0-89E4DE5C6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6246" name="Text Box 6">
            <a:extLst>
              <a:ext uri="{FF2B5EF4-FFF2-40B4-BE49-F238E27FC236}">
                <a16:creationId xmlns:a16="http://schemas.microsoft.com/office/drawing/2014/main" id="{EA08AAD0-83CC-4C50-9CF0-D0F43C0EB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6247" name="Text Box 7">
            <a:extLst>
              <a:ext uri="{FF2B5EF4-FFF2-40B4-BE49-F238E27FC236}">
                <a16:creationId xmlns:a16="http://schemas.microsoft.com/office/drawing/2014/main" id="{E654E6E2-B978-4EB9-AACF-A28FA25D1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6248" name="Text Box 8">
            <a:extLst>
              <a:ext uri="{FF2B5EF4-FFF2-40B4-BE49-F238E27FC236}">
                <a16:creationId xmlns:a16="http://schemas.microsoft.com/office/drawing/2014/main" id="{E9AB6B7D-C4F1-491D-85F4-D46B22307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6249" name="Text Box 9">
            <a:extLst>
              <a:ext uri="{FF2B5EF4-FFF2-40B4-BE49-F238E27FC236}">
                <a16:creationId xmlns:a16="http://schemas.microsoft.com/office/drawing/2014/main" id="{B65F6623-0AFA-48F8-B112-FAE10BA4C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6250" name="Text Box 10">
            <a:extLst>
              <a:ext uri="{FF2B5EF4-FFF2-40B4-BE49-F238E27FC236}">
                <a16:creationId xmlns:a16="http://schemas.microsoft.com/office/drawing/2014/main" id="{D1940EEC-4FC9-4C31-9A33-C9A27A25A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66258" name="Group 18">
            <a:extLst>
              <a:ext uri="{FF2B5EF4-FFF2-40B4-BE49-F238E27FC236}">
                <a16:creationId xmlns:a16="http://schemas.microsoft.com/office/drawing/2014/main" id="{949B17DF-B96D-4C75-8695-2B932D5339D1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498975" y="4152900"/>
            <a:ext cx="590550" cy="446088"/>
            <a:chOff x="1760" y="2424"/>
            <a:chExt cx="372" cy="502"/>
          </a:xfrm>
        </p:grpSpPr>
        <p:sp>
          <p:nvSpPr>
            <p:cNvPr id="266259" name="Line 19">
              <a:extLst>
                <a:ext uri="{FF2B5EF4-FFF2-40B4-BE49-F238E27FC236}">
                  <a16:creationId xmlns:a16="http://schemas.microsoft.com/office/drawing/2014/main" id="{4D051DFD-5885-4C4B-8D88-88F1CC3265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260" name="Line 20">
              <a:extLst>
                <a:ext uri="{FF2B5EF4-FFF2-40B4-BE49-F238E27FC236}">
                  <a16:creationId xmlns:a16="http://schemas.microsoft.com/office/drawing/2014/main" id="{A4E33A92-9211-4433-9AEA-EF844DBDB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261" name="Line 21">
              <a:extLst>
                <a:ext uri="{FF2B5EF4-FFF2-40B4-BE49-F238E27FC236}">
                  <a16:creationId xmlns:a16="http://schemas.microsoft.com/office/drawing/2014/main" id="{E7A59B37-DEE1-41B5-BA7C-EAB8DCD7F2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264" name="Text Box 24">
            <a:extLst>
              <a:ext uri="{FF2B5EF4-FFF2-40B4-BE49-F238E27FC236}">
                <a16:creationId xmlns:a16="http://schemas.microsoft.com/office/drawing/2014/main" id="{4AA084C1-5E53-4FAD-B441-CDBFEF845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75" y="3657600"/>
            <a:ext cx="1017588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4F950384-D185-0389-DA4A-9E7081724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ED4905-9654-76B8-5738-0F4FBAAEDB7C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Pass=2</a:t>
            </a:r>
            <a:endParaRPr lang="en-US" sz="2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3F087424-38E5-404B-ADF0-07CFE20D0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7267" name="Text Box 3">
            <a:extLst>
              <a:ext uri="{FF2B5EF4-FFF2-40B4-BE49-F238E27FC236}">
                <a16:creationId xmlns:a16="http://schemas.microsoft.com/office/drawing/2014/main" id="{9524F7FE-07FD-4792-82E6-40FA7A627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7268" name="Text Box 4">
            <a:extLst>
              <a:ext uri="{FF2B5EF4-FFF2-40B4-BE49-F238E27FC236}">
                <a16:creationId xmlns:a16="http://schemas.microsoft.com/office/drawing/2014/main" id="{5A242BF6-4614-4E22-B113-3F3B2570E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7269" name="Text Box 5">
            <a:extLst>
              <a:ext uri="{FF2B5EF4-FFF2-40B4-BE49-F238E27FC236}">
                <a16:creationId xmlns:a16="http://schemas.microsoft.com/office/drawing/2014/main" id="{95BF6A32-8B59-402A-9933-BA2AE3EF7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7270" name="Text Box 6">
            <a:extLst>
              <a:ext uri="{FF2B5EF4-FFF2-40B4-BE49-F238E27FC236}">
                <a16:creationId xmlns:a16="http://schemas.microsoft.com/office/drawing/2014/main" id="{C974E70E-C492-4AD2-AB5E-910155EDC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7271" name="Text Box 7">
            <a:extLst>
              <a:ext uri="{FF2B5EF4-FFF2-40B4-BE49-F238E27FC236}">
                <a16:creationId xmlns:a16="http://schemas.microsoft.com/office/drawing/2014/main" id="{4D3C9E9D-3FCD-4E21-8CFC-820550D3B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7272" name="Text Box 8">
            <a:extLst>
              <a:ext uri="{FF2B5EF4-FFF2-40B4-BE49-F238E27FC236}">
                <a16:creationId xmlns:a16="http://schemas.microsoft.com/office/drawing/2014/main" id="{38458545-A2BD-4D59-A089-EC2F215A4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7273" name="Text Box 9">
            <a:extLst>
              <a:ext uri="{FF2B5EF4-FFF2-40B4-BE49-F238E27FC236}">
                <a16:creationId xmlns:a16="http://schemas.microsoft.com/office/drawing/2014/main" id="{7756E792-94FE-4271-9952-A3721B811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7274" name="Text Box 10">
            <a:extLst>
              <a:ext uri="{FF2B5EF4-FFF2-40B4-BE49-F238E27FC236}">
                <a16:creationId xmlns:a16="http://schemas.microsoft.com/office/drawing/2014/main" id="{8F3C0F65-6F22-46A8-A028-457FC39B6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67282" name="Group 18">
            <a:extLst>
              <a:ext uri="{FF2B5EF4-FFF2-40B4-BE49-F238E27FC236}">
                <a16:creationId xmlns:a16="http://schemas.microsoft.com/office/drawing/2014/main" id="{476F869F-C835-4B1D-8B0F-0A43DE185FD9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056188" y="4152900"/>
            <a:ext cx="590550" cy="446088"/>
            <a:chOff x="1760" y="2424"/>
            <a:chExt cx="372" cy="502"/>
          </a:xfrm>
        </p:grpSpPr>
        <p:sp>
          <p:nvSpPr>
            <p:cNvPr id="267283" name="Line 19">
              <a:extLst>
                <a:ext uri="{FF2B5EF4-FFF2-40B4-BE49-F238E27FC236}">
                  <a16:creationId xmlns:a16="http://schemas.microsoft.com/office/drawing/2014/main" id="{BCB0C669-E09D-4A0E-BFF4-7F83DD17A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284" name="Line 20">
              <a:extLst>
                <a:ext uri="{FF2B5EF4-FFF2-40B4-BE49-F238E27FC236}">
                  <a16:creationId xmlns:a16="http://schemas.microsoft.com/office/drawing/2014/main" id="{2E6D707A-9ECD-45D0-AF6E-DEF8BE323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285" name="Line 21">
              <a:extLst>
                <a:ext uri="{FF2B5EF4-FFF2-40B4-BE49-F238E27FC236}">
                  <a16:creationId xmlns:a16="http://schemas.microsoft.com/office/drawing/2014/main" id="{E4B1FFCE-E84F-4AC0-A5CE-B90F9A6E6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0695EF50-7FE9-2139-83E2-0E6CD0A38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 Box 24">
            <a:extLst>
              <a:ext uri="{FF2B5EF4-FFF2-40B4-BE49-F238E27FC236}">
                <a16:creationId xmlns:a16="http://schemas.microsoft.com/office/drawing/2014/main" id="{E189038B-A3CF-1AED-C2F0-BECA72C67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75" y="3657600"/>
            <a:ext cx="1017588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D6561-51E1-13B4-A992-DF2FA8390942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Pass=2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>
            <a:extLst>
              <a:ext uri="{FF2B5EF4-FFF2-40B4-BE49-F238E27FC236}">
                <a16:creationId xmlns:a16="http://schemas.microsoft.com/office/drawing/2014/main" id="{4412CC23-9FBC-449E-9516-EBC66D1A45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9315" name="Text Box 3">
            <a:extLst>
              <a:ext uri="{FF2B5EF4-FFF2-40B4-BE49-F238E27FC236}">
                <a16:creationId xmlns:a16="http://schemas.microsoft.com/office/drawing/2014/main" id="{42C644DE-30CA-405D-84F1-DA0CAEF59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9316" name="Text Box 4">
            <a:extLst>
              <a:ext uri="{FF2B5EF4-FFF2-40B4-BE49-F238E27FC236}">
                <a16:creationId xmlns:a16="http://schemas.microsoft.com/office/drawing/2014/main" id="{8757BDEC-35FB-469B-936F-DE394B4C1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9317" name="Text Box 5">
            <a:extLst>
              <a:ext uri="{FF2B5EF4-FFF2-40B4-BE49-F238E27FC236}">
                <a16:creationId xmlns:a16="http://schemas.microsoft.com/office/drawing/2014/main" id="{4B4B294F-5196-42FA-982B-E3766FA35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9318" name="Text Box 6">
            <a:extLst>
              <a:ext uri="{FF2B5EF4-FFF2-40B4-BE49-F238E27FC236}">
                <a16:creationId xmlns:a16="http://schemas.microsoft.com/office/drawing/2014/main" id="{88AF8351-8984-4BC1-89B3-AB48C5B97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9319" name="Text Box 7">
            <a:extLst>
              <a:ext uri="{FF2B5EF4-FFF2-40B4-BE49-F238E27FC236}">
                <a16:creationId xmlns:a16="http://schemas.microsoft.com/office/drawing/2014/main" id="{1B73F140-27F5-4DC1-ADC1-70212E58C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9320" name="Text Box 8">
            <a:extLst>
              <a:ext uri="{FF2B5EF4-FFF2-40B4-BE49-F238E27FC236}">
                <a16:creationId xmlns:a16="http://schemas.microsoft.com/office/drawing/2014/main" id="{85B8B8C4-F33F-4454-BC68-9E90CA31D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9321" name="Text Box 9">
            <a:extLst>
              <a:ext uri="{FF2B5EF4-FFF2-40B4-BE49-F238E27FC236}">
                <a16:creationId xmlns:a16="http://schemas.microsoft.com/office/drawing/2014/main" id="{EEEF9B75-8A97-4228-927D-F9866481E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9322" name="Text Box 10">
            <a:extLst>
              <a:ext uri="{FF2B5EF4-FFF2-40B4-BE49-F238E27FC236}">
                <a16:creationId xmlns:a16="http://schemas.microsoft.com/office/drawing/2014/main" id="{DA8A13C6-2090-4FD4-AE3F-6A1C4552F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69330" name="Group 18">
            <a:extLst>
              <a:ext uri="{FF2B5EF4-FFF2-40B4-BE49-F238E27FC236}">
                <a16:creationId xmlns:a16="http://schemas.microsoft.com/office/drawing/2014/main" id="{AEE0AFAD-256D-45A7-A57E-4FFA94C9E0CE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056188" y="4152900"/>
            <a:ext cx="590550" cy="446088"/>
            <a:chOff x="1760" y="2424"/>
            <a:chExt cx="372" cy="502"/>
          </a:xfrm>
        </p:grpSpPr>
        <p:sp>
          <p:nvSpPr>
            <p:cNvPr id="269331" name="Line 19">
              <a:extLst>
                <a:ext uri="{FF2B5EF4-FFF2-40B4-BE49-F238E27FC236}">
                  <a16:creationId xmlns:a16="http://schemas.microsoft.com/office/drawing/2014/main" id="{E1D36746-75D8-46E1-9929-01967D72AD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332" name="Line 20">
              <a:extLst>
                <a:ext uri="{FF2B5EF4-FFF2-40B4-BE49-F238E27FC236}">
                  <a16:creationId xmlns:a16="http://schemas.microsoft.com/office/drawing/2014/main" id="{229EB3A0-BEFC-48FC-9B14-75ED5BEF9B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333" name="Line 21">
              <a:extLst>
                <a:ext uri="{FF2B5EF4-FFF2-40B4-BE49-F238E27FC236}">
                  <a16:creationId xmlns:a16="http://schemas.microsoft.com/office/drawing/2014/main" id="{44057EB9-D1A5-4098-AF77-A4A0FE8B02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9336" name="Text Box 24">
            <a:extLst>
              <a:ext uri="{FF2B5EF4-FFF2-40B4-BE49-F238E27FC236}">
                <a16:creationId xmlns:a16="http://schemas.microsoft.com/office/drawing/2014/main" id="{12607540-457A-4EDE-B7A0-CEC626608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75" y="3657600"/>
            <a:ext cx="1017588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E7EABF0E-0F20-F9FA-2425-3DB8E439D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0B70CB-E6F5-7845-394B-27F2362B2986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Pass=2</a:t>
            </a:r>
            <a:endParaRPr lang="en-US" sz="2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>
            <a:extLst>
              <a:ext uri="{FF2B5EF4-FFF2-40B4-BE49-F238E27FC236}">
                <a16:creationId xmlns:a16="http://schemas.microsoft.com/office/drawing/2014/main" id="{7936B288-7B89-4423-AD5E-553A92EDE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After Second Pass of Outer Loop</a:t>
            </a:r>
          </a:p>
        </p:txBody>
      </p:sp>
      <p:sp>
        <p:nvSpPr>
          <p:cNvPr id="270339" name="Text Box 3">
            <a:extLst>
              <a:ext uri="{FF2B5EF4-FFF2-40B4-BE49-F238E27FC236}">
                <a16:creationId xmlns:a16="http://schemas.microsoft.com/office/drawing/2014/main" id="{3349426A-958A-4A2B-9400-556C18A1C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0340" name="Text Box 4">
            <a:extLst>
              <a:ext uri="{FF2B5EF4-FFF2-40B4-BE49-F238E27FC236}">
                <a16:creationId xmlns:a16="http://schemas.microsoft.com/office/drawing/2014/main" id="{697DFC58-E04C-4853-A082-E89EF9B2E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0341" name="Text Box 5">
            <a:extLst>
              <a:ext uri="{FF2B5EF4-FFF2-40B4-BE49-F238E27FC236}">
                <a16:creationId xmlns:a16="http://schemas.microsoft.com/office/drawing/2014/main" id="{9BFDBD64-2096-4883-8AEF-58ADD0388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0342" name="Text Box 6">
            <a:extLst>
              <a:ext uri="{FF2B5EF4-FFF2-40B4-BE49-F238E27FC236}">
                <a16:creationId xmlns:a16="http://schemas.microsoft.com/office/drawing/2014/main" id="{A43F6EB7-0FAE-4D09-95D7-F47131CC6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0343" name="Text Box 7">
            <a:extLst>
              <a:ext uri="{FF2B5EF4-FFF2-40B4-BE49-F238E27FC236}">
                <a16:creationId xmlns:a16="http://schemas.microsoft.com/office/drawing/2014/main" id="{D1BFCAA1-3F2F-4FA1-A618-E9C973D75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0344" name="Text Box 8">
            <a:extLst>
              <a:ext uri="{FF2B5EF4-FFF2-40B4-BE49-F238E27FC236}">
                <a16:creationId xmlns:a16="http://schemas.microsoft.com/office/drawing/2014/main" id="{0EA52C17-6575-4CEE-B668-8E0B361B6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0345" name="Text Box 9">
            <a:extLst>
              <a:ext uri="{FF2B5EF4-FFF2-40B4-BE49-F238E27FC236}">
                <a16:creationId xmlns:a16="http://schemas.microsoft.com/office/drawing/2014/main" id="{4EB2F0EC-94D2-4FBF-A192-B9E44F54F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0346" name="Text Box 10">
            <a:extLst>
              <a:ext uri="{FF2B5EF4-FFF2-40B4-BE49-F238E27FC236}">
                <a16:creationId xmlns:a16="http://schemas.microsoft.com/office/drawing/2014/main" id="{216767B1-9C47-4D94-8ABD-10B36BF99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70354" name="Group 18">
            <a:extLst>
              <a:ext uri="{FF2B5EF4-FFF2-40B4-BE49-F238E27FC236}">
                <a16:creationId xmlns:a16="http://schemas.microsoft.com/office/drawing/2014/main" id="{B6982AC0-D75A-4924-B1EA-B613A01C50B4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667375" y="4152900"/>
            <a:ext cx="590550" cy="446088"/>
            <a:chOff x="1760" y="2424"/>
            <a:chExt cx="372" cy="502"/>
          </a:xfrm>
        </p:grpSpPr>
        <p:sp>
          <p:nvSpPr>
            <p:cNvPr id="270355" name="Line 19">
              <a:extLst>
                <a:ext uri="{FF2B5EF4-FFF2-40B4-BE49-F238E27FC236}">
                  <a16:creationId xmlns:a16="http://schemas.microsoft.com/office/drawing/2014/main" id="{A2E9788C-6D1E-4EC3-8520-18CFB0B55E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0356" name="Line 20">
              <a:extLst>
                <a:ext uri="{FF2B5EF4-FFF2-40B4-BE49-F238E27FC236}">
                  <a16:creationId xmlns:a16="http://schemas.microsoft.com/office/drawing/2014/main" id="{B0666E8A-B54B-4DC3-8AB7-85418228F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0357" name="Line 21">
              <a:extLst>
                <a:ext uri="{FF2B5EF4-FFF2-40B4-BE49-F238E27FC236}">
                  <a16:creationId xmlns:a16="http://schemas.microsoft.com/office/drawing/2014/main" id="{A18B82E8-0C12-491F-9C76-35DBAA0E4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0361" name="Text Box 25">
            <a:extLst>
              <a:ext uri="{FF2B5EF4-FFF2-40B4-BE49-F238E27FC236}">
                <a16:creationId xmlns:a16="http://schemas.microsoft.com/office/drawing/2014/main" id="{EDC0F3C0-00BD-4092-B55A-C72F52145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3" y="2809875"/>
            <a:ext cx="4497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Finished second “Bubble Up”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023C6797-E18A-8A94-D0F3-1943359C7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819C3D-2654-EFF2-CFFE-EE7E0B631B00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Pass=2</a:t>
            </a:r>
            <a:endParaRPr lang="en-US" sz="2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>
            <a:extLst>
              <a:ext uri="{FF2B5EF4-FFF2-40B4-BE49-F238E27FC236}">
                <a16:creationId xmlns:a16="http://schemas.microsoft.com/office/drawing/2014/main" id="{F19BECFD-81E5-48F0-A9E0-299C4B802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1363" name="Text Box 3">
            <a:extLst>
              <a:ext uri="{FF2B5EF4-FFF2-40B4-BE49-F238E27FC236}">
                <a16:creationId xmlns:a16="http://schemas.microsoft.com/office/drawing/2014/main" id="{642569E7-E5DA-4DE7-9820-A91FA117C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1364" name="Text Box 4">
            <a:extLst>
              <a:ext uri="{FF2B5EF4-FFF2-40B4-BE49-F238E27FC236}">
                <a16:creationId xmlns:a16="http://schemas.microsoft.com/office/drawing/2014/main" id="{F2F8336D-4C8B-4F95-BFF8-2483C46DE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1365" name="Text Box 5">
            <a:extLst>
              <a:ext uri="{FF2B5EF4-FFF2-40B4-BE49-F238E27FC236}">
                <a16:creationId xmlns:a16="http://schemas.microsoft.com/office/drawing/2014/main" id="{D35DB8FA-C9B2-485A-B7F1-85D9CCFA8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1366" name="Text Box 6">
            <a:extLst>
              <a:ext uri="{FF2B5EF4-FFF2-40B4-BE49-F238E27FC236}">
                <a16:creationId xmlns:a16="http://schemas.microsoft.com/office/drawing/2014/main" id="{9CD63343-BCAE-4737-9CBA-71E040010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1367" name="Text Box 7">
            <a:extLst>
              <a:ext uri="{FF2B5EF4-FFF2-40B4-BE49-F238E27FC236}">
                <a16:creationId xmlns:a16="http://schemas.microsoft.com/office/drawing/2014/main" id="{260E8B8E-05CA-4B2C-AAF8-3197F69FE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1368" name="Text Box 8">
            <a:extLst>
              <a:ext uri="{FF2B5EF4-FFF2-40B4-BE49-F238E27FC236}">
                <a16:creationId xmlns:a16="http://schemas.microsoft.com/office/drawing/2014/main" id="{6E80782B-1548-4C2F-AC6B-214EBC705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1369" name="Text Box 9">
            <a:extLst>
              <a:ext uri="{FF2B5EF4-FFF2-40B4-BE49-F238E27FC236}">
                <a16:creationId xmlns:a16="http://schemas.microsoft.com/office/drawing/2014/main" id="{07D20084-A243-4C3E-9CFF-FB727BFA8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1370" name="Text Box 10">
            <a:extLst>
              <a:ext uri="{FF2B5EF4-FFF2-40B4-BE49-F238E27FC236}">
                <a16:creationId xmlns:a16="http://schemas.microsoft.com/office/drawing/2014/main" id="{793DE043-3C4D-45A8-AC02-7043FC22E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71378" name="Group 18">
            <a:extLst>
              <a:ext uri="{FF2B5EF4-FFF2-40B4-BE49-F238E27FC236}">
                <a16:creationId xmlns:a16="http://schemas.microsoft.com/office/drawing/2014/main" id="{483DA565-C2DC-44C5-AC0C-25788497F58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52900"/>
            <a:ext cx="590550" cy="446088"/>
            <a:chOff x="1760" y="2424"/>
            <a:chExt cx="372" cy="502"/>
          </a:xfrm>
        </p:grpSpPr>
        <p:sp>
          <p:nvSpPr>
            <p:cNvPr id="271379" name="Line 19">
              <a:extLst>
                <a:ext uri="{FF2B5EF4-FFF2-40B4-BE49-F238E27FC236}">
                  <a16:creationId xmlns:a16="http://schemas.microsoft.com/office/drawing/2014/main" id="{E3F24936-A33B-4035-A339-4B0A35D8BF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1380" name="Line 20">
              <a:extLst>
                <a:ext uri="{FF2B5EF4-FFF2-40B4-BE49-F238E27FC236}">
                  <a16:creationId xmlns:a16="http://schemas.microsoft.com/office/drawing/2014/main" id="{0AC75F2E-BA4E-4195-974B-C1F8783D0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1381" name="Line 21">
              <a:extLst>
                <a:ext uri="{FF2B5EF4-FFF2-40B4-BE49-F238E27FC236}">
                  <a16:creationId xmlns:a16="http://schemas.microsoft.com/office/drawing/2014/main" id="{9DB78194-400F-4CF0-A26C-A864FA8099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7FEA80E0-41AB-4378-DB10-26C46156E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 Box 24">
            <a:extLst>
              <a:ext uri="{FF2B5EF4-FFF2-40B4-BE49-F238E27FC236}">
                <a16:creationId xmlns:a16="http://schemas.microsoft.com/office/drawing/2014/main" id="{EE2F68B2-4A90-B946-1AD4-691AEEDF6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6B424F-109E-5CE5-B75B-7CB069F591B5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Pass=3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>
            <a:extLst>
              <a:ext uri="{FF2B5EF4-FFF2-40B4-BE49-F238E27FC236}">
                <a16:creationId xmlns:a16="http://schemas.microsoft.com/office/drawing/2014/main" id="{77EE2786-5184-47BC-B09C-670C477AE3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3411" name="Text Box 3">
            <a:extLst>
              <a:ext uri="{FF2B5EF4-FFF2-40B4-BE49-F238E27FC236}">
                <a16:creationId xmlns:a16="http://schemas.microsoft.com/office/drawing/2014/main" id="{FE938307-34A1-4E97-AB4B-8B5A6ED44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3412" name="Text Box 4">
            <a:extLst>
              <a:ext uri="{FF2B5EF4-FFF2-40B4-BE49-F238E27FC236}">
                <a16:creationId xmlns:a16="http://schemas.microsoft.com/office/drawing/2014/main" id="{4C529978-1309-45AD-935B-EC75BD969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3413" name="Text Box 5">
            <a:extLst>
              <a:ext uri="{FF2B5EF4-FFF2-40B4-BE49-F238E27FC236}">
                <a16:creationId xmlns:a16="http://schemas.microsoft.com/office/drawing/2014/main" id="{4562CF4B-8419-4276-BAA7-C80126F72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3414" name="Text Box 6">
            <a:extLst>
              <a:ext uri="{FF2B5EF4-FFF2-40B4-BE49-F238E27FC236}">
                <a16:creationId xmlns:a16="http://schemas.microsoft.com/office/drawing/2014/main" id="{6BFECFD8-5FD5-491A-9837-7D4ADA164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3415" name="Text Box 7">
            <a:extLst>
              <a:ext uri="{FF2B5EF4-FFF2-40B4-BE49-F238E27FC236}">
                <a16:creationId xmlns:a16="http://schemas.microsoft.com/office/drawing/2014/main" id="{9CD275F3-D69E-4938-B897-1A2F466C2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3416" name="Text Box 8">
            <a:extLst>
              <a:ext uri="{FF2B5EF4-FFF2-40B4-BE49-F238E27FC236}">
                <a16:creationId xmlns:a16="http://schemas.microsoft.com/office/drawing/2014/main" id="{DAC436B4-F1D1-4394-A69A-39D0FB30F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3417" name="Text Box 9">
            <a:extLst>
              <a:ext uri="{FF2B5EF4-FFF2-40B4-BE49-F238E27FC236}">
                <a16:creationId xmlns:a16="http://schemas.microsoft.com/office/drawing/2014/main" id="{6FF30E01-E3AC-4015-BE3B-0A702A181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3418" name="Text Box 10">
            <a:extLst>
              <a:ext uri="{FF2B5EF4-FFF2-40B4-BE49-F238E27FC236}">
                <a16:creationId xmlns:a16="http://schemas.microsoft.com/office/drawing/2014/main" id="{F9EFFB80-2388-4039-ABA2-538C01D52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73426" name="Group 18">
            <a:extLst>
              <a:ext uri="{FF2B5EF4-FFF2-40B4-BE49-F238E27FC236}">
                <a16:creationId xmlns:a16="http://schemas.microsoft.com/office/drawing/2014/main" id="{4E172DD7-7374-482F-A1F1-5E42F9A48445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52900"/>
            <a:ext cx="590550" cy="446088"/>
            <a:chOff x="1760" y="2424"/>
            <a:chExt cx="372" cy="502"/>
          </a:xfrm>
        </p:grpSpPr>
        <p:sp>
          <p:nvSpPr>
            <p:cNvPr id="273427" name="Line 19">
              <a:extLst>
                <a:ext uri="{FF2B5EF4-FFF2-40B4-BE49-F238E27FC236}">
                  <a16:creationId xmlns:a16="http://schemas.microsoft.com/office/drawing/2014/main" id="{5966F8E7-E1E2-48B0-9047-65D16F3D3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428" name="Line 20">
              <a:extLst>
                <a:ext uri="{FF2B5EF4-FFF2-40B4-BE49-F238E27FC236}">
                  <a16:creationId xmlns:a16="http://schemas.microsoft.com/office/drawing/2014/main" id="{A2A38C20-D603-43C0-9A01-680BDE320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429" name="Line 21">
              <a:extLst>
                <a:ext uri="{FF2B5EF4-FFF2-40B4-BE49-F238E27FC236}">
                  <a16:creationId xmlns:a16="http://schemas.microsoft.com/office/drawing/2014/main" id="{39072484-A730-4BA8-80B3-E7F315DA6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3432" name="Text Box 24">
            <a:extLst>
              <a:ext uri="{FF2B5EF4-FFF2-40B4-BE49-F238E27FC236}">
                <a16:creationId xmlns:a16="http://schemas.microsoft.com/office/drawing/2014/main" id="{BC0C40D8-E88B-450B-99EC-72666CC00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6F44A711-5257-8E1E-E375-BFD30DE24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0A18F0-1D59-2DD3-AB04-EDB918C20D16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Pass=3</a:t>
            </a:r>
            <a:endParaRPr lang="en-US" sz="2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23AACD18-564D-4950-AB90-9A6F8FD1B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4435" name="Text Box 3">
            <a:extLst>
              <a:ext uri="{FF2B5EF4-FFF2-40B4-BE49-F238E27FC236}">
                <a16:creationId xmlns:a16="http://schemas.microsoft.com/office/drawing/2014/main" id="{0F95B838-8B33-4B89-B5E5-7920DD108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A7760825-E6A7-4F42-9192-D52A0C46C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4437" name="Text Box 5">
            <a:extLst>
              <a:ext uri="{FF2B5EF4-FFF2-40B4-BE49-F238E27FC236}">
                <a16:creationId xmlns:a16="http://schemas.microsoft.com/office/drawing/2014/main" id="{C52DB088-0A4C-4E94-8C8A-40FAECF47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4438" name="Text Box 6">
            <a:extLst>
              <a:ext uri="{FF2B5EF4-FFF2-40B4-BE49-F238E27FC236}">
                <a16:creationId xmlns:a16="http://schemas.microsoft.com/office/drawing/2014/main" id="{372AD5CF-28F4-49B3-85D1-8775A2586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4439" name="Text Box 7">
            <a:extLst>
              <a:ext uri="{FF2B5EF4-FFF2-40B4-BE49-F238E27FC236}">
                <a16:creationId xmlns:a16="http://schemas.microsoft.com/office/drawing/2014/main" id="{0976873A-45CC-490E-8D1A-8E2334480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4440" name="Text Box 8">
            <a:extLst>
              <a:ext uri="{FF2B5EF4-FFF2-40B4-BE49-F238E27FC236}">
                <a16:creationId xmlns:a16="http://schemas.microsoft.com/office/drawing/2014/main" id="{112F6ED5-64FC-43D1-A0FF-1C33B032F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4441" name="Text Box 9">
            <a:extLst>
              <a:ext uri="{FF2B5EF4-FFF2-40B4-BE49-F238E27FC236}">
                <a16:creationId xmlns:a16="http://schemas.microsoft.com/office/drawing/2014/main" id="{504C7195-20EF-4495-8842-5E2860211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4442" name="Text Box 10">
            <a:extLst>
              <a:ext uri="{FF2B5EF4-FFF2-40B4-BE49-F238E27FC236}">
                <a16:creationId xmlns:a16="http://schemas.microsoft.com/office/drawing/2014/main" id="{884891B8-41E6-4658-9005-74473BB72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74450" name="Group 18">
            <a:extLst>
              <a:ext uri="{FF2B5EF4-FFF2-40B4-BE49-F238E27FC236}">
                <a16:creationId xmlns:a16="http://schemas.microsoft.com/office/drawing/2014/main" id="{709776B0-2F77-4554-B079-0B69F05EDB61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52900"/>
            <a:ext cx="590550" cy="446088"/>
            <a:chOff x="1760" y="2424"/>
            <a:chExt cx="372" cy="502"/>
          </a:xfrm>
        </p:grpSpPr>
        <p:sp>
          <p:nvSpPr>
            <p:cNvPr id="274451" name="Line 19">
              <a:extLst>
                <a:ext uri="{FF2B5EF4-FFF2-40B4-BE49-F238E27FC236}">
                  <a16:creationId xmlns:a16="http://schemas.microsoft.com/office/drawing/2014/main" id="{E8FC7C1D-F64A-44E3-A716-4A8360E7B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452" name="Line 20">
              <a:extLst>
                <a:ext uri="{FF2B5EF4-FFF2-40B4-BE49-F238E27FC236}">
                  <a16:creationId xmlns:a16="http://schemas.microsoft.com/office/drawing/2014/main" id="{B044A20E-524F-437E-81F9-CEC8654A9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453" name="Line 21">
              <a:extLst>
                <a:ext uri="{FF2B5EF4-FFF2-40B4-BE49-F238E27FC236}">
                  <a16:creationId xmlns:a16="http://schemas.microsoft.com/office/drawing/2014/main" id="{2F5E7859-6394-4E69-B728-52F7FC623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556A4261-202F-E517-3980-487CC8F1F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4" name="Text Box 24">
            <a:extLst>
              <a:ext uri="{FF2B5EF4-FFF2-40B4-BE49-F238E27FC236}">
                <a16:creationId xmlns:a16="http://schemas.microsoft.com/office/drawing/2014/main" id="{437B6DE1-A552-ABAF-80D4-A5C801EFE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893B9-7426-70CE-B053-C42276929592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Pass=3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>
            <a:extLst>
              <a:ext uri="{FF2B5EF4-FFF2-40B4-BE49-F238E27FC236}">
                <a16:creationId xmlns:a16="http://schemas.microsoft.com/office/drawing/2014/main" id="{215612AD-EEDE-47FD-BFDA-460F77F27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6483" name="Text Box 3">
            <a:extLst>
              <a:ext uri="{FF2B5EF4-FFF2-40B4-BE49-F238E27FC236}">
                <a16:creationId xmlns:a16="http://schemas.microsoft.com/office/drawing/2014/main" id="{D4321AE8-A94B-4A29-9146-795799E61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6484" name="Text Box 4">
            <a:extLst>
              <a:ext uri="{FF2B5EF4-FFF2-40B4-BE49-F238E27FC236}">
                <a16:creationId xmlns:a16="http://schemas.microsoft.com/office/drawing/2014/main" id="{23734B5D-FD85-46CD-BB20-F6FD255AA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6485" name="Text Box 5">
            <a:extLst>
              <a:ext uri="{FF2B5EF4-FFF2-40B4-BE49-F238E27FC236}">
                <a16:creationId xmlns:a16="http://schemas.microsoft.com/office/drawing/2014/main" id="{9FCE64D1-AA8C-40A2-9A86-96C671BA2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6486" name="Text Box 6">
            <a:extLst>
              <a:ext uri="{FF2B5EF4-FFF2-40B4-BE49-F238E27FC236}">
                <a16:creationId xmlns:a16="http://schemas.microsoft.com/office/drawing/2014/main" id="{C4BA1D4B-7A36-44DF-887C-0CF5A867C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6487" name="Text Box 7">
            <a:extLst>
              <a:ext uri="{FF2B5EF4-FFF2-40B4-BE49-F238E27FC236}">
                <a16:creationId xmlns:a16="http://schemas.microsoft.com/office/drawing/2014/main" id="{A227D622-5D91-42BA-9552-8F8C15236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6488" name="Text Box 8">
            <a:extLst>
              <a:ext uri="{FF2B5EF4-FFF2-40B4-BE49-F238E27FC236}">
                <a16:creationId xmlns:a16="http://schemas.microsoft.com/office/drawing/2014/main" id="{6D86E910-961A-47DC-A798-0BABEA14E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6489" name="Text Box 9">
            <a:extLst>
              <a:ext uri="{FF2B5EF4-FFF2-40B4-BE49-F238E27FC236}">
                <a16:creationId xmlns:a16="http://schemas.microsoft.com/office/drawing/2014/main" id="{A07F072D-F4CF-4962-8615-E476D7F22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6490" name="Text Box 10">
            <a:extLst>
              <a:ext uri="{FF2B5EF4-FFF2-40B4-BE49-F238E27FC236}">
                <a16:creationId xmlns:a16="http://schemas.microsoft.com/office/drawing/2014/main" id="{160BF24F-44E7-4E5E-A652-B484DA609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76498" name="Group 18">
            <a:extLst>
              <a:ext uri="{FF2B5EF4-FFF2-40B4-BE49-F238E27FC236}">
                <a16:creationId xmlns:a16="http://schemas.microsoft.com/office/drawing/2014/main" id="{E34918F7-B9EF-49D6-A813-6108AE403205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52900"/>
            <a:ext cx="590550" cy="446088"/>
            <a:chOff x="1760" y="2424"/>
            <a:chExt cx="372" cy="502"/>
          </a:xfrm>
        </p:grpSpPr>
        <p:sp>
          <p:nvSpPr>
            <p:cNvPr id="276499" name="Line 19">
              <a:extLst>
                <a:ext uri="{FF2B5EF4-FFF2-40B4-BE49-F238E27FC236}">
                  <a16:creationId xmlns:a16="http://schemas.microsoft.com/office/drawing/2014/main" id="{6A077389-75B2-4214-BF53-849EFAFF09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00" name="Line 20">
              <a:extLst>
                <a:ext uri="{FF2B5EF4-FFF2-40B4-BE49-F238E27FC236}">
                  <a16:creationId xmlns:a16="http://schemas.microsoft.com/office/drawing/2014/main" id="{1B22B13A-12A7-4CDB-ABBA-DD519DE985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01" name="Line 21">
              <a:extLst>
                <a:ext uri="{FF2B5EF4-FFF2-40B4-BE49-F238E27FC236}">
                  <a16:creationId xmlns:a16="http://schemas.microsoft.com/office/drawing/2014/main" id="{EC51C5F8-171F-480D-9F70-D4DA38255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04" name="Text Box 24">
            <a:extLst>
              <a:ext uri="{FF2B5EF4-FFF2-40B4-BE49-F238E27FC236}">
                <a16:creationId xmlns:a16="http://schemas.microsoft.com/office/drawing/2014/main" id="{8DDF2AFF-6AD2-47F0-B8B8-8B72B2655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6EA0ACEE-55DF-BBE0-E0C2-676D571CC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1DD8B-9B15-99D6-6E45-9A8CBBFBBFF5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Pass=3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0085E345-0AB3-4B14-BCF8-2548D69670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7507" name="Text Box 3">
            <a:extLst>
              <a:ext uri="{FF2B5EF4-FFF2-40B4-BE49-F238E27FC236}">
                <a16:creationId xmlns:a16="http://schemas.microsoft.com/office/drawing/2014/main" id="{FE350205-97A6-4D65-8EC7-CE039BDFE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7508" name="Text Box 4">
            <a:extLst>
              <a:ext uri="{FF2B5EF4-FFF2-40B4-BE49-F238E27FC236}">
                <a16:creationId xmlns:a16="http://schemas.microsoft.com/office/drawing/2014/main" id="{E4C11723-C5E0-47FB-82DD-947C7A696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7509" name="Text Box 5">
            <a:extLst>
              <a:ext uri="{FF2B5EF4-FFF2-40B4-BE49-F238E27FC236}">
                <a16:creationId xmlns:a16="http://schemas.microsoft.com/office/drawing/2014/main" id="{A06AAA0D-F60E-4FA5-B1F2-8B3A64423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7510" name="Text Box 6">
            <a:extLst>
              <a:ext uri="{FF2B5EF4-FFF2-40B4-BE49-F238E27FC236}">
                <a16:creationId xmlns:a16="http://schemas.microsoft.com/office/drawing/2014/main" id="{DCB12413-4571-4177-AC85-C4FD1C2BB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7511" name="Text Box 7">
            <a:extLst>
              <a:ext uri="{FF2B5EF4-FFF2-40B4-BE49-F238E27FC236}">
                <a16:creationId xmlns:a16="http://schemas.microsoft.com/office/drawing/2014/main" id="{279D47B3-445A-4E38-9E53-2101E50CD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7512" name="Text Box 8">
            <a:extLst>
              <a:ext uri="{FF2B5EF4-FFF2-40B4-BE49-F238E27FC236}">
                <a16:creationId xmlns:a16="http://schemas.microsoft.com/office/drawing/2014/main" id="{1A701525-5DCA-4BC9-AD9C-DDB7A33C1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7513" name="Text Box 9">
            <a:extLst>
              <a:ext uri="{FF2B5EF4-FFF2-40B4-BE49-F238E27FC236}">
                <a16:creationId xmlns:a16="http://schemas.microsoft.com/office/drawing/2014/main" id="{C357FC2F-4EAD-4E75-BA07-D17B7CEE6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7514" name="Text Box 10">
            <a:extLst>
              <a:ext uri="{FF2B5EF4-FFF2-40B4-BE49-F238E27FC236}">
                <a16:creationId xmlns:a16="http://schemas.microsoft.com/office/drawing/2014/main" id="{1D8D689E-44FD-4882-98FD-6D24ACBB7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77522" name="Group 18">
            <a:extLst>
              <a:ext uri="{FF2B5EF4-FFF2-40B4-BE49-F238E27FC236}">
                <a16:creationId xmlns:a16="http://schemas.microsoft.com/office/drawing/2014/main" id="{16FFABA6-530A-4B46-A448-8E85718F3106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24225" y="4152900"/>
            <a:ext cx="590550" cy="446088"/>
            <a:chOff x="1760" y="2424"/>
            <a:chExt cx="372" cy="502"/>
          </a:xfrm>
        </p:grpSpPr>
        <p:sp>
          <p:nvSpPr>
            <p:cNvPr id="277523" name="Line 19">
              <a:extLst>
                <a:ext uri="{FF2B5EF4-FFF2-40B4-BE49-F238E27FC236}">
                  <a16:creationId xmlns:a16="http://schemas.microsoft.com/office/drawing/2014/main" id="{86A366D5-23DE-4CB9-9C41-974733975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524" name="Line 20">
              <a:extLst>
                <a:ext uri="{FF2B5EF4-FFF2-40B4-BE49-F238E27FC236}">
                  <a16:creationId xmlns:a16="http://schemas.microsoft.com/office/drawing/2014/main" id="{B7EA3EBD-1DCE-4486-B4AF-F22B196D2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525" name="Line 21">
              <a:extLst>
                <a:ext uri="{FF2B5EF4-FFF2-40B4-BE49-F238E27FC236}">
                  <a16:creationId xmlns:a16="http://schemas.microsoft.com/office/drawing/2014/main" id="{46EF4D21-7F33-457A-8869-A02073018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92D9BF01-6F1C-BA34-A94B-94F695718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 Box 24">
            <a:extLst>
              <a:ext uri="{FF2B5EF4-FFF2-40B4-BE49-F238E27FC236}">
                <a16:creationId xmlns:a16="http://schemas.microsoft.com/office/drawing/2014/main" id="{3F18A46B-409E-E07B-5827-59C91ED4F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088" y="3657600"/>
            <a:ext cx="150812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No Swap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850ACF-F5ED-1F97-17C0-79BD03DD16E4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Pass=3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>
            <a:extLst>
              <a:ext uri="{FF2B5EF4-FFF2-40B4-BE49-F238E27FC236}">
                <a16:creationId xmlns:a16="http://schemas.microsoft.com/office/drawing/2014/main" id="{485BF615-D679-4F25-8DB4-A3737E74E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9555" name="Text Box 3">
            <a:extLst>
              <a:ext uri="{FF2B5EF4-FFF2-40B4-BE49-F238E27FC236}">
                <a16:creationId xmlns:a16="http://schemas.microsoft.com/office/drawing/2014/main" id="{480EBC74-5265-4FCB-8478-BBE29EF83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9556" name="Text Box 4">
            <a:extLst>
              <a:ext uri="{FF2B5EF4-FFF2-40B4-BE49-F238E27FC236}">
                <a16:creationId xmlns:a16="http://schemas.microsoft.com/office/drawing/2014/main" id="{0B39DC92-B05C-48D5-BF72-90996A691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9557" name="Text Box 5">
            <a:extLst>
              <a:ext uri="{FF2B5EF4-FFF2-40B4-BE49-F238E27FC236}">
                <a16:creationId xmlns:a16="http://schemas.microsoft.com/office/drawing/2014/main" id="{129990A3-8B73-4175-AB02-622924377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9558" name="Text Box 6">
            <a:extLst>
              <a:ext uri="{FF2B5EF4-FFF2-40B4-BE49-F238E27FC236}">
                <a16:creationId xmlns:a16="http://schemas.microsoft.com/office/drawing/2014/main" id="{CDD2261E-EC4F-4808-BADB-8A8BF1F88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9559" name="Text Box 7">
            <a:extLst>
              <a:ext uri="{FF2B5EF4-FFF2-40B4-BE49-F238E27FC236}">
                <a16:creationId xmlns:a16="http://schemas.microsoft.com/office/drawing/2014/main" id="{0DAE556A-8725-4F50-B92F-B8EAC8986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9560" name="Text Box 8">
            <a:extLst>
              <a:ext uri="{FF2B5EF4-FFF2-40B4-BE49-F238E27FC236}">
                <a16:creationId xmlns:a16="http://schemas.microsoft.com/office/drawing/2014/main" id="{C5BB6BF8-CCEA-4F9D-86D3-2BE5D2CF6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9561" name="Text Box 9">
            <a:extLst>
              <a:ext uri="{FF2B5EF4-FFF2-40B4-BE49-F238E27FC236}">
                <a16:creationId xmlns:a16="http://schemas.microsoft.com/office/drawing/2014/main" id="{65714225-1C55-4E88-B4C4-87EDE7FEC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9562" name="Text Box 10">
            <a:extLst>
              <a:ext uri="{FF2B5EF4-FFF2-40B4-BE49-F238E27FC236}">
                <a16:creationId xmlns:a16="http://schemas.microsoft.com/office/drawing/2014/main" id="{03D0C068-F310-4DBA-81B4-E45E08F5F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79570" name="Group 18">
            <a:extLst>
              <a:ext uri="{FF2B5EF4-FFF2-40B4-BE49-F238E27FC236}">
                <a16:creationId xmlns:a16="http://schemas.microsoft.com/office/drawing/2014/main" id="{B6447488-7386-4FFE-87B1-229BE95AC3C1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14775" y="4152900"/>
            <a:ext cx="590550" cy="446088"/>
            <a:chOff x="1760" y="2424"/>
            <a:chExt cx="372" cy="502"/>
          </a:xfrm>
        </p:grpSpPr>
        <p:sp>
          <p:nvSpPr>
            <p:cNvPr id="279571" name="Line 19">
              <a:extLst>
                <a:ext uri="{FF2B5EF4-FFF2-40B4-BE49-F238E27FC236}">
                  <a16:creationId xmlns:a16="http://schemas.microsoft.com/office/drawing/2014/main" id="{C7EE74DB-EF92-4B16-A540-155F138CA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572" name="Line 20">
              <a:extLst>
                <a:ext uri="{FF2B5EF4-FFF2-40B4-BE49-F238E27FC236}">
                  <a16:creationId xmlns:a16="http://schemas.microsoft.com/office/drawing/2014/main" id="{91D68423-F225-4639-A091-B78EC04C7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573" name="Line 21">
              <a:extLst>
                <a:ext uri="{FF2B5EF4-FFF2-40B4-BE49-F238E27FC236}">
                  <a16:creationId xmlns:a16="http://schemas.microsoft.com/office/drawing/2014/main" id="{AAF0A060-31AB-414F-BD86-1DBC60D83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D01BC626-600B-CD9D-A87B-8863B16BD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 Box 24">
            <a:extLst>
              <a:ext uri="{FF2B5EF4-FFF2-40B4-BE49-F238E27FC236}">
                <a16:creationId xmlns:a16="http://schemas.microsoft.com/office/drawing/2014/main" id="{59AE4AE6-ACB9-0C28-9AB4-1A68179AB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38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A8E26-C84F-6C6A-32AC-AB9CFC6D4692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Pass=3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>
            <a:extLst>
              <a:ext uri="{FF2B5EF4-FFF2-40B4-BE49-F238E27FC236}">
                <a16:creationId xmlns:a16="http://schemas.microsoft.com/office/drawing/2014/main" id="{C03CC5B5-68CD-4E33-995A-E9612E67FE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81603" name="Text Box 3">
            <a:extLst>
              <a:ext uri="{FF2B5EF4-FFF2-40B4-BE49-F238E27FC236}">
                <a16:creationId xmlns:a16="http://schemas.microsoft.com/office/drawing/2014/main" id="{00387EFD-0308-453C-8F41-07EE6799B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1604" name="Text Box 4">
            <a:extLst>
              <a:ext uri="{FF2B5EF4-FFF2-40B4-BE49-F238E27FC236}">
                <a16:creationId xmlns:a16="http://schemas.microsoft.com/office/drawing/2014/main" id="{C9CE4302-C497-4165-B6FF-0220F0624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1605" name="Text Box 5">
            <a:extLst>
              <a:ext uri="{FF2B5EF4-FFF2-40B4-BE49-F238E27FC236}">
                <a16:creationId xmlns:a16="http://schemas.microsoft.com/office/drawing/2014/main" id="{898BB877-4CF9-42E9-928B-22BE677A1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1606" name="Text Box 6">
            <a:extLst>
              <a:ext uri="{FF2B5EF4-FFF2-40B4-BE49-F238E27FC236}">
                <a16:creationId xmlns:a16="http://schemas.microsoft.com/office/drawing/2014/main" id="{38508ED6-F997-459C-975D-44EF73EFD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1607" name="Text Box 7">
            <a:extLst>
              <a:ext uri="{FF2B5EF4-FFF2-40B4-BE49-F238E27FC236}">
                <a16:creationId xmlns:a16="http://schemas.microsoft.com/office/drawing/2014/main" id="{5269FF56-98C4-4446-8F4A-7BA85430F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1608" name="Text Box 8">
            <a:extLst>
              <a:ext uri="{FF2B5EF4-FFF2-40B4-BE49-F238E27FC236}">
                <a16:creationId xmlns:a16="http://schemas.microsoft.com/office/drawing/2014/main" id="{198A9C97-8CC8-4F55-ADC9-39E62CD10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1609" name="Text Box 9">
            <a:extLst>
              <a:ext uri="{FF2B5EF4-FFF2-40B4-BE49-F238E27FC236}">
                <a16:creationId xmlns:a16="http://schemas.microsoft.com/office/drawing/2014/main" id="{EC788F50-65FE-4830-8770-3D8F54EA6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1610" name="Text Box 10">
            <a:extLst>
              <a:ext uri="{FF2B5EF4-FFF2-40B4-BE49-F238E27FC236}">
                <a16:creationId xmlns:a16="http://schemas.microsoft.com/office/drawing/2014/main" id="{13FD4BB3-B60A-4FE7-9398-4E533A51E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81618" name="Group 18">
            <a:extLst>
              <a:ext uri="{FF2B5EF4-FFF2-40B4-BE49-F238E27FC236}">
                <a16:creationId xmlns:a16="http://schemas.microsoft.com/office/drawing/2014/main" id="{0ECE37FA-A407-4CA7-A3CA-1265D0409F5F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14775" y="4152900"/>
            <a:ext cx="590550" cy="446088"/>
            <a:chOff x="1760" y="2424"/>
            <a:chExt cx="372" cy="502"/>
          </a:xfrm>
        </p:grpSpPr>
        <p:sp>
          <p:nvSpPr>
            <p:cNvPr id="281619" name="Line 19">
              <a:extLst>
                <a:ext uri="{FF2B5EF4-FFF2-40B4-BE49-F238E27FC236}">
                  <a16:creationId xmlns:a16="http://schemas.microsoft.com/office/drawing/2014/main" id="{239FC458-BA91-45F6-966C-587F6AF7A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620" name="Line 20">
              <a:extLst>
                <a:ext uri="{FF2B5EF4-FFF2-40B4-BE49-F238E27FC236}">
                  <a16:creationId xmlns:a16="http://schemas.microsoft.com/office/drawing/2014/main" id="{80F2B92C-8A78-42FD-9080-7C5C60AC1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621" name="Line 21">
              <a:extLst>
                <a:ext uri="{FF2B5EF4-FFF2-40B4-BE49-F238E27FC236}">
                  <a16:creationId xmlns:a16="http://schemas.microsoft.com/office/drawing/2014/main" id="{46B5886D-8D14-4A3D-893C-41A539C87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1624" name="Text Box 24">
            <a:extLst>
              <a:ext uri="{FF2B5EF4-FFF2-40B4-BE49-F238E27FC236}">
                <a16:creationId xmlns:a16="http://schemas.microsoft.com/office/drawing/2014/main" id="{83198092-938F-4EE9-943F-BA818DB0E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38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FEA96A9F-BEEE-3D1C-3033-658C8C69C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C7739A-E2F9-40C8-4FB3-824AE1234678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Pass=3</a:t>
            </a:r>
            <a:endParaRPr lang="en-US" sz="2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>
            <a:extLst>
              <a:ext uri="{FF2B5EF4-FFF2-40B4-BE49-F238E27FC236}">
                <a16:creationId xmlns:a16="http://schemas.microsoft.com/office/drawing/2014/main" id="{8CCE2816-B23F-4489-9A0C-C14888C85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82627" name="Text Box 3">
            <a:extLst>
              <a:ext uri="{FF2B5EF4-FFF2-40B4-BE49-F238E27FC236}">
                <a16:creationId xmlns:a16="http://schemas.microsoft.com/office/drawing/2014/main" id="{A6EA85E8-9430-4A6C-9182-4575B5C84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2628" name="Text Box 4">
            <a:extLst>
              <a:ext uri="{FF2B5EF4-FFF2-40B4-BE49-F238E27FC236}">
                <a16:creationId xmlns:a16="http://schemas.microsoft.com/office/drawing/2014/main" id="{B055773D-CDB0-4E91-9C12-0291858E7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2629" name="Text Box 5">
            <a:extLst>
              <a:ext uri="{FF2B5EF4-FFF2-40B4-BE49-F238E27FC236}">
                <a16:creationId xmlns:a16="http://schemas.microsoft.com/office/drawing/2014/main" id="{BC334C12-2AE0-4859-BCFA-C7E775090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2630" name="Text Box 6">
            <a:extLst>
              <a:ext uri="{FF2B5EF4-FFF2-40B4-BE49-F238E27FC236}">
                <a16:creationId xmlns:a16="http://schemas.microsoft.com/office/drawing/2014/main" id="{5E535A10-7BD7-4A5F-AB01-9CA188FB4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2631" name="Text Box 7">
            <a:extLst>
              <a:ext uri="{FF2B5EF4-FFF2-40B4-BE49-F238E27FC236}">
                <a16:creationId xmlns:a16="http://schemas.microsoft.com/office/drawing/2014/main" id="{5950430D-FCF9-4950-8DE6-23CD305DB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2632" name="Text Box 8">
            <a:extLst>
              <a:ext uri="{FF2B5EF4-FFF2-40B4-BE49-F238E27FC236}">
                <a16:creationId xmlns:a16="http://schemas.microsoft.com/office/drawing/2014/main" id="{D929D5C7-5D39-4D5E-8782-F4C5EC2C1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2633" name="Text Box 9">
            <a:extLst>
              <a:ext uri="{FF2B5EF4-FFF2-40B4-BE49-F238E27FC236}">
                <a16:creationId xmlns:a16="http://schemas.microsoft.com/office/drawing/2014/main" id="{EADDF982-040C-4F47-B4A9-E8DE2F273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2634" name="Text Box 10">
            <a:extLst>
              <a:ext uri="{FF2B5EF4-FFF2-40B4-BE49-F238E27FC236}">
                <a16:creationId xmlns:a16="http://schemas.microsoft.com/office/drawing/2014/main" id="{56A68290-684F-47B1-AFE9-BFF6F10BE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82642" name="Group 18">
            <a:extLst>
              <a:ext uri="{FF2B5EF4-FFF2-40B4-BE49-F238E27FC236}">
                <a16:creationId xmlns:a16="http://schemas.microsoft.com/office/drawing/2014/main" id="{F1F78038-A2E9-4FE8-8690-7AA6CFBBE439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505325" y="4152900"/>
            <a:ext cx="590550" cy="446088"/>
            <a:chOff x="1760" y="2424"/>
            <a:chExt cx="372" cy="502"/>
          </a:xfrm>
        </p:grpSpPr>
        <p:sp>
          <p:nvSpPr>
            <p:cNvPr id="282643" name="Line 19">
              <a:extLst>
                <a:ext uri="{FF2B5EF4-FFF2-40B4-BE49-F238E27FC236}">
                  <a16:creationId xmlns:a16="http://schemas.microsoft.com/office/drawing/2014/main" id="{9F204EAA-4454-44F0-81A1-E1FB27453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44" name="Line 20">
              <a:extLst>
                <a:ext uri="{FF2B5EF4-FFF2-40B4-BE49-F238E27FC236}">
                  <a16:creationId xmlns:a16="http://schemas.microsoft.com/office/drawing/2014/main" id="{F821CA07-DD10-43F3-9CAC-3FC6460BE2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45" name="Line 21">
              <a:extLst>
                <a:ext uri="{FF2B5EF4-FFF2-40B4-BE49-F238E27FC236}">
                  <a16:creationId xmlns:a16="http://schemas.microsoft.com/office/drawing/2014/main" id="{3755E66F-EAD8-4EE5-84EF-4AE119869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5DE3D099-AA5C-10EC-C2A5-820790832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 Box 24">
            <a:extLst>
              <a:ext uri="{FF2B5EF4-FFF2-40B4-BE49-F238E27FC236}">
                <a16:creationId xmlns:a16="http://schemas.microsoft.com/office/drawing/2014/main" id="{1E1C01E8-E213-2EB1-A415-7F44ED196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49F4B-180D-8C86-B80D-55C5CB220824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Pass=3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>
            <a:extLst>
              <a:ext uri="{FF2B5EF4-FFF2-40B4-BE49-F238E27FC236}">
                <a16:creationId xmlns:a16="http://schemas.microsoft.com/office/drawing/2014/main" id="{8A0841B8-E475-4135-B4D9-6527F4FA2E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84675" name="Text Box 3">
            <a:extLst>
              <a:ext uri="{FF2B5EF4-FFF2-40B4-BE49-F238E27FC236}">
                <a16:creationId xmlns:a16="http://schemas.microsoft.com/office/drawing/2014/main" id="{AD6FAE62-C5C1-45D7-9065-CFFAA7825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4676" name="Text Box 4">
            <a:extLst>
              <a:ext uri="{FF2B5EF4-FFF2-40B4-BE49-F238E27FC236}">
                <a16:creationId xmlns:a16="http://schemas.microsoft.com/office/drawing/2014/main" id="{A560FF7A-CFE2-49A0-A6B2-491583150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4677" name="Text Box 5">
            <a:extLst>
              <a:ext uri="{FF2B5EF4-FFF2-40B4-BE49-F238E27FC236}">
                <a16:creationId xmlns:a16="http://schemas.microsoft.com/office/drawing/2014/main" id="{F857C3CA-988D-43D5-83C5-3984DA499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4678" name="Text Box 6">
            <a:extLst>
              <a:ext uri="{FF2B5EF4-FFF2-40B4-BE49-F238E27FC236}">
                <a16:creationId xmlns:a16="http://schemas.microsoft.com/office/drawing/2014/main" id="{1F9C3F93-BAFA-4161-94C6-92F3DF377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4679" name="Text Box 7">
            <a:extLst>
              <a:ext uri="{FF2B5EF4-FFF2-40B4-BE49-F238E27FC236}">
                <a16:creationId xmlns:a16="http://schemas.microsoft.com/office/drawing/2014/main" id="{60531171-E96B-4DBF-B406-551FC1694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4680" name="Text Box 8">
            <a:extLst>
              <a:ext uri="{FF2B5EF4-FFF2-40B4-BE49-F238E27FC236}">
                <a16:creationId xmlns:a16="http://schemas.microsoft.com/office/drawing/2014/main" id="{05E93281-4E20-4BF9-9450-34D8CB9C2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4681" name="Text Box 9">
            <a:extLst>
              <a:ext uri="{FF2B5EF4-FFF2-40B4-BE49-F238E27FC236}">
                <a16:creationId xmlns:a16="http://schemas.microsoft.com/office/drawing/2014/main" id="{E61DCBD0-9A00-4FD3-9F02-62DAE4272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4682" name="Text Box 10">
            <a:extLst>
              <a:ext uri="{FF2B5EF4-FFF2-40B4-BE49-F238E27FC236}">
                <a16:creationId xmlns:a16="http://schemas.microsoft.com/office/drawing/2014/main" id="{84E0F244-56FF-4BC2-98AD-F3DCE5D1D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84690" name="Group 18">
            <a:extLst>
              <a:ext uri="{FF2B5EF4-FFF2-40B4-BE49-F238E27FC236}">
                <a16:creationId xmlns:a16="http://schemas.microsoft.com/office/drawing/2014/main" id="{0B0AF8D8-E7D6-4688-B1D7-635C7621160F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505325" y="4152900"/>
            <a:ext cx="590550" cy="446088"/>
            <a:chOff x="1760" y="2424"/>
            <a:chExt cx="372" cy="502"/>
          </a:xfrm>
        </p:grpSpPr>
        <p:sp>
          <p:nvSpPr>
            <p:cNvPr id="284691" name="Line 19">
              <a:extLst>
                <a:ext uri="{FF2B5EF4-FFF2-40B4-BE49-F238E27FC236}">
                  <a16:creationId xmlns:a16="http://schemas.microsoft.com/office/drawing/2014/main" id="{E65D3A39-115A-4216-8E7B-0CF7D38835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4692" name="Line 20">
              <a:extLst>
                <a:ext uri="{FF2B5EF4-FFF2-40B4-BE49-F238E27FC236}">
                  <a16:creationId xmlns:a16="http://schemas.microsoft.com/office/drawing/2014/main" id="{9E2CC829-798C-4F45-9682-090575E98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4693" name="Line 21">
              <a:extLst>
                <a:ext uri="{FF2B5EF4-FFF2-40B4-BE49-F238E27FC236}">
                  <a16:creationId xmlns:a16="http://schemas.microsoft.com/office/drawing/2014/main" id="{633A9768-420C-490F-8132-19E42ADDCB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4696" name="Text Box 24">
            <a:extLst>
              <a:ext uri="{FF2B5EF4-FFF2-40B4-BE49-F238E27FC236}">
                <a16:creationId xmlns:a16="http://schemas.microsoft.com/office/drawing/2014/main" id="{47FE30A2-C8AB-49D1-A5BE-03417FC1C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0FFABD75-181E-78B8-0F96-578AD1C01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53FB21AE-E871-4D6B-A423-F0A8500B9C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After Third Pass of Outer Loop</a:t>
            </a:r>
          </a:p>
        </p:txBody>
      </p:sp>
      <p:sp>
        <p:nvSpPr>
          <p:cNvPr id="285699" name="Text Box 3">
            <a:extLst>
              <a:ext uri="{FF2B5EF4-FFF2-40B4-BE49-F238E27FC236}">
                <a16:creationId xmlns:a16="http://schemas.microsoft.com/office/drawing/2014/main" id="{06A5A8CF-B1A6-40F7-AF82-3B5B09276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5700" name="Text Box 4">
            <a:extLst>
              <a:ext uri="{FF2B5EF4-FFF2-40B4-BE49-F238E27FC236}">
                <a16:creationId xmlns:a16="http://schemas.microsoft.com/office/drawing/2014/main" id="{7BE7975B-B740-4D94-803D-82D830689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5701" name="Text Box 5">
            <a:extLst>
              <a:ext uri="{FF2B5EF4-FFF2-40B4-BE49-F238E27FC236}">
                <a16:creationId xmlns:a16="http://schemas.microsoft.com/office/drawing/2014/main" id="{1DD0A078-A2BF-445D-8EFB-D5E890E00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5702" name="Text Box 6">
            <a:extLst>
              <a:ext uri="{FF2B5EF4-FFF2-40B4-BE49-F238E27FC236}">
                <a16:creationId xmlns:a16="http://schemas.microsoft.com/office/drawing/2014/main" id="{0D0A1471-107B-4CB8-BE08-3A4CDCD52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5703" name="Text Box 7">
            <a:extLst>
              <a:ext uri="{FF2B5EF4-FFF2-40B4-BE49-F238E27FC236}">
                <a16:creationId xmlns:a16="http://schemas.microsoft.com/office/drawing/2014/main" id="{91DF3A2A-F970-42D7-9867-9A9360F71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5704" name="Text Box 8">
            <a:extLst>
              <a:ext uri="{FF2B5EF4-FFF2-40B4-BE49-F238E27FC236}">
                <a16:creationId xmlns:a16="http://schemas.microsoft.com/office/drawing/2014/main" id="{2C36C5A1-26F4-4684-8406-0D792A2C7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5705" name="Text Box 9">
            <a:extLst>
              <a:ext uri="{FF2B5EF4-FFF2-40B4-BE49-F238E27FC236}">
                <a16:creationId xmlns:a16="http://schemas.microsoft.com/office/drawing/2014/main" id="{F25154CE-139A-4204-9AD8-C7B28F2D5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5706" name="Text Box 10">
            <a:extLst>
              <a:ext uri="{FF2B5EF4-FFF2-40B4-BE49-F238E27FC236}">
                <a16:creationId xmlns:a16="http://schemas.microsoft.com/office/drawing/2014/main" id="{107D0867-B5EF-42E2-AAF0-F84FC1A92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grpSp>
        <p:nvGrpSpPr>
          <p:cNvPr id="285714" name="Group 18">
            <a:extLst>
              <a:ext uri="{FF2B5EF4-FFF2-40B4-BE49-F238E27FC236}">
                <a16:creationId xmlns:a16="http://schemas.microsoft.com/office/drawing/2014/main" id="{7EFF6162-5570-4D35-8432-B64680D6B94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095875" y="4152900"/>
            <a:ext cx="590550" cy="446088"/>
            <a:chOff x="1760" y="2424"/>
            <a:chExt cx="372" cy="502"/>
          </a:xfrm>
        </p:grpSpPr>
        <p:sp>
          <p:nvSpPr>
            <p:cNvPr id="285715" name="Line 19">
              <a:extLst>
                <a:ext uri="{FF2B5EF4-FFF2-40B4-BE49-F238E27FC236}">
                  <a16:creationId xmlns:a16="http://schemas.microsoft.com/office/drawing/2014/main" id="{D3310184-7EF3-4C55-B401-04FF6D688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716" name="Line 20">
              <a:extLst>
                <a:ext uri="{FF2B5EF4-FFF2-40B4-BE49-F238E27FC236}">
                  <a16:creationId xmlns:a16="http://schemas.microsoft.com/office/drawing/2014/main" id="{6045E3A2-027F-416C-8651-8298DA4F35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717" name="Line 21">
              <a:extLst>
                <a:ext uri="{FF2B5EF4-FFF2-40B4-BE49-F238E27FC236}">
                  <a16:creationId xmlns:a16="http://schemas.microsoft.com/office/drawing/2014/main" id="{4F04914C-34BB-4495-ACE9-9A837AF9F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5721" name="Text Box 25">
            <a:extLst>
              <a:ext uri="{FF2B5EF4-FFF2-40B4-BE49-F238E27FC236}">
                <a16:creationId xmlns:a16="http://schemas.microsoft.com/office/drawing/2014/main" id="{41E0E9E5-783A-4EE2-845F-D101BC26D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3" y="2809875"/>
            <a:ext cx="4106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Finished third “Bubble Up”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A4173088-DAFF-B86A-37A5-0A572AF51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0A3A37-5751-A892-C46F-B20BB6D39568}"/>
              </a:ext>
            </a:extLst>
          </p:cNvPr>
          <p:cNvSpPr txBox="1"/>
          <p:nvPr/>
        </p:nvSpPr>
        <p:spPr>
          <a:xfrm>
            <a:off x="1831242" y="24361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Pass=3</a:t>
            </a:r>
            <a:endParaRPr lang="en-US" sz="2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53FB21AE-E871-4D6B-A423-F0A8500B9C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Finished</a:t>
            </a:r>
          </a:p>
        </p:txBody>
      </p:sp>
      <p:sp>
        <p:nvSpPr>
          <p:cNvPr id="285699" name="Text Box 3">
            <a:extLst>
              <a:ext uri="{FF2B5EF4-FFF2-40B4-BE49-F238E27FC236}">
                <a16:creationId xmlns:a16="http://schemas.microsoft.com/office/drawing/2014/main" id="{06A5A8CF-B1A6-40F7-AF82-3B5B09276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5700" name="Text Box 4">
            <a:extLst>
              <a:ext uri="{FF2B5EF4-FFF2-40B4-BE49-F238E27FC236}">
                <a16:creationId xmlns:a16="http://schemas.microsoft.com/office/drawing/2014/main" id="{7BE7975B-B740-4D94-803D-82D830689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5701" name="Text Box 5">
            <a:extLst>
              <a:ext uri="{FF2B5EF4-FFF2-40B4-BE49-F238E27FC236}">
                <a16:creationId xmlns:a16="http://schemas.microsoft.com/office/drawing/2014/main" id="{1DD0A078-A2BF-445D-8EFB-D5E890E00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 dirty="0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5702" name="Text Box 6">
            <a:extLst>
              <a:ext uri="{FF2B5EF4-FFF2-40B4-BE49-F238E27FC236}">
                <a16:creationId xmlns:a16="http://schemas.microsoft.com/office/drawing/2014/main" id="{0D0A1471-107B-4CB8-BE08-3A4CDCD52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5703" name="Text Box 7">
            <a:extLst>
              <a:ext uri="{FF2B5EF4-FFF2-40B4-BE49-F238E27FC236}">
                <a16:creationId xmlns:a16="http://schemas.microsoft.com/office/drawing/2014/main" id="{91DF3A2A-F970-42D7-9867-9A9360F71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5704" name="Text Box 8">
            <a:extLst>
              <a:ext uri="{FF2B5EF4-FFF2-40B4-BE49-F238E27FC236}">
                <a16:creationId xmlns:a16="http://schemas.microsoft.com/office/drawing/2014/main" id="{2C36C5A1-26F4-4684-8406-0D792A2C7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5705" name="Text Box 9">
            <a:extLst>
              <a:ext uri="{FF2B5EF4-FFF2-40B4-BE49-F238E27FC236}">
                <a16:creationId xmlns:a16="http://schemas.microsoft.com/office/drawing/2014/main" id="{F25154CE-139A-4204-9AD8-C7B28F2D5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 dirty="0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5706" name="Text Box 10">
            <a:extLst>
              <a:ext uri="{FF2B5EF4-FFF2-40B4-BE49-F238E27FC236}">
                <a16:creationId xmlns:a16="http://schemas.microsoft.com/office/drawing/2014/main" id="{107D0867-B5EF-42E2-AAF0-F84FC1A92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85721" name="Text Box 25">
            <a:extLst>
              <a:ext uri="{FF2B5EF4-FFF2-40B4-BE49-F238E27FC236}">
                <a16:creationId xmlns:a16="http://schemas.microsoft.com/office/drawing/2014/main" id="{41E0E9E5-783A-4EE2-845F-D101BC26D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3" y="2809875"/>
            <a:ext cx="24686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4000" dirty="0"/>
              <a:t>Completed</a:t>
            </a:r>
            <a:endParaRPr lang="en-US" altLang="en-US" dirty="0"/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A4173088-DAFF-B86A-37A5-0A572AF51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292725"/>
            <a:ext cx="469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 1          2         3          4         5         6         7        8</a:t>
            </a:r>
          </a:p>
        </p:txBody>
      </p:sp>
    </p:spTree>
    <p:extLst>
      <p:ext uri="{BB962C8B-B14F-4D97-AF65-F5344CB8AC3E}">
        <p14:creationId xmlns:p14="http://schemas.microsoft.com/office/powerpoint/2010/main" val="42174322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9026CD-195B-9FE5-1A8B-BD3B88CA3366}"/>
              </a:ext>
            </a:extLst>
          </p:cNvPr>
          <p:cNvSpPr txBox="1"/>
          <p:nvPr/>
        </p:nvSpPr>
        <p:spPr>
          <a:xfrm>
            <a:off x="246184" y="1901626"/>
            <a:ext cx="8651631" cy="297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</a:pPr>
            <a:r>
              <a:rPr lang="en-US" sz="36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Class Task</a:t>
            </a:r>
          </a:p>
          <a:p>
            <a:pPr algn="ctr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</a:rPr>
              <a:t>Find out the Worst, Best &amp; average Case Complexity for Bubble sort  </a:t>
            </a:r>
          </a:p>
          <a:p>
            <a:pPr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</a:pPr>
            <a:endParaRPr lang="en-US" sz="2700" dirty="0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pitchFamily="18" charset="0"/>
            </a:endParaRPr>
          </a:p>
          <a:p>
            <a:endParaRPr lang="en-US" sz="2700" b="1" dirty="0">
              <a:solidFill>
                <a:srgbClr val="21242C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2185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A72C3-99CF-46C1-96D6-7C99B71243B9}"/>
              </a:ext>
            </a:extLst>
          </p:cNvPr>
          <p:cNvSpPr txBox="1"/>
          <p:nvPr/>
        </p:nvSpPr>
        <p:spPr>
          <a:xfrm>
            <a:off x="533400" y="1535564"/>
            <a:ext cx="826851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n-US" sz="2400" i="1" dirty="0"/>
              <a:t>Introduction to Algorithms, Thomas H. </a:t>
            </a:r>
            <a:r>
              <a:rPr lang="en-US" sz="2400" i="1" dirty="0" err="1"/>
              <a:t>Cormen</a:t>
            </a:r>
            <a:r>
              <a:rPr lang="en-US" sz="2400" i="1" dirty="0"/>
              <a:t>, </a:t>
            </a:r>
            <a:r>
              <a:rPr lang="en-US" sz="2400" i="1" dirty="0" err="1"/>
              <a:t>Charle</a:t>
            </a:r>
            <a:r>
              <a:rPr lang="en-US" sz="2400" i="1" dirty="0"/>
              <a:t> E. </a:t>
            </a:r>
            <a:r>
              <a:rPr lang="en-US" sz="2400" i="1" dirty="0" err="1"/>
              <a:t>Leiserson</a:t>
            </a:r>
            <a:r>
              <a:rPr lang="en-US" sz="2400" i="1" dirty="0"/>
              <a:t>, Ronald L. </a:t>
            </a:r>
            <a:r>
              <a:rPr lang="en-US" sz="2400" i="1" dirty="0" err="1"/>
              <a:t>Rivest</a:t>
            </a:r>
            <a:r>
              <a:rPr lang="en-US" sz="2400" i="1" dirty="0"/>
              <a:t>, Clifford Stein (CLRS).</a:t>
            </a: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n-US" sz="2400" i="1" dirty="0"/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n-US" sz="2400" i="1" dirty="0"/>
              <a:t>Fundamental of Computer Algorithms, Ellis Horowitz, Sartaj </a:t>
            </a:r>
            <a:r>
              <a:rPr lang="en-US" sz="2400" i="1" dirty="0" err="1"/>
              <a:t>Sahni</a:t>
            </a:r>
            <a:r>
              <a:rPr lang="en-US" sz="2400" i="1" dirty="0"/>
              <a:t>, </a:t>
            </a:r>
            <a:r>
              <a:rPr lang="en-US" sz="2400" i="1" dirty="0" err="1"/>
              <a:t>Sanguthevar</a:t>
            </a:r>
            <a:r>
              <a:rPr lang="en-US" sz="2400" i="1" dirty="0"/>
              <a:t> </a:t>
            </a:r>
            <a:r>
              <a:rPr lang="en-US" sz="2400" i="1" dirty="0" err="1"/>
              <a:t>Rajasekaran</a:t>
            </a:r>
            <a:r>
              <a:rPr lang="en-US" sz="2400" i="1" dirty="0"/>
              <a:t> (HSR)</a:t>
            </a:r>
            <a:endParaRPr lang="en-US" sz="2400" dirty="0"/>
          </a:p>
          <a:p>
            <a:pPr algn="just">
              <a:defRPr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655154" y="1402174"/>
            <a:ext cx="73349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hlinkClick r:id="rId2"/>
              </a:rPr>
              <a:t>https://www.google.com/search?q=bubble+sort+step+by+step&amp;sxsrf=ALeKk01uxzgfT3Oy6k1Q3WxVnSpiIN8_4g:1587999728942&amp;tbm=isch&amp;source=iu&amp;ictx=1&amp;fir=vRwFsGwVfJ6pJM%253A%252CSzhhze6MPQr4cM%252C_&amp;vet=1&amp;usg=AI4_-kSrEEXqwRL-PkHhVUtn7jNfF9dB6g&amp;sa=X&amp;ved=2ahUKEwje0Pz974jpAhXRAnIKHWhMD2UQ_h0wAXoECAcQBg#imgrc=EN4Sdu7veOWVoM&amp;imgdii=eOqvCu85p9-eBM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hlinkClick r:id="rId3"/>
              </a:rPr>
              <a:t>https://www.interviewcake.com/concept/java/counting-sort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hlinkClick r:id="rId4"/>
              </a:rPr>
              <a:t>https://www.geeksforgeeks.org/counting-sort/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hlinkClick r:id="rId5"/>
              </a:rPr>
              <a:t>https://www.hackerearth.com/practice/algorithms/sorting/quick-sort/tutorial/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8BB3E2F9841A40A8A4E66ACF86437D" ma:contentTypeVersion="0" ma:contentTypeDescription="Create a new document." ma:contentTypeScope="" ma:versionID="af4a9a41cd403df4be6959adfbe43d1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22DD2FB-3BC5-4C0E-B011-4FB5CDCF30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D6AFB67-9ED9-490E-8C69-CF98624F5F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6BC744-9470-41EB-8E9C-CF190E556E1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1364</TotalTime>
  <Words>3501</Words>
  <Application>Microsoft Office PowerPoint</Application>
  <PresentationFormat>On-screen Show (4:3)</PresentationFormat>
  <Paragraphs>981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3" baseType="lpstr">
      <vt:lpstr>Arial</vt:lpstr>
      <vt:lpstr>Calibri</vt:lpstr>
      <vt:lpstr>Cambria</vt:lpstr>
      <vt:lpstr>Cambria Math</vt:lpstr>
      <vt:lpstr>Consolas</vt:lpstr>
      <vt:lpstr>Corbel</vt:lpstr>
      <vt:lpstr>Courier New</vt:lpstr>
      <vt:lpstr>Lato</vt:lpstr>
      <vt:lpstr>Times</vt:lpstr>
      <vt:lpstr>Wingdings</vt:lpstr>
      <vt:lpstr>Spectrum</vt:lpstr>
      <vt:lpstr>Complexity of conventional Sorting Algorithms</vt:lpstr>
      <vt:lpstr>Lecture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After First Pass of Outer Loop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After Second Pass of Outer Loop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After Third Pass of Outer Loop</vt:lpstr>
      <vt:lpstr>Finished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Nuzhat Tabassum</cp:lastModifiedBy>
  <cp:revision>42</cp:revision>
  <dcterms:created xsi:type="dcterms:W3CDTF">2018-12-10T17:20:29Z</dcterms:created>
  <dcterms:modified xsi:type="dcterms:W3CDTF">2024-06-04T07:04:40Z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0x010100558BB3E2F9841A40A8A4E66ACF86437D</vt:lpwstr>
  </property>
</Properties>
</file>