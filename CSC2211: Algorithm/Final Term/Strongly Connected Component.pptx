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Lustria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Lc0nYxgAL7Kpb4T/avKPkRNw3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ustria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1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96" name="Google Shape;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109" name="Google Shape;1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181" name="Google Shape;1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328" name="Google Shape;32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b="1"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816175" y="2826150"/>
            <a:ext cx="105156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rPr lang="en-US" sz="4300"/>
              <a:t>STRONGLY  CONNECTED  COMPONENT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4200"/>
              <a:t>STRONGLY CONNECTED COMPONENT</a:t>
            </a:r>
            <a:endParaRPr/>
          </a:p>
        </p:txBody>
      </p:sp>
      <p:sp>
        <p:nvSpPr>
          <p:cNvPr id="99" name="Google Shape;99;p11"/>
          <p:cNvSpPr txBox="1"/>
          <p:nvPr/>
        </p:nvSpPr>
        <p:spPr>
          <a:xfrm>
            <a:off x="838200" y="1690700"/>
            <a:ext cx="432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0" i="0" lang="en-US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 a directed graph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1343674" y="2121575"/>
            <a:ext cx="10281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Strongly Connected Component (SCC) of G is a maximal set of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1343670" y="2585375"/>
            <a:ext cx="9525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with a directed path between every pair of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838200" y="3382175"/>
            <a:ext cx="3945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0" i="0" lang="en-US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1343673" y="3813075"/>
            <a:ext cx="7864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To find all the SCC from a given directed graph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4200"/>
              <a:t>COMPONENT  GRAPH</a:t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1100750" y="243538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2439154" y="243538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1100750" y="384621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3777558" y="243538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5115962" y="243538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2439154" y="384621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3777558" y="384621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5115962" y="384621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2"/>
          <p:cNvCxnSpPr>
            <a:stCxn id="113" idx="3"/>
            <a:endCxn id="114" idx="7"/>
          </p:cNvCxnSpPr>
          <p:nvPr/>
        </p:nvCxnSpPr>
        <p:spPr>
          <a:xfrm flipH="1">
            <a:off x="1564405" y="2899040"/>
            <a:ext cx="954300" cy="102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" name="Google Shape;121;p12"/>
          <p:cNvCxnSpPr>
            <a:stCxn id="114" idx="0"/>
            <a:endCxn id="112" idx="4"/>
          </p:cNvCxnSpPr>
          <p:nvPr/>
        </p:nvCxnSpPr>
        <p:spPr>
          <a:xfrm rot="10800000">
            <a:off x="1372354" y="2978614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" name="Google Shape;122;p12"/>
          <p:cNvCxnSpPr>
            <a:stCxn id="114" idx="6"/>
            <a:endCxn id="117" idx="2"/>
          </p:cNvCxnSpPr>
          <p:nvPr/>
        </p:nvCxnSpPr>
        <p:spPr>
          <a:xfrm>
            <a:off x="1643958" y="4117818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12"/>
          <p:cNvCxnSpPr>
            <a:stCxn id="113" idx="4"/>
            <a:endCxn id="117" idx="0"/>
          </p:cNvCxnSpPr>
          <p:nvPr/>
        </p:nvCxnSpPr>
        <p:spPr>
          <a:xfrm>
            <a:off x="2710758" y="2978591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" name="Google Shape;124;p12"/>
          <p:cNvCxnSpPr>
            <a:stCxn id="113" idx="6"/>
            <a:endCxn id="115" idx="2"/>
          </p:cNvCxnSpPr>
          <p:nvPr/>
        </p:nvCxnSpPr>
        <p:spPr>
          <a:xfrm>
            <a:off x="2982362" y="2706987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12"/>
          <p:cNvCxnSpPr>
            <a:stCxn id="117" idx="7"/>
            <a:endCxn id="118" idx="1"/>
          </p:cNvCxnSpPr>
          <p:nvPr/>
        </p:nvCxnSpPr>
        <p:spPr>
          <a:xfrm>
            <a:off x="2902811" y="3925765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" name="Google Shape;126;p12"/>
          <p:cNvCxnSpPr>
            <a:stCxn id="118" idx="3"/>
            <a:endCxn id="117" idx="5"/>
          </p:cNvCxnSpPr>
          <p:nvPr/>
        </p:nvCxnSpPr>
        <p:spPr>
          <a:xfrm rot="10800000">
            <a:off x="2902809" y="4309871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12"/>
          <p:cNvCxnSpPr>
            <a:stCxn id="115" idx="7"/>
            <a:endCxn id="116" idx="1"/>
          </p:cNvCxnSpPr>
          <p:nvPr/>
        </p:nvCxnSpPr>
        <p:spPr>
          <a:xfrm>
            <a:off x="4241215" y="2514934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" name="Google Shape;128;p12"/>
          <p:cNvCxnSpPr>
            <a:stCxn id="116" idx="3"/>
            <a:endCxn id="115" idx="5"/>
          </p:cNvCxnSpPr>
          <p:nvPr/>
        </p:nvCxnSpPr>
        <p:spPr>
          <a:xfrm rot="10800000">
            <a:off x="4241213" y="2899040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" name="Google Shape;129;p12"/>
          <p:cNvCxnSpPr>
            <a:stCxn id="115" idx="4"/>
            <a:endCxn id="118" idx="0"/>
          </p:cNvCxnSpPr>
          <p:nvPr/>
        </p:nvCxnSpPr>
        <p:spPr>
          <a:xfrm>
            <a:off x="4049162" y="2978591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12"/>
          <p:cNvCxnSpPr>
            <a:stCxn id="116" idx="4"/>
            <a:endCxn id="119" idx="0"/>
          </p:cNvCxnSpPr>
          <p:nvPr/>
        </p:nvCxnSpPr>
        <p:spPr>
          <a:xfrm>
            <a:off x="5387566" y="2978591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12"/>
          <p:cNvCxnSpPr>
            <a:stCxn id="118" idx="6"/>
            <a:endCxn id="119" idx="2"/>
          </p:cNvCxnSpPr>
          <p:nvPr/>
        </p:nvCxnSpPr>
        <p:spPr>
          <a:xfrm>
            <a:off x="4320766" y="4117818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12"/>
          <p:cNvCxnSpPr>
            <a:stCxn id="119" idx="7"/>
            <a:endCxn id="119" idx="6"/>
          </p:cNvCxnSpPr>
          <p:nvPr/>
        </p:nvCxnSpPr>
        <p:spPr>
          <a:xfrm flipH="1" rot="-5400000">
            <a:off x="5523369" y="3982015"/>
            <a:ext cx="192000" cy="79500"/>
          </a:xfrm>
          <a:prstGeom prst="curvedConnector4">
            <a:avLst>
              <a:gd fmla="val -160495" name="adj1"/>
              <a:gd fmla="val 38761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3" name="Google Shape;133;p12"/>
          <p:cNvSpPr txBox="1"/>
          <p:nvPr/>
        </p:nvSpPr>
        <p:spPr>
          <a:xfrm>
            <a:off x="1209489" y="2506932"/>
            <a:ext cx="3257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2575142" y="2498651"/>
            <a:ext cx="2616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1241549" y="3909761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2547893" y="3909761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3908693" y="3899198"/>
            <a:ext cx="3161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3894312" y="2458876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5232716" y="2458876"/>
            <a:ext cx="3016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5195513" y="3918885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838200" y="2181886"/>
            <a:ext cx="2344847" cy="2372008"/>
          </a:xfrm>
          <a:custGeom>
            <a:rect b="b" l="l" r="r" t="t"/>
            <a:pathLst>
              <a:path extrusionOk="0" h="2372008" w="2344847">
                <a:moveTo>
                  <a:pt x="525101" y="18107"/>
                </a:moveTo>
                <a:cubicBezTo>
                  <a:pt x="413442" y="18107"/>
                  <a:pt x="470576" y="22667"/>
                  <a:pt x="443620" y="27160"/>
                </a:cubicBezTo>
                <a:cubicBezTo>
                  <a:pt x="434206" y="28729"/>
                  <a:pt x="424400" y="30920"/>
                  <a:pt x="416459" y="36214"/>
                </a:cubicBezTo>
                <a:cubicBezTo>
                  <a:pt x="405806" y="43316"/>
                  <a:pt x="399952" y="56272"/>
                  <a:pt x="389299" y="63374"/>
                </a:cubicBezTo>
                <a:cubicBezTo>
                  <a:pt x="344896" y="92977"/>
                  <a:pt x="362322" y="35970"/>
                  <a:pt x="307818" y="108641"/>
                </a:cubicBezTo>
                <a:cubicBezTo>
                  <a:pt x="262732" y="168754"/>
                  <a:pt x="291326" y="134187"/>
                  <a:pt x="217283" y="208230"/>
                </a:cubicBezTo>
                <a:cubicBezTo>
                  <a:pt x="174734" y="250780"/>
                  <a:pt x="197227" y="224734"/>
                  <a:pt x="153909" y="289711"/>
                </a:cubicBezTo>
                <a:cubicBezTo>
                  <a:pt x="147873" y="298764"/>
                  <a:pt x="139243" y="306549"/>
                  <a:pt x="135802" y="316871"/>
                </a:cubicBezTo>
                <a:cubicBezTo>
                  <a:pt x="114254" y="381514"/>
                  <a:pt x="128282" y="355311"/>
                  <a:pt x="99588" y="398352"/>
                </a:cubicBezTo>
                <a:cubicBezTo>
                  <a:pt x="93552" y="419477"/>
                  <a:pt x="89641" y="441328"/>
                  <a:pt x="81481" y="461727"/>
                </a:cubicBezTo>
                <a:cubicBezTo>
                  <a:pt x="77440" y="471830"/>
                  <a:pt x="67793" y="478944"/>
                  <a:pt x="63374" y="488887"/>
                </a:cubicBezTo>
                <a:cubicBezTo>
                  <a:pt x="48143" y="523156"/>
                  <a:pt x="42768" y="552427"/>
                  <a:pt x="36214" y="588475"/>
                </a:cubicBezTo>
                <a:cubicBezTo>
                  <a:pt x="32930" y="606536"/>
                  <a:pt x="30178" y="624689"/>
                  <a:pt x="27160" y="642796"/>
                </a:cubicBezTo>
                <a:cubicBezTo>
                  <a:pt x="7916" y="902585"/>
                  <a:pt x="25075" y="807121"/>
                  <a:pt x="0" y="932507"/>
                </a:cubicBezTo>
                <a:cubicBezTo>
                  <a:pt x="3018" y="1004935"/>
                  <a:pt x="7559" y="1077315"/>
                  <a:pt x="9053" y="1149790"/>
                </a:cubicBezTo>
                <a:cubicBezTo>
                  <a:pt x="13595" y="1370065"/>
                  <a:pt x="12460" y="1590444"/>
                  <a:pt x="18107" y="1810693"/>
                </a:cubicBezTo>
                <a:cubicBezTo>
                  <a:pt x="18501" y="1826076"/>
                  <a:pt x="24407" y="1840820"/>
                  <a:pt x="27160" y="1855960"/>
                </a:cubicBezTo>
                <a:cubicBezTo>
                  <a:pt x="30444" y="1874021"/>
                  <a:pt x="33423" y="1892138"/>
                  <a:pt x="36214" y="1910281"/>
                </a:cubicBezTo>
                <a:cubicBezTo>
                  <a:pt x="39459" y="1931372"/>
                  <a:pt x="41450" y="1952660"/>
                  <a:pt x="45267" y="1973655"/>
                </a:cubicBezTo>
                <a:cubicBezTo>
                  <a:pt x="49813" y="1998657"/>
                  <a:pt x="55619" y="2013764"/>
                  <a:pt x="63374" y="2037030"/>
                </a:cubicBezTo>
                <a:cubicBezTo>
                  <a:pt x="69749" y="2094401"/>
                  <a:pt x="67646" y="2108608"/>
                  <a:pt x="81481" y="2154725"/>
                </a:cubicBezTo>
                <a:cubicBezTo>
                  <a:pt x="101926" y="2222874"/>
                  <a:pt x="94182" y="2200936"/>
                  <a:pt x="135802" y="2263366"/>
                </a:cubicBezTo>
                <a:cubicBezTo>
                  <a:pt x="141838" y="2272420"/>
                  <a:pt x="144855" y="2284491"/>
                  <a:pt x="153909" y="2290527"/>
                </a:cubicBezTo>
                <a:cubicBezTo>
                  <a:pt x="176426" y="2305539"/>
                  <a:pt x="191023" y="2316893"/>
                  <a:pt x="217283" y="2326740"/>
                </a:cubicBezTo>
                <a:cubicBezTo>
                  <a:pt x="228934" y="2331109"/>
                  <a:pt x="241579" y="2332219"/>
                  <a:pt x="253497" y="2335794"/>
                </a:cubicBezTo>
                <a:cubicBezTo>
                  <a:pt x="271778" y="2341279"/>
                  <a:pt x="289711" y="2347865"/>
                  <a:pt x="307818" y="2353901"/>
                </a:cubicBezTo>
                <a:cubicBezTo>
                  <a:pt x="316871" y="2356919"/>
                  <a:pt x="325565" y="2361385"/>
                  <a:pt x="334978" y="2362954"/>
                </a:cubicBezTo>
                <a:lnTo>
                  <a:pt x="389299" y="2372008"/>
                </a:lnTo>
                <a:cubicBezTo>
                  <a:pt x="458709" y="2368990"/>
                  <a:pt x="528243" y="2368086"/>
                  <a:pt x="597529" y="2362954"/>
                </a:cubicBezTo>
                <a:cubicBezTo>
                  <a:pt x="609937" y="2362035"/>
                  <a:pt x="621444" y="2355793"/>
                  <a:pt x="633742" y="2353901"/>
                </a:cubicBezTo>
                <a:cubicBezTo>
                  <a:pt x="660752" y="2349746"/>
                  <a:pt x="688063" y="2347865"/>
                  <a:pt x="715224" y="2344847"/>
                </a:cubicBezTo>
                <a:cubicBezTo>
                  <a:pt x="809050" y="2321392"/>
                  <a:pt x="699915" y="2347910"/>
                  <a:pt x="896293" y="2308634"/>
                </a:cubicBezTo>
                <a:cubicBezTo>
                  <a:pt x="908494" y="2306194"/>
                  <a:pt x="920436" y="2302598"/>
                  <a:pt x="932507" y="2299580"/>
                </a:cubicBezTo>
                <a:cubicBezTo>
                  <a:pt x="938543" y="2290527"/>
                  <a:pt x="945748" y="2282152"/>
                  <a:pt x="950614" y="2272420"/>
                </a:cubicBezTo>
                <a:cubicBezTo>
                  <a:pt x="954882" y="2263884"/>
                  <a:pt x="955032" y="2253601"/>
                  <a:pt x="959667" y="2245259"/>
                </a:cubicBezTo>
                <a:cubicBezTo>
                  <a:pt x="970235" y="2226236"/>
                  <a:pt x="983810" y="2209045"/>
                  <a:pt x="995881" y="2190938"/>
                </a:cubicBezTo>
                <a:cubicBezTo>
                  <a:pt x="1011577" y="2167394"/>
                  <a:pt x="1055851" y="2101563"/>
                  <a:pt x="1059255" y="2091350"/>
                </a:cubicBezTo>
                <a:cubicBezTo>
                  <a:pt x="1065291" y="2073243"/>
                  <a:pt x="1072733" y="2055546"/>
                  <a:pt x="1077362" y="2037030"/>
                </a:cubicBezTo>
                <a:cubicBezTo>
                  <a:pt x="1080380" y="2024959"/>
                  <a:pt x="1081514" y="2012253"/>
                  <a:pt x="1086416" y="2000816"/>
                </a:cubicBezTo>
                <a:cubicBezTo>
                  <a:pt x="1090702" y="1990815"/>
                  <a:pt x="1098487" y="1982709"/>
                  <a:pt x="1104523" y="1973655"/>
                </a:cubicBezTo>
                <a:cubicBezTo>
                  <a:pt x="1110559" y="1955548"/>
                  <a:pt x="1118001" y="1937851"/>
                  <a:pt x="1122630" y="1919334"/>
                </a:cubicBezTo>
                <a:cubicBezTo>
                  <a:pt x="1125648" y="1907263"/>
                  <a:pt x="1127748" y="1894925"/>
                  <a:pt x="1131683" y="1883121"/>
                </a:cubicBezTo>
                <a:cubicBezTo>
                  <a:pt x="1143243" y="1848441"/>
                  <a:pt x="1152122" y="1833190"/>
                  <a:pt x="1167897" y="1801639"/>
                </a:cubicBezTo>
                <a:cubicBezTo>
                  <a:pt x="1184095" y="1736846"/>
                  <a:pt x="1167749" y="1791101"/>
                  <a:pt x="1204111" y="1711105"/>
                </a:cubicBezTo>
                <a:cubicBezTo>
                  <a:pt x="1210836" y="1696310"/>
                  <a:pt x="1214950" y="1680373"/>
                  <a:pt x="1222218" y="1665837"/>
                </a:cubicBezTo>
                <a:cubicBezTo>
                  <a:pt x="1227084" y="1656105"/>
                  <a:pt x="1235459" y="1648409"/>
                  <a:pt x="1240325" y="1638677"/>
                </a:cubicBezTo>
                <a:cubicBezTo>
                  <a:pt x="1247593" y="1624141"/>
                  <a:pt x="1252726" y="1608627"/>
                  <a:pt x="1258432" y="1593410"/>
                </a:cubicBezTo>
                <a:cubicBezTo>
                  <a:pt x="1261783" y="1584474"/>
                  <a:pt x="1263217" y="1574785"/>
                  <a:pt x="1267485" y="1566249"/>
                </a:cubicBezTo>
                <a:cubicBezTo>
                  <a:pt x="1272351" y="1556517"/>
                  <a:pt x="1279268" y="1547943"/>
                  <a:pt x="1285592" y="1539089"/>
                </a:cubicBezTo>
                <a:cubicBezTo>
                  <a:pt x="1353057" y="1444637"/>
                  <a:pt x="1257771" y="1581530"/>
                  <a:pt x="1376127" y="1439501"/>
                </a:cubicBezTo>
                <a:cubicBezTo>
                  <a:pt x="1391216" y="1421394"/>
                  <a:pt x="1406670" y="1403585"/>
                  <a:pt x="1421394" y="1385180"/>
                </a:cubicBezTo>
                <a:cubicBezTo>
                  <a:pt x="1430820" y="1373397"/>
                  <a:pt x="1439784" y="1361244"/>
                  <a:pt x="1448554" y="1348966"/>
                </a:cubicBezTo>
                <a:cubicBezTo>
                  <a:pt x="1454878" y="1340112"/>
                  <a:pt x="1458967" y="1329500"/>
                  <a:pt x="1466661" y="1321806"/>
                </a:cubicBezTo>
                <a:cubicBezTo>
                  <a:pt x="1474355" y="1314112"/>
                  <a:pt x="1484768" y="1309735"/>
                  <a:pt x="1493822" y="1303699"/>
                </a:cubicBezTo>
                <a:cubicBezTo>
                  <a:pt x="1502875" y="1288610"/>
                  <a:pt x="1509717" y="1271950"/>
                  <a:pt x="1520982" y="1258432"/>
                </a:cubicBezTo>
                <a:cubicBezTo>
                  <a:pt x="1540107" y="1235481"/>
                  <a:pt x="1567784" y="1219914"/>
                  <a:pt x="1584356" y="1195057"/>
                </a:cubicBezTo>
                <a:cubicBezTo>
                  <a:pt x="1590392" y="1186004"/>
                  <a:pt x="1594769" y="1175591"/>
                  <a:pt x="1602463" y="1167897"/>
                </a:cubicBezTo>
                <a:cubicBezTo>
                  <a:pt x="1610157" y="1160203"/>
                  <a:pt x="1621435" y="1156955"/>
                  <a:pt x="1629624" y="1149790"/>
                </a:cubicBezTo>
                <a:cubicBezTo>
                  <a:pt x="1665809" y="1118128"/>
                  <a:pt x="1674343" y="1094022"/>
                  <a:pt x="1720158" y="1077362"/>
                </a:cubicBezTo>
                <a:cubicBezTo>
                  <a:pt x="1737410" y="1071089"/>
                  <a:pt x="1756372" y="1071327"/>
                  <a:pt x="1774479" y="1068309"/>
                </a:cubicBezTo>
                <a:cubicBezTo>
                  <a:pt x="1817569" y="1039583"/>
                  <a:pt x="1784707" y="1057092"/>
                  <a:pt x="1837853" y="1041148"/>
                </a:cubicBezTo>
                <a:cubicBezTo>
                  <a:pt x="1929735" y="1013583"/>
                  <a:pt x="1854945" y="1030486"/>
                  <a:pt x="1937441" y="1013988"/>
                </a:cubicBezTo>
                <a:cubicBezTo>
                  <a:pt x="2107780" y="928820"/>
                  <a:pt x="1965823" y="1007701"/>
                  <a:pt x="2073243" y="932507"/>
                </a:cubicBezTo>
                <a:cubicBezTo>
                  <a:pt x="2128499" y="893827"/>
                  <a:pt x="2106963" y="919124"/>
                  <a:pt x="2154725" y="878186"/>
                </a:cubicBezTo>
                <a:cubicBezTo>
                  <a:pt x="2189418" y="848449"/>
                  <a:pt x="2250144" y="767965"/>
                  <a:pt x="2263366" y="751437"/>
                </a:cubicBezTo>
                <a:cubicBezTo>
                  <a:pt x="2272792" y="739654"/>
                  <a:pt x="2283779" y="728720"/>
                  <a:pt x="2290527" y="715224"/>
                </a:cubicBezTo>
                <a:lnTo>
                  <a:pt x="2335794" y="624689"/>
                </a:lnTo>
                <a:cubicBezTo>
                  <a:pt x="2338812" y="606582"/>
                  <a:pt x="2344847" y="588725"/>
                  <a:pt x="2344847" y="570368"/>
                </a:cubicBezTo>
                <a:cubicBezTo>
                  <a:pt x="2344847" y="549614"/>
                  <a:pt x="2335099" y="472877"/>
                  <a:pt x="2326740" y="443620"/>
                </a:cubicBezTo>
                <a:cubicBezTo>
                  <a:pt x="2318875" y="416092"/>
                  <a:pt x="2299580" y="362138"/>
                  <a:pt x="2299580" y="362138"/>
                </a:cubicBezTo>
                <a:cubicBezTo>
                  <a:pt x="2295539" y="305564"/>
                  <a:pt x="2302640" y="257618"/>
                  <a:pt x="2281473" y="208230"/>
                </a:cubicBezTo>
                <a:cubicBezTo>
                  <a:pt x="2276156" y="195825"/>
                  <a:pt x="2268682" y="184421"/>
                  <a:pt x="2263366" y="172016"/>
                </a:cubicBezTo>
                <a:cubicBezTo>
                  <a:pt x="2259607" y="163244"/>
                  <a:pt x="2260172" y="152388"/>
                  <a:pt x="2254313" y="144855"/>
                </a:cubicBezTo>
                <a:cubicBezTo>
                  <a:pt x="2189440" y="61446"/>
                  <a:pt x="2222513" y="113828"/>
                  <a:pt x="2172832" y="72428"/>
                </a:cubicBezTo>
                <a:cubicBezTo>
                  <a:pt x="2157497" y="59649"/>
                  <a:pt x="2129403" y="23426"/>
                  <a:pt x="2109457" y="18107"/>
                </a:cubicBezTo>
                <a:cubicBezTo>
                  <a:pt x="2077250" y="9518"/>
                  <a:pt x="2042998" y="12734"/>
                  <a:pt x="2009869" y="9053"/>
                </a:cubicBezTo>
                <a:cubicBezTo>
                  <a:pt x="1988660" y="6696"/>
                  <a:pt x="1967620" y="3018"/>
                  <a:pt x="1946495" y="0"/>
                </a:cubicBezTo>
                <a:lnTo>
                  <a:pt x="1258432" y="9053"/>
                </a:lnTo>
                <a:cubicBezTo>
                  <a:pt x="1245993" y="9364"/>
                  <a:pt x="1234565" y="16564"/>
                  <a:pt x="1222218" y="18107"/>
                </a:cubicBezTo>
                <a:cubicBezTo>
                  <a:pt x="1186159" y="22614"/>
                  <a:pt x="1149912" y="26676"/>
                  <a:pt x="1113576" y="27160"/>
                </a:cubicBezTo>
                <a:lnTo>
                  <a:pt x="525101" y="18107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2322968" y="3666654"/>
            <a:ext cx="2163778" cy="896293"/>
          </a:xfrm>
          <a:custGeom>
            <a:rect b="b" l="l" r="r" t="t"/>
            <a:pathLst>
              <a:path extrusionOk="0" h="896293" w="2163778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3646704" y="2250559"/>
            <a:ext cx="2163778" cy="896293"/>
          </a:xfrm>
          <a:custGeom>
            <a:rect b="b" l="l" r="r" t="t"/>
            <a:pathLst>
              <a:path extrusionOk="0" h="896293" w="2163778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4933735" y="3476531"/>
            <a:ext cx="1074348" cy="1095470"/>
          </a:xfrm>
          <a:custGeom>
            <a:rect b="b" l="l" r="r" t="t"/>
            <a:pathLst>
              <a:path extrusionOk="0" h="1095470" w="1074348">
                <a:moveTo>
                  <a:pt x="349716" y="72428"/>
                </a:moveTo>
                <a:cubicBezTo>
                  <a:pt x="325422" y="77287"/>
                  <a:pt x="269819" y="86462"/>
                  <a:pt x="250128" y="99589"/>
                </a:cubicBezTo>
                <a:cubicBezTo>
                  <a:pt x="241075" y="105624"/>
                  <a:pt x="231100" y="110466"/>
                  <a:pt x="222968" y="117695"/>
                </a:cubicBezTo>
                <a:cubicBezTo>
                  <a:pt x="129941" y="200385"/>
                  <a:pt x="203131" y="149026"/>
                  <a:pt x="141487" y="190123"/>
                </a:cubicBezTo>
                <a:lnTo>
                  <a:pt x="87166" y="271604"/>
                </a:lnTo>
                <a:cubicBezTo>
                  <a:pt x="81130" y="280658"/>
                  <a:pt x="72500" y="288442"/>
                  <a:pt x="69059" y="298765"/>
                </a:cubicBezTo>
                <a:cubicBezTo>
                  <a:pt x="66041" y="307818"/>
                  <a:pt x="64273" y="317389"/>
                  <a:pt x="60005" y="325925"/>
                </a:cubicBezTo>
                <a:cubicBezTo>
                  <a:pt x="55139" y="335657"/>
                  <a:pt x="46765" y="343354"/>
                  <a:pt x="41899" y="353086"/>
                </a:cubicBezTo>
                <a:cubicBezTo>
                  <a:pt x="34660" y="367565"/>
                  <a:pt x="27663" y="402913"/>
                  <a:pt x="23792" y="416460"/>
                </a:cubicBezTo>
                <a:cubicBezTo>
                  <a:pt x="21170" y="425636"/>
                  <a:pt x="17756" y="434567"/>
                  <a:pt x="14738" y="443620"/>
                </a:cubicBezTo>
                <a:cubicBezTo>
                  <a:pt x="-5657" y="565994"/>
                  <a:pt x="-4155" y="534562"/>
                  <a:pt x="14738" y="742385"/>
                </a:cubicBezTo>
                <a:cubicBezTo>
                  <a:pt x="16466" y="761393"/>
                  <a:pt x="22258" y="780824"/>
                  <a:pt x="32845" y="796705"/>
                </a:cubicBezTo>
                <a:lnTo>
                  <a:pt x="50952" y="823866"/>
                </a:lnTo>
                <a:cubicBezTo>
                  <a:pt x="63349" y="861056"/>
                  <a:pt x="63688" y="877957"/>
                  <a:pt x="87166" y="905347"/>
                </a:cubicBezTo>
                <a:cubicBezTo>
                  <a:pt x="121568" y="945483"/>
                  <a:pt x="131101" y="946708"/>
                  <a:pt x="177701" y="977775"/>
                </a:cubicBezTo>
                <a:lnTo>
                  <a:pt x="232021" y="1013989"/>
                </a:lnTo>
                <a:cubicBezTo>
                  <a:pt x="241075" y="1020025"/>
                  <a:pt x="249450" y="1027229"/>
                  <a:pt x="259182" y="1032095"/>
                </a:cubicBezTo>
                <a:cubicBezTo>
                  <a:pt x="277289" y="1041149"/>
                  <a:pt x="295004" y="1051034"/>
                  <a:pt x="313503" y="1059256"/>
                </a:cubicBezTo>
                <a:cubicBezTo>
                  <a:pt x="322224" y="1063132"/>
                  <a:pt x="331892" y="1064550"/>
                  <a:pt x="340663" y="1068309"/>
                </a:cubicBezTo>
                <a:cubicBezTo>
                  <a:pt x="418987" y="1101876"/>
                  <a:pt x="340333" y="1074234"/>
                  <a:pt x="404037" y="1095470"/>
                </a:cubicBezTo>
                <a:lnTo>
                  <a:pt x="675641" y="1086416"/>
                </a:lnTo>
                <a:cubicBezTo>
                  <a:pt x="737822" y="1083307"/>
                  <a:pt x="764477" y="1077646"/>
                  <a:pt x="820497" y="1068309"/>
                </a:cubicBezTo>
                <a:cubicBezTo>
                  <a:pt x="898330" y="1016420"/>
                  <a:pt x="799856" y="1078629"/>
                  <a:pt x="874817" y="1041149"/>
                </a:cubicBezTo>
                <a:cubicBezTo>
                  <a:pt x="884549" y="1036283"/>
                  <a:pt x="892466" y="1028326"/>
                  <a:pt x="901978" y="1023042"/>
                </a:cubicBezTo>
                <a:cubicBezTo>
                  <a:pt x="919675" y="1013211"/>
                  <a:pt x="938192" y="1004935"/>
                  <a:pt x="956299" y="995882"/>
                </a:cubicBezTo>
                <a:cubicBezTo>
                  <a:pt x="976615" y="975565"/>
                  <a:pt x="1006411" y="947767"/>
                  <a:pt x="1019673" y="923454"/>
                </a:cubicBezTo>
                <a:cubicBezTo>
                  <a:pt x="1028813" y="906698"/>
                  <a:pt x="1031744" y="887240"/>
                  <a:pt x="1037780" y="869133"/>
                </a:cubicBezTo>
                <a:cubicBezTo>
                  <a:pt x="1051698" y="827377"/>
                  <a:pt x="1044962" y="851327"/>
                  <a:pt x="1055887" y="796705"/>
                </a:cubicBezTo>
                <a:cubicBezTo>
                  <a:pt x="1063619" y="696186"/>
                  <a:pt x="1073994" y="577380"/>
                  <a:pt x="1073994" y="479834"/>
                </a:cubicBezTo>
                <a:cubicBezTo>
                  <a:pt x="1073994" y="373384"/>
                  <a:pt x="1078435" y="332416"/>
                  <a:pt x="1055887" y="253497"/>
                </a:cubicBezTo>
                <a:cubicBezTo>
                  <a:pt x="1053265" y="244321"/>
                  <a:pt x="1051101" y="234873"/>
                  <a:pt x="1046833" y="226337"/>
                </a:cubicBezTo>
                <a:cubicBezTo>
                  <a:pt x="1041967" y="216605"/>
                  <a:pt x="1034762" y="208230"/>
                  <a:pt x="1028726" y="199177"/>
                </a:cubicBezTo>
                <a:cubicBezTo>
                  <a:pt x="1019292" y="170873"/>
                  <a:pt x="1010144" y="135484"/>
                  <a:pt x="983459" y="117695"/>
                </a:cubicBezTo>
                <a:cubicBezTo>
                  <a:pt x="974406" y="111660"/>
                  <a:pt x="964658" y="106555"/>
                  <a:pt x="956299" y="99589"/>
                </a:cubicBezTo>
                <a:cubicBezTo>
                  <a:pt x="946463" y="91392"/>
                  <a:pt x="939245" y="80289"/>
                  <a:pt x="929138" y="72428"/>
                </a:cubicBezTo>
                <a:cubicBezTo>
                  <a:pt x="911960" y="59067"/>
                  <a:pt x="892924" y="48285"/>
                  <a:pt x="874817" y="36214"/>
                </a:cubicBezTo>
                <a:cubicBezTo>
                  <a:pt x="851926" y="20953"/>
                  <a:pt x="847272" y="14409"/>
                  <a:pt x="820497" y="9054"/>
                </a:cubicBezTo>
                <a:cubicBezTo>
                  <a:pt x="799572" y="4869"/>
                  <a:pt x="778247" y="3018"/>
                  <a:pt x="757122" y="0"/>
                </a:cubicBezTo>
                <a:cubicBezTo>
                  <a:pt x="651498" y="3018"/>
                  <a:pt x="545772" y="3500"/>
                  <a:pt x="440251" y="9054"/>
                </a:cubicBezTo>
                <a:cubicBezTo>
                  <a:pt x="430721" y="9556"/>
                  <a:pt x="421627" y="13839"/>
                  <a:pt x="413091" y="18107"/>
                </a:cubicBezTo>
                <a:cubicBezTo>
                  <a:pt x="403359" y="22973"/>
                  <a:pt x="394984" y="30178"/>
                  <a:pt x="385930" y="36214"/>
                </a:cubicBezTo>
                <a:lnTo>
                  <a:pt x="349716" y="72428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12"/>
          <p:cNvCxnSpPr>
            <a:stCxn id="112" idx="6"/>
            <a:endCxn id="113" idx="2"/>
          </p:cNvCxnSpPr>
          <p:nvPr/>
        </p:nvCxnSpPr>
        <p:spPr>
          <a:xfrm>
            <a:off x="1643958" y="2706987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6" name="Google Shape;146;p12"/>
          <p:cNvSpPr/>
          <p:nvPr/>
        </p:nvSpPr>
        <p:spPr>
          <a:xfrm>
            <a:off x="6803279" y="2920831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8603410" y="2143113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10370678" y="2910899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8603410" y="3722580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6725970" y="3108011"/>
            <a:ext cx="9188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{h,f,g}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8623602" y="3899200"/>
            <a:ext cx="9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{b,c}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8623589" y="2306524"/>
            <a:ext cx="7457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{a,e}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10472418" y="3098079"/>
            <a:ext cx="5709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{d}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12"/>
          <p:cNvCxnSpPr>
            <a:stCxn id="146" idx="7"/>
            <a:endCxn id="147" idx="2"/>
          </p:cNvCxnSpPr>
          <p:nvPr/>
        </p:nvCxnSpPr>
        <p:spPr>
          <a:xfrm flipH="1" rot="10800000">
            <a:off x="7464331" y="2530250"/>
            <a:ext cx="1139100" cy="50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" name="Google Shape;155;p12"/>
          <p:cNvCxnSpPr>
            <a:stCxn id="146" idx="5"/>
            <a:endCxn id="149" idx="2"/>
          </p:cNvCxnSpPr>
          <p:nvPr/>
        </p:nvCxnSpPr>
        <p:spPr>
          <a:xfrm>
            <a:off x="7464331" y="3581883"/>
            <a:ext cx="1139100" cy="52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" name="Google Shape;156;p12"/>
          <p:cNvCxnSpPr>
            <a:stCxn id="147" idx="6"/>
            <a:endCxn id="148" idx="1"/>
          </p:cNvCxnSpPr>
          <p:nvPr/>
        </p:nvCxnSpPr>
        <p:spPr>
          <a:xfrm>
            <a:off x="9377881" y="2530349"/>
            <a:ext cx="1106100" cy="49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" name="Google Shape;157;p12"/>
          <p:cNvCxnSpPr>
            <a:stCxn id="149" idx="6"/>
          </p:cNvCxnSpPr>
          <p:nvPr/>
        </p:nvCxnSpPr>
        <p:spPr>
          <a:xfrm flipH="1" rot="10800000">
            <a:off x="9377881" y="3476516"/>
            <a:ext cx="1094400" cy="63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" name="Google Shape;158;p12"/>
          <p:cNvCxnSpPr>
            <a:stCxn id="147" idx="4"/>
            <a:endCxn id="149" idx="0"/>
          </p:cNvCxnSpPr>
          <p:nvPr/>
        </p:nvCxnSpPr>
        <p:spPr>
          <a:xfrm>
            <a:off x="8990646" y="2917584"/>
            <a:ext cx="0" cy="80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59" name="Google Shape;159;p12"/>
          <p:cNvGrpSpPr/>
          <p:nvPr/>
        </p:nvGrpSpPr>
        <p:grpSpPr>
          <a:xfrm>
            <a:off x="6914433" y="1742268"/>
            <a:ext cx="3993520" cy="3162233"/>
            <a:chOff x="6914433" y="1742268"/>
            <a:chExt cx="3993520" cy="3162233"/>
          </a:xfrm>
        </p:grpSpPr>
        <p:sp>
          <p:nvSpPr>
            <p:cNvPr id="160" name="Google Shape;160;p12"/>
            <p:cNvSpPr txBox="1"/>
            <p:nvPr/>
          </p:nvSpPr>
          <p:spPr>
            <a:xfrm>
              <a:off x="6914433" y="2475801"/>
              <a:ext cx="37702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2"/>
            <p:cNvSpPr txBox="1"/>
            <p:nvPr/>
          </p:nvSpPr>
          <p:spPr>
            <a:xfrm>
              <a:off x="8802132" y="1742268"/>
              <a:ext cx="4347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2"/>
            <p:cNvSpPr txBox="1"/>
            <p:nvPr/>
          </p:nvSpPr>
          <p:spPr>
            <a:xfrm>
              <a:off x="8802132" y="4442836"/>
              <a:ext cx="409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2"/>
            <p:cNvSpPr txBox="1"/>
            <p:nvPr/>
          </p:nvSpPr>
          <p:spPr>
            <a:xfrm>
              <a:off x="10553369" y="2486453"/>
              <a:ext cx="3545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12"/>
          <p:cNvSpPr txBox="1"/>
          <p:nvPr/>
        </p:nvSpPr>
        <p:spPr>
          <a:xfrm>
            <a:off x="5470899" y="4900025"/>
            <a:ext cx="6138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0" i="0" lang="en-US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The SCCs have been marked as P, Q, R,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2"/>
          <p:cNvCxnSpPr>
            <a:stCxn id="115" idx="0"/>
            <a:endCxn id="113" idx="0"/>
          </p:cNvCxnSpPr>
          <p:nvPr/>
        </p:nvCxnSpPr>
        <p:spPr>
          <a:xfrm rot="5400000">
            <a:off x="3379712" y="1766533"/>
            <a:ext cx="600" cy="1338300"/>
          </a:xfrm>
          <a:prstGeom prst="curvedConnector3">
            <a:avLst>
              <a:gd fmla="val -37041667" name="adj1"/>
            </a:avLst>
          </a:prstGeom>
          <a:noFill/>
          <a:ln cap="flat" cmpd="sng" w="38100">
            <a:solidFill>
              <a:schemeClr val="dk1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166" name="Google Shape;166;p12"/>
          <p:cNvCxnSpPr>
            <a:stCxn id="147" idx="1"/>
            <a:endCxn id="146" idx="0"/>
          </p:cNvCxnSpPr>
          <p:nvPr/>
        </p:nvCxnSpPr>
        <p:spPr>
          <a:xfrm rot="5400000">
            <a:off x="7621529" y="1825432"/>
            <a:ext cx="664200" cy="1526400"/>
          </a:xfrm>
          <a:prstGeom prst="curvedConnector3">
            <a:avLst>
              <a:gd fmla="val -51494" name="adj1"/>
            </a:avLst>
          </a:prstGeom>
          <a:noFill/>
          <a:ln cap="flat" cmpd="sng" w="38100">
            <a:solidFill>
              <a:schemeClr val="dk1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67" name="Google Shape;167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4200"/>
              <a:t>SCC ALGORITHM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484742" y="1344495"/>
            <a:ext cx="10829581" cy="4325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Find_STRONGLY-CONNECTED-COMPONENTS(G)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call DFS(G) to compute finishing times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u.f</a:t>
            </a:r>
            <a:r>
              <a:rPr b="0" i="0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for each vertex </a:t>
            </a:r>
            <a:r>
              <a:rPr b="0" i="1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compute GT (transpose of G)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call DFS(GT), but in the main loop of DFS, consider the vertices in order of decreasing u:f (as computed in line 1)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output the vertices of each tree in the depth-first forest formed in line 3 as a separate strongly connected component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4200"/>
              <a:t>SCC ALGORITHM</a:t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886809" y="200410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2225213" y="200410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886809" y="341493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3563617" y="200410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902021" y="2004103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2225213" y="341493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3563617" y="341493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902021" y="3414934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13"/>
          <p:cNvCxnSpPr>
            <a:stCxn id="185" idx="3"/>
            <a:endCxn id="186" idx="7"/>
          </p:cNvCxnSpPr>
          <p:nvPr/>
        </p:nvCxnSpPr>
        <p:spPr>
          <a:xfrm flipH="1">
            <a:off x="1350464" y="2467760"/>
            <a:ext cx="954300" cy="102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" name="Google Shape;193;p13"/>
          <p:cNvCxnSpPr>
            <a:stCxn id="186" idx="0"/>
            <a:endCxn id="184" idx="4"/>
          </p:cNvCxnSpPr>
          <p:nvPr/>
        </p:nvCxnSpPr>
        <p:spPr>
          <a:xfrm rot="10800000">
            <a:off x="1158413" y="2547334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" name="Google Shape;194;p13"/>
          <p:cNvCxnSpPr>
            <a:stCxn id="186" idx="6"/>
            <a:endCxn id="189" idx="2"/>
          </p:cNvCxnSpPr>
          <p:nvPr/>
        </p:nvCxnSpPr>
        <p:spPr>
          <a:xfrm>
            <a:off x="1430017" y="3686538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" name="Google Shape;195;p13"/>
          <p:cNvCxnSpPr>
            <a:stCxn id="185" idx="4"/>
            <a:endCxn id="189" idx="0"/>
          </p:cNvCxnSpPr>
          <p:nvPr/>
        </p:nvCxnSpPr>
        <p:spPr>
          <a:xfrm>
            <a:off x="2496817" y="2547311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" name="Google Shape;196;p13"/>
          <p:cNvCxnSpPr>
            <a:stCxn id="185" idx="6"/>
            <a:endCxn id="187" idx="2"/>
          </p:cNvCxnSpPr>
          <p:nvPr/>
        </p:nvCxnSpPr>
        <p:spPr>
          <a:xfrm>
            <a:off x="2768421" y="2275707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" name="Google Shape;197;p13"/>
          <p:cNvCxnSpPr>
            <a:stCxn id="189" idx="7"/>
            <a:endCxn id="190" idx="1"/>
          </p:cNvCxnSpPr>
          <p:nvPr/>
        </p:nvCxnSpPr>
        <p:spPr>
          <a:xfrm>
            <a:off x="2688870" y="3494485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8" name="Google Shape;198;p13"/>
          <p:cNvCxnSpPr>
            <a:stCxn id="190" idx="3"/>
            <a:endCxn id="189" idx="5"/>
          </p:cNvCxnSpPr>
          <p:nvPr/>
        </p:nvCxnSpPr>
        <p:spPr>
          <a:xfrm rot="10800000">
            <a:off x="2688868" y="3878591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9" name="Google Shape;199;p13"/>
          <p:cNvCxnSpPr>
            <a:stCxn id="187" idx="7"/>
            <a:endCxn id="188" idx="1"/>
          </p:cNvCxnSpPr>
          <p:nvPr/>
        </p:nvCxnSpPr>
        <p:spPr>
          <a:xfrm>
            <a:off x="4027274" y="2083654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" name="Google Shape;200;p13"/>
          <p:cNvCxnSpPr>
            <a:stCxn id="188" idx="3"/>
            <a:endCxn id="187" idx="5"/>
          </p:cNvCxnSpPr>
          <p:nvPr/>
        </p:nvCxnSpPr>
        <p:spPr>
          <a:xfrm rot="10800000">
            <a:off x="4027272" y="2467760"/>
            <a:ext cx="95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13"/>
          <p:cNvCxnSpPr>
            <a:stCxn id="187" idx="4"/>
            <a:endCxn id="190" idx="0"/>
          </p:cNvCxnSpPr>
          <p:nvPr/>
        </p:nvCxnSpPr>
        <p:spPr>
          <a:xfrm>
            <a:off x="3835221" y="2547311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2" name="Google Shape;202;p13"/>
          <p:cNvCxnSpPr>
            <a:stCxn id="188" idx="4"/>
            <a:endCxn id="191" idx="0"/>
          </p:cNvCxnSpPr>
          <p:nvPr/>
        </p:nvCxnSpPr>
        <p:spPr>
          <a:xfrm>
            <a:off x="5173625" y="2547311"/>
            <a:ext cx="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" name="Google Shape;203;p13"/>
          <p:cNvCxnSpPr>
            <a:stCxn id="190" idx="6"/>
            <a:endCxn id="191" idx="2"/>
          </p:cNvCxnSpPr>
          <p:nvPr/>
        </p:nvCxnSpPr>
        <p:spPr>
          <a:xfrm>
            <a:off x="4106825" y="3686538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4" name="Google Shape;204;p13"/>
          <p:cNvCxnSpPr>
            <a:stCxn id="191" idx="7"/>
            <a:endCxn id="191" idx="6"/>
          </p:cNvCxnSpPr>
          <p:nvPr/>
        </p:nvCxnSpPr>
        <p:spPr>
          <a:xfrm flipH="1" rot="-5400000">
            <a:off x="5309428" y="3550735"/>
            <a:ext cx="192000" cy="79500"/>
          </a:xfrm>
          <a:prstGeom prst="curvedConnector4">
            <a:avLst>
              <a:gd fmla="val -160495" name="adj1"/>
              <a:gd fmla="val 38761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13"/>
          <p:cNvCxnSpPr>
            <a:stCxn id="184" idx="6"/>
            <a:endCxn id="185" idx="2"/>
          </p:cNvCxnSpPr>
          <p:nvPr/>
        </p:nvCxnSpPr>
        <p:spPr>
          <a:xfrm>
            <a:off x="1430017" y="2275707"/>
            <a:ext cx="795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13"/>
          <p:cNvSpPr/>
          <p:nvPr/>
        </p:nvSpPr>
        <p:spPr>
          <a:xfrm>
            <a:off x="7015606" y="2504891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8815737" y="1727173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10583005" y="2494959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8815737" y="3306640"/>
            <a:ext cx="774471" cy="77447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6938297" y="2692071"/>
            <a:ext cx="9188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{h,f,g}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8835927" y="3483250"/>
            <a:ext cx="9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{b,c}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8835916" y="1890584"/>
            <a:ext cx="7457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{a,e}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10684745" y="2682139"/>
            <a:ext cx="5709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{d}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3"/>
          <p:cNvCxnSpPr>
            <a:stCxn id="206" idx="7"/>
            <a:endCxn id="207" idx="2"/>
          </p:cNvCxnSpPr>
          <p:nvPr/>
        </p:nvCxnSpPr>
        <p:spPr>
          <a:xfrm flipH="1" rot="10800000">
            <a:off x="7676658" y="2114310"/>
            <a:ext cx="1139100" cy="50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5" name="Google Shape;215;p13"/>
          <p:cNvCxnSpPr>
            <a:stCxn id="206" idx="5"/>
            <a:endCxn id="209" idx="2"/>
          </p:cNvCxnSpPr>
          <p:nvPr/>
        </p:nvCxnSpPr>
        <p:spPr>
          <a:xfrm>
            <a:off x="7676658" y="3165943"/>
            <a:ext cx="1139100" cy="52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6" name="Google Shape;216;p13"/>
          <p:cNvCxnSpPr>
            <a:stCxn id="207" idx="6"/>
            <a:endCxn id="208" idx="1"/>
          </p:cNvCxnSpPr>
          <p:nvPr/>
        </p:nvCxnSpPr>
        <p:spPr>
          <a:xfrm>
            <a:off x="9590208" y="2114409"/>
            <a:ext cx="1106100" cy="49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13"/>
          <p:cNvCxnSpPr>
            <a:stCxn id="209" idx="6"/>
          </p:cNvCxnSpPr>
          <p:nvPr/>
        </p:nvCxnSpPr>
        <p:spPr>
          <a:xfrm flipH="1" rot="10800000">
            <a:off x="9590208" y="3060575"/>
            <a:ext cx="1094400" cy="63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8" name="Google Shape;218;p13"/>
          <p:cNvCxnSpPr>
            <a:stCxn id="207" idx="4"/>
            <a:endCxn id="209" idx="0"/>
          </p:cNvCxnSpPr>
          <p:nvPr/>
        </p:nvCxnSpPr>
        <p:spPr>
          <a:xfrm>
            <a:off x="9202973" y="2501644"/>
            <a:ext cx="0" cy="80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19" name="Google Shape;219;p13"/>
          <p:cNvGrpSpPr/>
          <p:nvPr/>
        </p:nvGrpSpPr>
        <p:grpSpPr>
          <a:xfrm>
            <a:off x="7126760" y="1326328"/>
            <a:ext cx="3993520" cy="3162233"/>
            <a:chOff x="6914433" y="1742268"/>
            <a:chExt cx="3993520" cy="3162233"/>
          </a:xfrm>
        </p:grpSpPr>
        <p:sp>
          <p:nvSpPr>
            <p:cNvPr id="220" name="Google Shape;220;p13"/>
            <p:cNvSpPr txBox="1"/>
            <p:nvPr/>
          </p:nvSpPr>
          <p:spPr>
            <a:xfrm>
              <a:off x="6914433" y="2475801"/>
              <a:ext cx="37702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3"/>
            <p:cNvSpPr txBox="1"/>
            <p:nvPr/>
          </p:nvSpPr>
          <p:spPr>
            <a:xfrm>
              <a:off x="8802132" y="1742268"/>
              <a:ext cx="4347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3"/>
            <p:cNvSpPr txBox="1"/>
            <p:nvPr/>
          </p:nvSpPr>
          <p:spPr>
            <a:xfrm>
              <a:off x="8802132" y="4442836"/>
              <a:ext cx="409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3"/>
            <p:cNvSpPr txBox="1"/>
            <p:nvPr/>
          </p:nvSpPr>
          <p:spPr>
            <a:xfrm>
              <a:off x="10553369" y="2486453"/>
              <a:ext cx="3545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13"/>
          <p:cNvSpPr txBox="1"/>
          <p:nvPr/>
        </p:nvSpPr>
        <p:spPr>
          <a:xfrm>
            <a:off x="905379" y="4783587"/>
            <a:ext cx="72006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List: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3563617" y="2004103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3563616" y="3414934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2223649" y="3414569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2222085" y="3414569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3409918" y="4798975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4897849" y="3414569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4902020" y="3414569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3109836" y="4802411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3560489" y="3414569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2822387" y="4809260"/>
            <a:ext cx="3161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902020" y="2003738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902019" y="2003373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2548663" y="4798975"/>
            <a:ext cx="3016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3560489" y="2003373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2306247" y="4787306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2223649" y="2003373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891481" y="3414594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889937" y="2005111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889549" y="2000980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2047077" y="4798975"/>
            <a:ext cx="3257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881422" y="3420840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1812358" y="4783587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2220926" y="2000980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1644853" y="4809260"/>
            <a:ext cx="2616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982820" y="2061677"/>
            <a:ext cx="34015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2348473" y="2053396"/>
            <a:ext cx="2824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1014880" y="3464506"/>
            <a:ext cx="32893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2321224" y="3464506"/>
            <a:ext cx="31130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3682024" y="3453943"/>
            <a:ext cx="32893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3667643" y="2013621"/>
            <a:ext cx="32573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5006047" y="2013621"/>
            <a:ext cx="31771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4968844" y="3473630"/>
            <a:ext cx="33695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13"/>
          <p:cNvCxnSpPr/>
          <p:nvPr/>
        </p:nvCxnSpPr>
        <p:spPr>
          <a:xfrm>
            <a:off x="1775658" y="5183697"/>
            <a:ext cx="0" cy="32159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8" name="Google Shape;258;p13"/>
          <p:cNvSpPr txBox="1"/>
          <p:nvPr/>
        </p:nvSpPr>
        <p:spPr>
          <a:xfrm>
            <a:off x="1625448" y="5456824"/>
            <a:ext cx="3417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13"/>
          <p:cNvCxnSpPr/>
          <p:nvPr/>
        </p:nvCxnSpPr>
        <p:spPr>
          <a:xfrm>
            <a:off x="2444479" y="5183697"/>
            <a:ext cx="0" cy="32159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" name="Google Shape;260;p13"/>
          <p:cNvSpPr txBox="1"/>
          <p:nvPr/>
        </p:nvSpPr>
        <p:spPr>
          <a:xfrm>
            <a:off x="2294269" y="5456824"/>
            <a:ext cx="3930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13"/>
          <p:cNvCxnSpPr/>
          <p:nvPr/>
        </p:nvCxnSpPr>
        <p:spPr>
          <a:xfrm>
            <a:off x="2968068" y="5192277"/>
            <a:ext cx="0" cy="32159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2" name="Google Shape;262;p13"/>
          <p:cNvSpPr txBox="1"/>
          <p:nvPr/>
        </p:nvSpPr>
        <p:spPr>
          <a:xfrm>
            <a:off x="2817858" y="5465404"/>
            <a:ext cx="3722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13"/>
          <p:cNvCxnSpPr/>
          <p:nvPr/>
        </p:nvCxnSpPr>
        <p:spPr>
          <a:xfrm>
            <a:off x="3303042" y="5190445"/>
            <a:ext cx="0" cy="32159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4" name="Google Shape;264;p13"/>
          <p:cNvSpPr txBox="1"/>
          <p:nvPr/>
        </p:nvSpPr>
        <p:spPr>
          <a:xfrm>
            <a:off x="3152832" y="5463572"/>
            <a:ext cx="3257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107161" y="4506505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445565" y="4506505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107161" y="5917336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6783969" y="4506505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122373" y="4506505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445565" y="5917336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783969" y="5917336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8122373" y="5917336"/>
            <a:ext cx="543208" cy="543208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3"/>
          <p:cNvCxnSpPr>
            <a:stCxn id="270" idx="7"/>
            <a:endCxn id="271" idx="1"/>
          </p:cNvCxnSpPr>
          <p:nvPr/>
        </p:nvCxnSpPr>
        <p:spPr>
          <a:xfrm>
            <a:off x="5909222" y="5996887"/>
            <a:ext cx="954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4" name="Google Shape;274;p13"/>
          <p:cNvCxnSpPr>
            <a:stCxn id="271" idx="3"/>
            <a:endCxn id="270" idx="5"/>
          </p:cNvCxnSpPr>
          <p:nvPr/>
        </p:nvCxnSpPr>
        <p:spPr>
          <a:xfrm rot="10800000">
            <a:off x="5909220" y="6380993"/>
            <a:ext cx="954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" name="Google Shape;275;p13"/>
          <p:cNvCxnSpPr>
            <a:stCxn id="268" idx="7"/>
            <a:endCxn id="269" idx="1"/>
          </p:cNvCxnSpPr>
          <p:nvPr/>
        </p:nvCxnSpPr>
        <p:spPr>
          <a:xfrm>
            <a:off x="7247626" y="4586056"/>
            <a:ext cx="954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13"/>
          <p:cNvCxnSpPr>
            <a:stCxn id="269" idx="3"/>
            <a:endCxn id="268" idx="5"/>
          </p:cNvCxnSpPr>
          <p:nvPr/>
        </p:nvCxnSpPr>
        <p:spPr>
          <a:xfrm rot="10800000">
            <a:off x="7247624" y="4970162"/>
            <a:ext cx="954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7" name="Google Shape;277;p13"/>
          <p:cNvCxnSpPr>
            <a:stCxn id="272" idx="7"/>
            <a:endCxn id="272" idx="6"/>
          </p:cNvCxnSpPr>
          <p:nvPr/>
        </p:nvCxnSpPr>
        <p:spPr>
          <a:xfrm flipH="1" rot="-5400000">
            <a:off x="8529780" y="6053137"/>
            <a:ext cx="192000" cy="79500"/>
          </a:xfrm>
          <a:prstGeom prst="curvedConnector4">
            <a:avLst>
              <a:gd fmla="val -160495" name="adj1"/>
              <a:gd fmla="val 38761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8" name="Google Shape;278;p13"/>
          <p:cNvCxnSpPr>
            <a:stCxn id="272" idx="2"/>
            <a:endCxn id="271" idx="6"/>
          </p:cNvCxnSpPr>
          <p:nvPr/>
        </p:nvCxnSpPr>
        <p:spPr>
          <a:xfrm rot="10800000">
            <a:off x="7327073" y="6188940"/>
            <a:ext cx="795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9" name="Google Shape;279;p13"/>
          <p:cNvCxnSpPr>
            <a:stCxn id="272" idx="0"/>
            <a:endCxn id="269" idx="4"/>
          </p:cNvCxnSpPr>
          <p:nvPr/>
        </p:nvCxnSpPr>
        <p:spPr>
          <a:xfrm rot="10800000">
            <a:off x="8393977" y="5049736"/>
            <a:ext cx="0" cy="8676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0" name="Google Shape;280;p13"/>
          <p:cNvCxnSpPr>
            <a:stCxn id="271" idx="0"/>
            <a:endCxn id="268" idx="4"/>
          </p:cNvCxnSpPr>
          <p:nvPr/>
        </p:nvCxnSpPr>
        <p:spPr>
          <a:xfrm rot="10800000">
            <a:off x="7055573" y="5049736"/>
            <a:ext cx="0" cy="8676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1" name="Google Shape;281;p13"/>
          <p:cNvCxnSpPr>
            <a:stCxn id="268" idx="2"/>
            <a:endCxn id="266" idx="6"/>
          </p:cNvCxnSpPr>
          <p:nvPr/>
        </p:nvCxnSpPr>
        <p:spPr>
          <a:xfrm rot="10800000">
            <a:off x="5988669" y="4778109"/>
            <a:ext cx="795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2" name="Google Shape;282;p13"/>
          <p:cNvCxnSpPr>
            <a:stCxn id="270" idx="0"/>
            <a:endCxn id="266" idx="4"/>
          </p:cNvCxnSpPr>
          <p:nvPr/>
        </p:nvCxnSpPr>
        <p:spPr>
          <a:xfrm rot="10800000">
            <a:off x="5717169" y="5049736"/>
            <a:ext cx="0" cy="8676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3" name="Google Shape;283;p13"/>
          <p:cNvCxnSpPr>
            <a:stCxn id="270" idx="2"/>
            <a:endCxn id="267" idx="6"/>
          </p:cNvCxnSpPr>
          <p:nvPr/>
        </p:nvCxnSpPr>
        <p:spPr>
          <a:xfrm rot="10800000">
            <a:off x="4650265" y="6188940"/>
            <a:ext cx="795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4" name="Google Shape;284;p13"/>
          <p:cNvCxnSpPr>
            <a:stCxn id="267" idx="7"/>
            <a:endCxn id="266" idx="3"/>
          </p:cNvCxnSpPr>
          <p:nvPr/>
        </p:nvCxnSpPr>
        <p:spPr>
          <a:xfrm flipH="1" rot="10800000">
            <a:off x="4570818" y="4970287"/>
            <a:ext cx="954300" cy="10266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5" name="Google Shape;285;p13"/>
          <p:cNvCxnSpPr>
            <a:stCxn id="266" idx="2"/>
            <a:endCxn id="265" idx="6"/>
          </p:cNvCxnSpPr>
          <p:nvPr/>
        </p:nvCxnSpPr>
        <p:spPr>
          <a:xfrm rot="10800000">
            <a:off x="4650265" y="4778109"/>
            <a:ext cx="7953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6" name="Google Shape;286;p13"/>
          <p:cNvCxnSpPr>
            <a:stCxn id="265" idx="4"/>
            <a:endCxn id="267" idx="0"/>
          </p:cNvCxnSpPr>
          <p:nvPr/>
        </p:nvCxnSpPr>
        <p:spPr>
          <a:xfrm>
            <a:off x="4378765" y="5049713"/>
            <a:ext cx="0" cy="8676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7" name="Google Shape;287;p13"/>
          <p:cNvSpPr/>
          <p:nvPr/>
        </p:nvSpPr>
        <p:spPr>
          <a:xfrm>
            <a:off x="5443833" y="4507524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112548" y="4506505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107290" y="5914915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107032" y="5914915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3"/>
          <p:cNvCxnSpPr/>
          <p:nvPr/>
        </p:nvCxnSpPr>
        <p:spPr>
          <a:xfrm flipH="1">
            <a:off x="1875932" y="4836607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2" name="Google Shape;292;p13"/>
          <p:cNvSpPr/>
          <p:nvPr/>
        </p:nvSpPr>
        <p:spPr>
          <a:xfrm>
            <a:off x="4103697" y="4507524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3"/>
          <p:cNvCxnSpPr/>
          <p:nvPr/>
        </p:nvCxnSpPr>
        <p:spPr>
          <a:xfrm flipH="1">
            <a:off x="2111948" y="4809616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" name="Google Shape;294;p13"/>
          <p:cNvSpPr/>
          <p:nvPr/>
        </p:nvSpPr>
        <p:spPr>
          <a:xfrm>
            <a:off x="5441712" y="4511873"/>
            <a:ext cx="543208" cy="543208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3"/>
          <p:cNvCxnSpPr/>
          <p:nvPr/>
        </p:nvCxnSpPr>
        <p:spPr>
          <a:xfrm flipH="1">
            <a:off x="1695622" y="4818583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6" name="Google Shape;296;p13"/>
          <p:cNvCxnSpPr/>
          <p:nvPr/>
        </p:nvCxnSpPr>
        <p:spPr>
          <a:xfrm flipH="1">
            <a:off x="1704810" y="5472885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7" name="Google Shape;297;p13"/>
          <p:cNvSpPr/>
          <p:nvPr/>
        </p:nvSpPr>
        <p:spPr>
          <a:xfrm>
            <a:off x="6785629" y="4509995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122373" y="4506139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8120252" y="4506404"/>
            <a:ext cx="543208" cy="543208"/>
          </a:xfrm>
          <a:prstGeom prst="ellipse">
            <a:avLst/>
          </a:prstGeom>
          <a:solidFill>
            <a:srgbClr val="548135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3"/>
          <p:cNvCxnSpPr/>
          <p:nvPr/>
        </p:nvCxnSpPr>
        <p:spPr>
          <a:xfrm flipH="1">
            <a:off x="2637676" y="4773985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13"/>
          <p:cNvSpPr/>
          <p:nvPr/>
        </p:nvSpPr>
        <p:spPr>
          <a:xfrm>
            <a:off x="6778781" y="4513485"/>
            <a:ext cx="543208" cy="543208"/>
          </a:xfrm>
          <a:prstGeom prst="ellipse">
            <a:avLst/>
          </a:prstGeom>
          <a:solidFill>
            <a:srgbClr val="548135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3"/>
          <p:cNvCxnSpPr/>
          <p:nvPr/>
        </p:nvCxnSpPr>
        <p:spPr>
          <a:xfrm flipH="1">
            <a:off x="2372225" y="4783477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13"/>
          <p:cNvCxnSpPr/>
          <p:nvPr/>
        </p:nvCxnSpPr>
        <p:spPr>
          <a:xfrm flipH="1">
            <a:off x="2411087" y="5489483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p13"/>
          <p:cNvSpPr/>
          <p:nvPr/>
        </p:nvSpPr>
        <p:spPr>
          <a:xfrm>
            <a:off x="6784643" y="5917336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443804" y="5918355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439354" y="5918355"/>
            <a:ext cx="543208" cy="543208"/>
          </a:xfrm>
          <a:prstGeom prst="ellipse">
            <a:avLst/>
          </a:prstGeom>
          <a:solidFill>
            <a:srgbClr val="0070C0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3"/>
          <p:cNvCxnSpPr/>
          <p:nvPr/>
        </p:nvCxnSpPr>
        <p:spPr>
          <a:xfrm flipH="1">
            <a:off x="3478465" y="4809616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13"/>
          <p:cNvSpPr/>
          <p:nvPr/>
        </p:nvSpPr>
        <p:spPr>
          <a:xfrm>
            <a:off x="6777888" y="5910356"/>
            <a:ext cx="543208" cy="543208"/>
          </a:xfrm>
          <a:prstGeom prst="ellipse">
            <a:avLst/>
          </a:prstGeom>
          <a:solidFill>
            <a:srgbClr val="0070C0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3"/>
          <p:cNvCxnSpPr/>
          <p:nvPr/>
        </p:nvCxnSpPr>
        <p:spPr>
          <a:xfrm flipH="1">
            <a:off x="2891530" y="4792448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" name="Google Shape;310;p13"/>
          <p:cNvCxnSpPr/>
          <p:nvPr/>
        </p:nvCxnSpPr>
        <p:spPr>
          <a:xfrm flipH="1">
            <a:off x="2899165" y="5471791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13"/>
          <p:cNvSpPr/>
          <p:nvPr/>
        </p:nvSpPr>
        <p:spPr>
          <a:xfrm>
            <a:off x="8123588" y="5917336"/>
            <a:ext cx="543208" cy="543208"/>
          </a:xfrm>
          <a:prstGeom prst="ellipse">
            <a:avLst/>
          </a:prstGeom>
          <a:solidFill>
            <a:srgbClr val="E1EFD8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120252" y="5910356"/>
            <a:ext cx="543208" cy="543208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3"/>
          <p:cNvCxnSpPr/>
          <p:nvPr/>
        </p:nvCxnSpPr>
        <p:spPr>
          <a:xfrm flipH="1">
            <a:off x="3180653" y="4810564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4" name="Google Shape;314;p13"/>
          <p:cNvCxnSpPr/>
          <p:nvPr/>
        </p:nvCxnSpPr>
        <p:spPr>
          <a:xfrm flipH="1">
            <a:off x="3225154" y="5489483"/>
            <a:ext cx="184764" cy="41646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p13"/>
          <p:cNvSpPr txBox="1"/>
          <p:nvPr/>
        </p:nvSpPr>
        <p:spPr>
          <a:xfrm>
            <a:off x="4208686" y="4561933"/>
            <a:ext cx="34015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5574339" y="4553652"/>
            <a:ext cx="2824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4240746" y="5964762"/>
            <a:ext cx="32893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5547090" y="5964762"/>
            <a:ext cx="31130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 txBox="1"/>
          <p:nvPr/>
        </p:nvSpPr>
        <p:spPr>
          <a:xfrm>
            <a:off x="6907890" y="5954199"/>
            <a:ext cx="32893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6893509" y="4513877"/>
            <a:ext cx="32573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8231913" y="4513877"/>
            <a:ext cx="31771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8194710" y="5973886"/>
            <a:ext cx="33695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331" name="Google Shape;331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Any Questions?</a:t>
            </a:r>
            <a:endParaRPr/>
          </a:p>
        </p:txBody>
      </p:sp>
      <p:sp>
        <p:nvSpPr>
          <p:cNvPr id="332" name="Google Shape;3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apnil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2022-11-07T22:55:08Z</dcterms:created>
  <dc:creator>ACER</dc:creator>
</cp:coreProperties>
</file>