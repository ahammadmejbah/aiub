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</p:sldIdLst>
  <p:sldSz cy="6858000" cx="12192000"/>
  <p:notesSz cx="6858000" cy="9144000"/>
  <p:embeddedFontLst>
    <p:embeddedFont>
      <p:font typeface="Overlock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4" roundtripDataSignature="AMtx7mjtj7LDnA+kYpCYhWmScreHF0hc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customschemas.google.com/relationships/presentationmetadata" Target="metadata"/><Relationship Id="rId83" Type="http://schemas.openxmlformats.org/officeDocument/2006/relationships/font" Target="fonts/Overlock-boldItalic.fntdata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0" Type="http://schemas.openxmlformats.org/officeDocument/2006/relationships/font" Target="fonts/Overlock-regular.fntdata"/><Relationship Id="rId82" Type="http://schemas.openxmlformats.org/officeDocument/2006/relationships/font" Target="fonts/Overlock-italic.fntdata"/><Relationship Id="rId81" Type="http://schemas.openxmlformats.org/officeDocument/2006/relationships/font" Target="fonts/Overlock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verlock"/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Breadth </a:t>
            </a:r>
            <a:r>
              <a:rPr lang="en-US">
                <a:latin typeface="Overlock"/>
                <a:ea typeface="Overlock"/>
                <a:cs typeface="Overlock"/>
                <a:sym typeface="Overlock"/>
              </a:rPr>
              <a:t>First Search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0996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 recursive approach for traversing a graph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97" name="Google Shape;97;p2"/>
          <p:cNvCxnSpPr>
            <a:stCxn id="90" idx="4"/>
            <a:endCxn id="91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" name="Google Shape;98;p2"/>
          <p:cNvCxnSpPr>
            <a:stCxn id="90" idx="4"/>
            <a:endCxn id="92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9" name="Google Shape;99;p2"/>
          <p:cNvCxnSpPr>
            <a:stCxn id="90" idx="4"/>
            <a:endCxn id="93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" name="Google Shape;100;p2"/>
          <p:cNvCxnSpPr>
            <a:stCxn id="91" idx="4"/>
            <a:endCxn id="94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" name="Google Shape;101;p2"/>
          <p:cNvCxnSpPr>
            <a:stCxn id="91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" name="Google Shape;102;p2"/>
          <p:cNvCxnSpPr>
            <a:stCxn id="92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3" name="Google Shape;103;p2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05" name="Google Shape;105;p2"/>
          <p:cNvCxnSpPr>
            <a:stCxn id="93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" name="Google Shape;106;p2"/>
          <p:cNvCxnSpPr>
            <a:stCxn id="93" idx="4"/>
            <a:endCxn id="103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18" name="Google Shape;118;p3"/>
          <p:cNvCxnSpPr>
            <a:stCxn id="111" idx="4"/>
            <a:endCxn id="112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9" name="Google Shape;119;p3"/>
          <p:cNvCxnSpPr>
            <a:stCxn id="111" idx="4"/>
            <a:endCxn id="113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" name="Google Shape;120;p3"/>
          <p:cNvCxnSpPr>
            <a:stCxn id="111" idx="4"/>
            <a:endCxn id="114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" name="Google Shape;121;p3"/>
          <p:cNvCxnSpPr>
            <a:stCxn id="112" idx="4"/>
            <a:endCxn id="115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" name="Google Shape;122;p3"/>
          <p:cNvCxnSpPr>
            <a:stCxn id="112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" name="Google Shape;123;p3"/>
          <p:cNvCxnSpPr>
            <a:stCxn id="113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" name="Google Shape;124;p3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26" name="Google Shape;126;p3"/>
          <p:cNvCxnSpPr>
            <a:stCxn id="114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3"/>
          <p:cNvCxnSpPr>
            <a:stCxn id="114" idx="4"/>
            <a:endCxn id="124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" name="Google Shape;128;p3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41" name="Google Shape;141;p4"/>
          <p:cNvCxnSpPr>
            <a:stCxn id="134" idx="4"/>
            <a:endCxn id="135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" name="Google Shape;142;p4"/>
          <p:cNvCxnSpPr>
            <a:stCxn id="134" idx="4"/>
            <a:endCxn id="136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3" name="Google Shape;143;p4"/>
          <p:cNvCxnSpPr>
            <a:stCxn id="134" idx="4"/>
            <a:endCxn id="137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" name="Google Shape;144;p4"/>
          <p:cNvCxnSpPr>
            <a:stCxn id="135" idx="4"/>
            <a:endCxn id="138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" name="Google Shape;145;p4"/>
          <p:cNvCxnSpPr>
            <a:stCxn id="135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" name="Google Shape;146;p4"/>
          <p:cNvCxnSpPr>
            <a:stCxn id="136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" name="Google Shape;147;p4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49" name="Google Shape;149;p4"/>
          <p:cNvCxnSpPr>
            <a:stCxn id="137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" name="Google Shape;150;p4"/>
          <p:cNvCxnSpPr>
            <a:stCxn id="137" idx="4"/>
            <a:endCxn id="147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1" name="Google Shape;151;p4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0170942" y="767739"/>
            <a:ext cx="1992923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64" name="Google Shape;164;p5"/>
          <p:cNvCxnSpPr>
            <a:stCxn id="157" idx="4"/>
            <a:endCxn id="158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" name="Google Shape;165;p5"/>
          <p:cNvCxnSpPr>
            <a:stCxn id="157" idx="4"/>
            <a:endCxn id="159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" name="Google Shape;166;p5"/>
          <p:cNvCxnSpPr>
            <a:stCxn id="157" idx="4"/>
            <a:endCxn id="160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" name="Google Shape;167;p5"/>
          <p:cNvCxnSpPr>
            <a:stCxn id="158" idx="4"/>
            <a:endCxn id="161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" name="Google Shape;168;p5"/>
          <p:cNvCxnSpPr>
            <a:stCxn id="158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" name="Google Shape;169;p5"/>
          <p:cNvCxnSpPr>
            <a:stCxn id="159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0" name="Google Shape;170;p5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72" name="Google Shape;172;p5"/>
          <p:cNvCxnSpPr>
            <a:stCxn id="160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" name="Google Shape;173;p5"/>
          <p:cNvCxnSpPr>
            <a:stCxn id="160" idx="4"/>
            <a:endCxn id="170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4" name="Google Shape;174;p5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87" name="Google Shape;187;p6"/>
          <p:cNvCxnSpPr>
            <a:stCxn id="180" idx="4"/>
            <a:endCxn id="181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" name="Google Shape;188;p6"/>
          <p:cNvCxnSpPr>
            <a:stCxn id="180" idx="4"/>
            <a:endCxn id="182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" name="Google Shape;189;p6"/>
          <p:cNvCxnSpPr>
            <a:stCxn id="180" idx="4"/>
            <a:endCxn id="183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" name="Google Shape;190;p6"/>
          <p:cNvCxnSpPr>
            <a:stCxn id="181" idx="4"/>
            <a:endCxn id="184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6"/>
          <p:cNvCxnSpPr>
            <a:stCxn id="181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2" name="Google Shape;192;p6"/>
          <p:cNvCxnSpPr>
            <a:stCxn id="182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3" name="Google Shape;193;p6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95" name="Google Shape;195;p6"/>
          <p:cNvCxnSpPr>
            <a:stCxn id="183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" name="Google Shape;196;p6"/>
          <p:cNvCxnSpPr>
            <a:stCxn id="183" idx="4"/>
            <a:endCxn id="193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7" name="Google Shape;197;p6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3694556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210" name="Google Shape;210;p7"/>
          <p:cNvCxnSpPr>
            <a:stCxn id="203" idx="4"/>
            <a:endCxn id="204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7"/>
          <p:cNvCxnSpPr>
            <a:stCxn id="203" idx="4"/>
            <a:endCxn id="205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2" name="Google Shape;212;p7"/>
          <p:cNvCxnSpPr>
            <a:stCxn id="203" idx="4"/>
            <a:endCxn id="206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" name="Google Shape;213;p7"/>
          <p:cNvCxnSpPr>
            <a:stCxn id="204" idx="4"/>
            <a:endCxn id="207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4" name="Google Shape;214;p7"/>
          <p:cNvCxnSpPr>
            <a:stCxn id="204" idx="4"/>
            <a:endCxn id="208" idx="0"/>
          </p:cNvCxnSpPr>
          <p:nvPr/>
        </p:nvCxnSpPr>
        <p:spPr>
          <a:xfrm flipH="1">
            <a:off x="4132902" y="3836963"/>
            <a:ext cx="3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5" name="Google Shape;215;p7"/>
          <p:cNvCxnSpPr>
            <a:stCxn id="205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6" name="Google Shape;216;p7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218" name="Google Shape;218;p7"/>
          <p:cNvCxnSpPr>
            <a:stCxn id="206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" name="Google Shape;219;p7"/>
          <p:cNvCxnSpPr>
            <a:stCxn id="206" idx="4"/>
            <a:endCxn id="216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0" name="Google Shape;220;p7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3683391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233" name="Google Shape;233;p8"/>
          <p:cNvCxnSpPr>
            <a:stCxn id="226" idx="4"/>
            <a:endCxn id="227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4" name="Google Shape;234;p8"/>
          <p:cNvCxnSpPr>
            <a:stCxn id="226" idx="4"/>
            <a:endCxn id="228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5" name="Google Shape;235;p8"/>
          <p:cNvCxnSpPr>
            <a:stCxn id="226" idx="4"/>
            <a:endCxn id="229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6" name="Google Shape;236;p8"/>
          <p:cNvCxnSpPr>
            <a:stCxn id="227" idx="4"/>
            <a:endCxn id="230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7" name="Google Shape;237;p8"/>
          <p:cNvCxnSpPr>
            <a:stCxn id="227" idx="4"/>
            <a:endCxn id="231" idx="0"/>
          </p:cNvCxnSpPr>
          <p:nvPr/>
        </p:nvCxnSpPr>
        <p:spPr>
          <a:xfrm flipH="1">
            <a:off x="4121802" y="3836963"/>
            <a:ext cx="141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8" name="Google Shape;238;p8"/>
          <p:cNvCxnSpPr>
            <a:stCxn id="228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9" name="Google Shape;239;p8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241" name="Google Shape;241;p8"/>
          <p:cNvCxnSpPr>
            <a:stCxn id="229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2" name="Google Shape;242;p8"/>
          <p:cNvCxnSpPr>
            <a:stCxn id="229" idx="4"/>
            <a:endCxn id="239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3" name="Google Shape;243;p8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3734972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256" name="Google Shape;256;p9"/>
          <p:cNvCxnSpPr>
            <a:stCxn id="249" idx="4"/>
            <a:endCxn id="250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" name="Google Shape;257;p9"/>
          <p:cNvCxnSpPr>
            <a:stCxn id="249" idx="4"/>
            <a:endCxn id="251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8" name="Google Shape;258;p9"/>
          <p:cNvCxnSpPr>
            <a:stCxn id="249" idx="4"/>
            <a:endCxn id="252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9" name="Google Shape;259;p9"/>
          <p:cNvCxnSpPr>
            <a:stCxn id="250" idx="4"/>
            <a:endCxn id="253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0" name="Google Shape;260;p9"/>
          <p:cNvCxnSpPr>
            <a:stCxn id="250" idx="4"/>
            <a:endCxn id="254" idx="0"/>
          </p:cNvCxnSpPr>
          <p:nvPr/>
        </p:nvCxnSpPr>
        <p:spPr>
          <a:xfrm>
            <a:off x="4135902" y="3836963"/>
            <a:ext cx="37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1" name="Google Shape;261;p9"/>
          <p:cNvCxnSpPr>
            <a:stCxn id="251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2" name="Google Shape;262;p9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264" name="Google Shape;264;p9"/>
          <p:cNvCxnSpPr>
            <a:stCxn id="252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5" name="Google Shape;265;p9"/>
          <p:cNvCxnSpPr>
            <a:stCxn id="252" idx="4"/>
            <a:endCxn id="262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6" name="Google Shape;266;p9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3734972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279" name="Google Shape;279;p10"/>
          <p:cNvCxnSpPr>
            <a:stCxn id="272" idx="4"/>
            <a:endCxn id="273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0" name="Google Shape;280;p10"/>
          <p:cNvCxnSpPr>
            <a:stCxn id="272" idx="4"/>
            <a:endCxn id="274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1" name="Google Shape;281;p10"/>
          <p:cNvCxnSpPr>
            <a:stCxn id="272" idx="4"/>
            <a:endCxn id="275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2" name="Google Shape;282;p10"/>
          <p:cNvCxnSpPr>
            <a:stCxn id="273" idx="4"/>
            <a:endCxn id="276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3" name="Google Shape;283;p10"/>
          <p:cNvCxnSpPr>
            <a:stCxn id="273" idx="4"/>
            <a:endCxn id="277" idx="0"/>
          </p:cNvCxnSpPr>
          <p:nvPr/>
        </p:nvCxnSpPr>
        <p:spPr>
          <a:xfrm>
            <a:off x="4135902" y="3836963"/>
            <a:ext cx="37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4" name="Google Shape;284;p10"/>
          <p:cNvCxnSpPr>
            <a:stCxn id="274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5" name="Google Shape;285;p10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287" name="Google Shape;287;p10"/>
          <p:cNvCxnSpPr>
            <a:stCxn id="275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8" name="Google Shape;288;p10"/>
          <p:cNvCxnSpPr>
            <a:stCxn id="275" idx="4"/>
            <a:endCxn id="285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9" name="Google Shape;289;p10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290" name="Google Shape;290;p10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3734972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02" name="Google Shape;302;p11"/>
          <p:cNvCxnSpPr>
            <a:stCxn id="295" idx="4"/>
            <a:endCxn id="296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3" name="Google Shape;303;p11"/>
          <p:cNvCxnSpPr>
            <a:stCxn id="295" idx="4"/>
            <a:endCxn id="297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4" name="Google Shape;304;p11"/>
          <p:cNvCxnSpPr>
            <a:stCxn id="295" idx="4"/>
            <a:endCxn id="298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5" name="Google Shape;305;p11"/>
          <p:cNvCxnSpPr>
            <a:stCxn id="296" idx="4"/>
            <a:endCxn id="299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6" name="Google Shape;306;p11"/>
          <p:cNvCxnSpPr>
            <a:stCxn id="296" idx="4"/>
            <a:endCxn id="300" idx="0"/>
          </p:cNvCxnSpPr>
          <p:nvPr/>
        </p:nvCxnSpPr>
        <p:spPr>
          <a:xfrm>
            <a:off x="4135902" y="3836963"/>
            <a:ext cx="37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7" name="Google Shape;307;p11"/>
          <p:cNvCxnSpPr>
            <a:stCxn id="297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8" name="Google Shape;308;p11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310" name="Google Shape;310;p11"/>
          <p:cNvCxnSpPr>
            <a:stCxn id="298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1" name="Google Shape;311;p11"/>
          <p:cNvCxnSpPr>
            <a:stCxn id="298" idx="4"/>
            <a:endCxn id="308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2" name="Google Shape;312;p11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3734972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25" name="Google Shape;325;p12"/>
          <p:cNvCxnSpPr>
            <a:stCxn id="318" idx="4"/>
            <a:endCxn id="319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6" name="Google Shape;326;p12"/>
          <p:cNvCxnSpPr>
            <a:stCxn id="318" idx="4"/>
            <a:endCxn id="320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7" name="Google Shape;327;p12"/>
          <p:cNvCxnSpPr>
            <a:stCxn id="318" idx="4"/>
            <a:endCxn id="321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8" name="Google Shape;328;p12"/>
          <p:cNvCxnSpPr>
            <a:stCxn id="319" idx="4"/>
            <a:endCxn id="322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9" name="Google Shape;329;p12"/>
          <p:cNvCxnSpPr>
            <a:stCxn id="319" idx="4"/>
            <a:endCxn id="323" idx="0"/>
          </p:cNvCxnSpPr>
          <p:nvPr/>
        </p:nvCxnSpPr>
        <p:spPr>
          <a:xfrm>
            <a:off x="4135902" y="3836963"/>
            <a:ext cx="37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0" name="Google Shape;330;p12"/>
          <p:cNvCxnSpPr>
            <a:stCxn id="320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1" name="Google Shape;331;p12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333" name="Google Shape;333;p12"/>
          <p:cNvCxnSpPr>
            <a:stCxn id="321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4" name="Google Shape;334;p12"/>
          <p:cNvCxnSpPr>
            <a:stCxn id="321" idx="4"/>
            <a:endCxn id="331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5" name="Google Shape;335;p12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336" name="Google Shape;336;p12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3734972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48" name="Google Shape;348;p13"/>
          <p:cNvCxnSpPr>
            <a:stCxn id="341" idx="4"/>
            <a:endCxn id="342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9" name="Google Shape;349;p13"/>
          <p:cNvCxnSpPr>
            <a:stCxn id="341" idx="4"/>
            <a:endCxn id="343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0" name="Google Shape;350;p13"/>
          <p:cNvCxnSpPr>
            <a:stCxn id="341" idx="4"/>
            <a:endCxn id="344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1" name="Google Shape;351;p13"/>
          <p:cNvCxnSpPr>
            <a:stCxn id="342" idx="4"/>
            <a:endCxn id="345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2" name="Google Shape;352;p13"/>
          <p:cNvCxnSpPr>
            <a:stCxn id="342" idx="4"/>
            <a:endCxn id="346" idx="0"/>
          </p:cNvCxnSpPr>
          <p:nvPr/>
        </p:nvCxnSpPr>
        <p:spPr>
          <a:xfrm>
            <a:off x="4135902" y="3836963"/>
            <a:ext cx="37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3" name="Google Shape;353;p13"/>
          <p:cNvCxnSpPr>
            <a:stCxn id="343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4" name="Google Shape;354;p13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356" name="Google Shape;356;p13"/>
          <p:cNvCxnSpPr>
            <a:stCxn id="344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" name="Google Shape;357;p13"/>
          <p:cNvCxnSpPr>
            <a:stCxn id="344" idx="4"/>
            <a:endCxn id="354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8" name="Google Shape;358;p13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359" name="Google Shape;359;p13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3734972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71" name="Google Shape;371;p14"/>
          <p:cNvCxnSpPr>
            <a:stCxn id="364" idx="4"/>
            <a:endCxn id="365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14"/>
          <p:cNvCxnSpPr>
            <a:stCxn id="364" idx="4"/>
            <a:endCxn id="366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3" name="Google Shape;373;p14"/>
          <p:cNvCxnSpPr>
            <a:stCxn id="364" idx="4"/>
            <a:endCxn id="367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4" name="Google Shape;374;p14"/>
          <p:cNvCxnSpPr>
            <a:stCxn id="365" idx="4"/>
            <a:endCxn id="368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5" name="Google Shape;375;p14"/>
          <p:cNvCxnSpPr>
            <a:stCxn id="365" idx="4"/>
            <a:endCxn id="369" idx="0"/>
          </p:cNvCxnSpPr>
          <p:nvPr/>
        </p:nvCxnSpPr>
        <p:spPr>
          <a:xfrm>
            <a:off x="4135902" y="3836963"/>
            <a:ext cx="37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6" name="Google Shape;376;p14"/>
          <p:cNvCxnSpPr>
            <a:stCxn id="366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7" name="Google Shape;377;p14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379" name="Google Shape;379;p14"/>
          <p:cNvCxnSpPr>
            <a:stCxn id="367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0" name="Google Shape;380;p14"/>
          <p:cNvCxnSpPr>
            <a:stCxn id="367" idx="4"/>
            <a:endCxn id="377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1" name="Google Shape;381;p14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382" name="Google Shape;382;p14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3734972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94" name="Google Shape;394;p15"/>
          <p:cNvCxnSpPr>
            <a:stCxn id="387" idx="4"/>
            <a:endCxn id="388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5" name="Google Shape;395;p15"/>
          <p:cNvCxnSpPr>
            <a:stCxn id="387" idx="4"/>
            <a:endCxn id="389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6" name="Google Shape;396;p15"/>
          <p:cNvCxnSpPr>
            <a:stCxn id="387" idx="4"/>
            <a:endCxn id="390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7" name="Google Shape;397;p15"/>
          <p:cNvCxnSpPr>
            <a:stCxn id="388" idx="4"/>
            <a:endCxn id="391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8" name="Google Shape;398;p15"/>
          <p:cNvCxnSpPr>
            <a:stCxn id="388" idx="4"/>
            <a:endCxn id="392" idx="0"/>
          </p:cNvCxnSpPr>
          <p:nvPr/>
        </p:nvCxnSpPr>
        <p:spPr>
          <a:xfrm>
            <a:off x="4135902" y="3836963"/>
            <a:ext cx="37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9" name="Google Shape;399;p15"/>
          <p:cNvCxnSpPr>
            <a:stCxn id="389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0" name="Google Shape;400;p15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402" name="Google Shape;402;p15"/>
          <p:cNvCxnSpPr>
            <a:stCxn id="390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3" name="Google Shape;403;p15"/>
          <p:cNvCxnSpPr>
            <a:stCxn id="390" idx="4"/>
            <a:endCxn id="400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4" name="Google Shape;404;p15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3734972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17" name="Google Shape;417;p16"/>
          <p:cNvCxnSpPr>
            <a:stCxn id="410" idx="4"/>
            <a:endCxn id="411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8" name="Google Shape;418;p16"/>
          <p:cNvCxnSpPr>
            <a:stCxn id="410" idx="4"/>
            <a:endCxn id="412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9" name="Google Shape;419;p16"/>
          <p:cNvCxnSpPr>
            <a:stCxn id="410" idx="4"/>
            <a:endCxn id="413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0" name="Google Shape;420;p16"/>
          <p:cNvCxnSpPr>
            <a:stCxn id="411" idx="4"/>
            <a:endCxn id="414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1" name="Google Shape;421;p16"/>
          <p:cNvCxnSpPr>
            <a:stCxn id="411" idx="4"/>
            <a:endCxn id="415" idx="0"/>
          </p:cNvCxnSpPr>
          <p:nvPr/>
        </p:nvCxnSpPr>
        <p:spPr>
          <a:xfrm>
            <a:off x="4135902" y="3836963"/>
            <a:ext cx="37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2" name="Google Shape;422;p16"/>
          <p:cNvCxnSpPr>
            <a:stCxn id="412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3" name="Google Shape;423;p16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425" name="Google Shape;425;p16"/>
          <p:cNvCxnSpPr>
            <a:stCxn id="413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6" name="Google Shape;426;p16"/>
          <p:cNvCxnSpPr>
            <a:stCxn id="413" idx="4"/>
            <a:endCxn id="423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7" name="Google Shape;427;p16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BFS</a:t>
            </a:r>
            <a:endParaRPr/>
          </a:p>
        </p:txBody>
      </p:sp>
      <p:sp>
        <p:nvSpPr>
          <p:cNvPr id="428" name="Google Shape;428;p16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/>
          <p:nvPr/>
        </p:nvSpPr>
        <p:spPr>
          <a:xfrm>
            <a:off x="2152358" y="4316328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2152358" y="1720840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2152358" y="301858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6" name="Google Shape;436;p17"/>
          <p:cNvSpPr txBox="1"/>
          <p:nvPr/>
        </p:nvSpPr>
        <p:spPr>
          <a:xfrm>
            <a:off x="3530991" y="1720840"/>
            <a:ext cx="813112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visited (not even once)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but didn’t explore all the child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Visitation Complete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48" name="Google Shape;448;p18"/>
          <p:cNvCxnSpPr>
            <a:stCxn id="441" idx="4"/>
            <a:endCxn id="442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9" name="Google Shape;449;p18"/>
          <p:cNvCxnSpPr>
            <a:stCxn id="441" idx="4"/>
            <a:endCxn id="443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0" name="Google Shape;450;p18"/>
          <p:cNvCxnSpPr>
            <a:stCxn id="441" idx="4"/>
            <a:endCxn id="444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1" name="Google Shape;451;p18"/>
          <p:cNvCxnSpPr>
            <a:stCxn id="442" idx="4"/>
            <a:endCxn id="445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2" name="Google Shape;452;p18"/>
          <p:cNvCxnSpPr>
            <a:stCxn id="442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3" name="Google Shape;453;p18"/>
          <p:cNvCxnSpPr>
            <a:stCxn id="443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4" name="Google Shape;454;p18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456" name="Google Shape;456;p18"/>
          <p:cNvCxnSpPr>
            <a:stCxn id="444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7" name="Google Shape;457;p18"/>
          <p:cNvCxnSpPr>
            <a:stCxn id="444" idx="4"/>
            <a:endCxn id="454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8" name="Google Shape;458;p18"/>
          <p:cNvSpPr txBox="1"/>
          <p:nvPr/>
        </p:nvSpPr>
        <p:spPr>
          <a:xfrm>
            <a:off x="942536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Depth First Search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70" name="Google Shape;470;p19"/>
          <p:cNvCxnSpPr>
            <a:stCxn id="463" idx="4"/>
            <a:endCxn id="464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1" name="Google Shape;471;p19"/>
          <p:cNvCxnSpPr>
            <a:stCxn id="463" idx="4"/>
            <a:endCxn id="465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2" name="Google Shape;472;p19"/>
          <p:cNvCxnSpPr>
            <a:stCxn id="463" idx="4"/>
            <a:endCxn id="466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3" name="Google Shape;473;p19"/>
          <p:cNvCxnSpPr>
            <a:stCxn id="464" idx="4"/>
            <a:endCxn id="467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4" name="Google Shape;474;p19"/>
          <p:cNvCxnSpPr>
            <a:stCxn id="464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5" name="Google Shape;475;p19"/>
          <p:cNvCxnSpPr>
            <a:stCxn id="465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6" name="Google Shape;476;p19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478" name="Google Shape;478;p19"/>
          <p:cNvCxnSpPr>
            <a:stCxn id="466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9" name="Google Shape;479;p19"/>
          <p:cNvCxnSpPr>
            <a:stCxn id="466" idx="4"/>
            <a:endCxn id="476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0" name="Google Shape;480;p19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4135902" y="1261876"/>
            <a:ext cx="713545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88" name="Google Shape;488;p20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89" name="Google Shape;489;p20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90" name="Google Shape;490;p20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92" name="Google Shape;492;p20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93" name="Google Shape;493;p20"/>
          <p:cNvCxnSpPr>
            <a:stCxn id="486" idx="4"/>
            <a:endCxn id="487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4" name="Google Shape;494;p20"/>
          <p:cNvCxnSpPr>
            <a:stCxn id="486" idx="4"/>
            <a:endCxn id="488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5" name="Google Shape;495;p20"/>
          <p:cNvCxnSpPr>
            <a:stCxn id="486" idx="4"/>
            <a:endCxn id="489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6" name="Google Shape;496;p20"/>
          <p:cNvCxnSpPr>
            <a:stCxn id="487" idx="4"/>
            <a:endCxn id="490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7" name="Google Shape;497;p20"/>
          <p:cNvCxnSpPr>
            <a:stCxn id="487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8" name="Google Shape;498;p20"/>
          <p:cNvCxnSpPr>
            <a:stCxn id="488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9" name="Google Shape;499;p20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501" name="Google Shape;501;p20"/>
          <p:cNvCxnSpPr>
            <a:stCxn id="489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2" name="Google Shape;502;p20"/>
          <p:cNvCxnSpPr>
            <a:stCxn id="489" idx="4"/>
            <a:endCxn id="499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3" name="Google Shape;503;p20"/>
          <p:cNvSpPr txBox="1"/>
          <p:nvPr/>
        </p:nvSpPr>
        <p:spPr>
          <a:xfrm>
            <a:off x="10170942" y="767739"/>
            <a:ext cx="1992923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2574388" y="3086881"/>
            <a:ext cx="713545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1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11" name="Google Shape;511;p21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12" name="Google Shape;512;p21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13" name="Google Shape;513;p21"/>
          <p:cNvSpPr/>
          <p:nvPr/>
        </p:nvSpPr>
        <p:spPr>
          <a:xfrm>
            <a:off x="2135945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516" name="Google Shape;516;p21"/>
          <p:cNvCxnSpPr>
            <a:stCxn id="509" idx="4"/>
            <a:endCxn id="510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7" name="Google Shape;517;p21"/>
          <p:cNvCxnSpPr>
            <a:stCxn id="509" idx="4"/>
            <a:endCxn id="511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8" name="Google Shape;518;p21"/>
          <p:cNvCxnSpPr>
            <a:stCxn id="509" idx="4"/>
            <a:endCxn id="512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9" name="Google Shape;519;p21"/>
          <p:cNvCxnSpPr>
            <a:stCxn id="510" idx="4"/>
            <a:endCxn id="513" idx="0"/>
          </p:cNvCxnSpPr>
          <p:nvPr/>
        </p:nvCxnSpPr>
        <p:spPr>
          <a:xfrm flipH="1">
            <a:off x="2574402" y="3836963"/>
            <a:ext cx="15615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0" name="Google Shape;520;p21"/>
          <p:cNvCxnSpPr>
            <a:stCxn id="510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1" name="Google Shape;521;p21"/>
          <p:cNvCxnSpPr>
            <a:stCxn id="511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2" name="Google Shape;522;p21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23" name="Google Shape;523;p21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524" name="Google Shape;524;p21"/>
          <p:cNvCxnSpPr>
            <a:stCxn id="512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5" name="Google Shape;525;p21"/>
          <p:cNvCxnSpPr>
            <a:stCxn id="512" idx="4"/>
            <a:endCxn id="522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6" name="Google Shape;526;p21"/>
          <p:cNvSpPr txBox="1"/>
          <p:nvPr/>
        </p:nvSpPr>
        <p:spPr>
          <a:xfrm>
            <a:off x="10093570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</p:txBody>
      </p:sp>
      <p:sp>
        <p:nvSpPr>
          <p:cNvPr id="527" name="Google Shape;527;p21"/>
          <p:cNvSpPr/>
          <p:nvPr/>
        </p:nvSpPr>
        <p:spPr>
          <a:xfrm>
            <a:off x="1087120" y="5067522"/>
            <a:ext cx="713545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2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4" name="Google Shape;534;p22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37" name="Google Shape;537;p22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38" name="Google Shape;538;p22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539" name="Google Shape;539;p22"/>
          <p:cNvCxnSpPr>
            <a:stCxn id="532" idx="4"/>
            <a:endCxn id="533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0" name="Google Shape;540;p22"/>
          <p:cNvCxnSpPr>
            <a:stCxn id="532" idx="4"/>
            <a:endCxn id="534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1" name="Google Shape;541;p22"/>
          <p:cNvCxnSpPr>
            <a:stCxn id="532" idx="4"/>
            <a:endCxn id="535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2" name="Google Shape;542;p22"/>
          <p:cNvCxnSpPr>
            <a:stCxn id="533" idx="4"/>
            <a:endCxn id="536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3" name="Google Shape;543;p22"/>
          <p:cNvCxnSpPr>
            <a:stCxn id="533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4" name="Google Shape;544;p22"/>
          <p:cNvCxnSpPr>
            <a:stCxn id="534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5" name="Google Shape;545;p22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46" name="Google Shape;546;p22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547" name="Google Shape;547;p22"/>
          <p:cNvCxnSpPr>
            <a:stCxn id="535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8" name="Google Shape;548;p22"/>
          <p:cNvCxnSpPr>
            <a:stCxn id="535" idx="4"/>
            <a:endCxn id="545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9" name="Google Shape;549;p22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2625969" y="3021037"/>
            <a:ext cx="713545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3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7" name="Google Shape;557;p23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562" name="Google Shape;562;p23"/>
          <p:cNvCxnSpPr>
            <a:stCxn id="555" idx="4"/>
            <a:endCxn id="556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3" name="Google Shape;563;p23"/>
          <p:cNvCxnSpPr>
            <a:stCxn id="555" idx="4"/>
            <a:endCxn id="557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4" name="Google Shape;564;p23"/>
          <p:cNvCxnSpPr>
            <a:stCxn id="555" idx="4"/>
            <a:endCxn id="558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5" name="Google Shape;565;p23"/>
          <p:cNvCxnSpPr>
            <a:stCxn id="556" idx="4"/>
            <a:endCxn id="559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6" name="Google Shape;566;p23"/>
          <p:cNvCxnSpPr>
            <a:stCxn id="556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7" name="Google Shape;567;p23"/>
          <p:cNvCxnSpPr>
            <a:stCxn id="557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8" name="Google Shape;568;p23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69" name="Google Shape;569;p23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570" name="Google Shape;570;p23"/>
          <p:cNvCxnSpPr>
            <a:stCxn id="558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71" name="Google Shape;571;p23"/>
          <p:cNvCxnSpPr>
            <a:stCxn id="558" idx="4"/>
            <a:endCxn id="568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2" name="Google Shape;572;p23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573" name="Google Shape;573;p23"/>
          <p:cNvSpPr/>
          <p:nvPr/>
        </p:nvSpPr>
        <p:spPr>
          <a:xfrm rot="-5400000">
            <a:off x="3779129" y="5996465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4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9" name="Google Shape;579;p24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83" name="Google Shape;583;p24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585" name="Google Shape;585;p24"/>
          <p:cNvCxnSpPr>
            <a:stCxn id="578" idx="4"/>
            <a:endCxn id="579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6" name="Google Shape;586;p24"/>
          <p:cNvCxnSpPr>
            <a:stCxn id="578" idx="4"/>
            <a:endCxn id="580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24"/>
          <p:cNvCxnSpPr>
            <a:stCxn id="578" idx="4"/>
            <a:endCxn id="581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8" name="Google Shape;588;p24"/>
          <p:cNvCxnSpPr>
            <a:stCxn id="579" idx="4"/>
            <a:endCxn id="582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9" name="Google Shape;589;p24"/>
          <p:cNvCxnSpPr>
            <a:stCxn id="579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0" name="Google Shape;590;p24"/>
          <p:cNvCxnSpPr>
            <a:stCxn id="580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1" name="Google Shape;591;p24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593" name="Google Shape;593;p24"/>
          <p:cNvCxnSpPr>
            <a:stCxn id="581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4" name="Google Shape;594;p24"/>
          <p:cNvCxnSpPr>
            <a:stCxn id="581" idx="4"/>
            <a:endCxn id="591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5" name="Google Shape;595;p24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2684682" y="3098297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04" name="Google Shape;604;p25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05" name="Google Shape;605;p25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06" name="Google Shape;606;p25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608" name="Google Shape;608;p25"/>
          <p:cNvCxnSpPr>
            <a:stCxn id="601" idx="4"/>
            <a:endCxn id="602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09" name="Google Shape;609;p25"/>
          <p:cNvCxnSpPr>
            <a:stCxn id="601" idx="4"/>
            <a:endCxn id="603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0" name="Google Shape;610;p25"/>
          <p:cNvCxnSpPr>
            <a:stCxn id="601" idx="4"/>
            <a:endCxn id="604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1" name="Google Shape;611;p25"/>
          <p:cNvCxnSpPr>
            <a:stCxn id="602" idx="4"/>
            <a:endCxn id="605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2" name="Google Shape;612;p25"/>
          <p:cNvCxnSpPr>
            <a:stCxn id="602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3" name="Google Shape;613;p25"/>
          <p:cNvCxnSpPr>
            <a:stCxn id="603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4" name="Google Shape;614;p25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15" name="Google Shape;615;p25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616" name="Google Shape;616;p25"/>
          <p:cNvCxnSpPr>
            <a:stCxn id="604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7" name="Google Shape;617;p25"/>
          <p:cNvCxnSpPr>
            <a:stCxn id="604" idx="4"/>
            <a:endCxn id="614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8" name="Google Shape;618;p25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4149133" y="1331936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6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25" name="Google Shape;625;p26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26" name="Google Shape;626;p26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27" name="Google Shape;627;p26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28" name="Google Shape;628;p26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29" name="Google Shape;629;p26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30" name="Google Shape;630;p26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631" name="Google Shape;631;p26"/>
          <p:cNvCxnSpPr>
            <a:stCxn id="624" idx="4"/>
            <a:endCxn id="625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2" name="Google Shape;632;p26"/>
          <p:cNvCxnSpPr>
            <a:stCxn id="624" idx="4"/>
            <a:endCxn id="626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3" name="Google Shape;633;p26"/>
          <p:cNvCxnSpPr>
            <a:stCxn id="624" idx="4"/>
            <a:endCxn id="627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4" name="Google Shape;634;p26"/>
          <p:cNvCxnSpPr>
            <a:stCxn id="625" idx="4"/>
            <a:endCxn id="628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5" name="Google Shape;635;p26"/>
          <p:cNvCxnSpPr>
            <a:stCxn id="625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6" name="Google Shape;636;p26"/>
          <p:cNvCxnSpPr>
            <a:stCxn id="626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7" name="Google Shape;637;p26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38" name="Google Shape;638;p26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639" name="Google Shape;639;p26"/>
          <p:cNvCxnSpPr>
            <a:stCxn id="627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40" name="Google Shape;640;p26"/>
          <p:cNvCxnSpPr>
            <a:stCxn id="627" idx="4"/>
            <a:endCxn id="637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1" name="Google Shape;641;p26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642" name="Google Shape;642;p26"/>
          <p:cNvSpPr/>
          <p:nvPr/>
        </p:nvSpPr>
        <p:spPr>
          <a:xfrm rot="-3387148">
            <a:off x="4788738" y="3847709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7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51" name="Google Shape;651;p27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53" name="Google Shape;653;p27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654" name="Google Shape;654;p27"/>
          <p:cNvCxnSpPr>
            <a:stCxn id="647" idx="4"/>
            <a:endCxn id="648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5" name="Google Shape;655;p27"/>
          <p:cNvCxnSpPr>
            <a:stCxn id="647" idx="4"/>
            <a:endCxn id="649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6" name="Google Shape;656;p27"/>
          <p:cNvCxnSpPr>
            <a:stCxn id="647" idx="4"/>
            <a:endCxn id="650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7" name="Google Shape;657;p27"/>
          <p:cNvCxnSpPr>
            <a:stCxn id="648" idx="4"/>
            <a:endCxn id="651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8" name="Google Shape;658;p27"/>
          <p:cNvCxnSpPr>
            <a:stCxn id="648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9" name="Google Shape;659;p27"/>
          <p:cNvCxnSpPr>
            <a:stCxn id="649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0" name="Google Shape;660;p27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662" name="Google Shape;662;p27"/>
          <p:cNvCxnSpPr>
            <a:stCxn id="650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63" name="Google Shape;663;p27"/>
          <p:cNvCxnSpPr>
            <a:stCxn id="650" idx="4"/>
            <a:endCxn id="660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4" name="Google Shape;664;p27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665" name="Google Shape;665;p27"/>
          <p:cNvSpPr/>
          <p:nvPr/>
        </p:nvSpPr>
        <p:spPr>
          <a:xfrm rot="-5400000">
            <a:off x="5327161" y="5964371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8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72" name="Google Shape;672;p28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73" name="Google Shape;673;p28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74" name="Google Shape;674;p28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75" name="Google Shape;675;p28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76" name="Google Shape;676;p28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677" name="Google Shape;677;p28"/>
          <p:cNvCxnSpPr>
            <a:stCxn id="670" idx="4"/>
            <a:endCxn id="671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8" name="Google Shape;678;p28"/>
          <p:cNvCxnSpPr>
            <a:stCxn id="670" idx="4"/>
            <a:endCxn id="672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9" name="Google Shape;679;p28"/>
          <p:cNvCxnSpPr>
            <a:stCxn id="670" idx="4"/>
            <a:endCxn id="673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80" name="Google Shape;680;p28"/>
          <p:cNvCxnSpPr>
            <a:stCxn id="671" idx="4"/>
            <a:endCxn id="674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81" name="Google Shape;681;p28"/>
          <p:cNvCxnSpPr>
            <a:stCxn id="671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82" name="Google Shape;682;p28"/>
          <p:cNvCxnSpPr>
            <a:stCxn id="672" idx="4"/>
          </p:cNvCxnSpPr>
          <p:nvPr/>
        </p:nvCxnSpPr>
        <p:spPr>
          <a:xfrm flipH="1">
            <a:off x="5618857" y="3836963"/>
            <a:ext cx="387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3" name="Google Shape;683;p28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84" name="Google Shape;684;p28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685" name="Google Shape;685;p28"/>
          <p:cNvCxnSpPr>
            <a:stCxn id="673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86" name="Google Shape;686;p28"/>
          <p:cNvCxnSpPr>
            <a:stCxn id="673" idx="4"/>
            <a:endCxn id="683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7" name="Google Shape;687;p28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688" name="Google Shape;688;p28"/>
          <p:cNvSpPr/>
          <p:nvPr/>
        </p:nvSpPr>
        <p:spPr>
          <a:xfrm rot="-3387148">
            <a:off x="4788738" y="3847709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9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94" name="Google Shape;694;p29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95" name="Google Shape;695;p29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96" name="Google Shape;696;p29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97" name="Google Shape;697;p29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98" name="Google Shape;698;p29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99" name="Google Shape;699;p29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700" name="Google Shape;700;p29"/>
          <p:cNvCxnSpPr>
            <a:stCxn id="693" idx="4"/>
            <a:endCxn id="694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1" name="Google Shape;701;p29"/>
          <p:cNvCxnSpPr>
            <a:stCxn id="693" idx="4"/>
            <a:endCxn id="695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2" name="Google Shape;702;p29"/>
          <p:cNvCxnSpPr>
            <a:stCxn id="693" idx="4"/>
            <a:endCxn id="696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3" name="Google Shape;703;p29"/>
          <p:cNvCxnSpPr>
            <a:stCxn id="694" idx="4"/>
            <a:endCxn id="697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4" name="Google Shape;704;p29"/>
          <p:cNvCxnSpPr>
            <a:stCxn id="694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5" name="Google Shape;705;p29"/>
          <p:cNvCxnSpPr>
            <a:stCxn id="695" idx="4"/>
            <a:endCxn id="699" idx="0"/>
          </p:cNvCxnSpPr>
          <p:nvPr/>
        </p:nvCxnSpPr>
        <p:spPr>
          <a:xfrm>
            <a:off x="5657557" y="3836963"/>
            <a:ext cx="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6" name="Google Shape;706;p29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07" name="Google Shape;707;p29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708" name="Google Shape;708;p29"/>
          <p:cNvCxnSpPr>
            <a:stCxn id="696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9" name="Google Shape;709;p29"/>
          <p:cNvCxnSpPr>
            <a:stCxn id="696" idx="4"/>
            <a:endCxn id="706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0" name="Google Shape;710;p29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711" name="Google Shape;711;p29"/>
          <p:cNvSpPr/>
          <p:nvPr/>
        </p:nvSpPr>
        <p:spPr>
          <a:xfrm>
            <a:off x="4127892" y="1331937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17" name="Google Shape;717;p30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18" name="Google Shape;718;p30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19" name="Google Shape;719;p30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20" name="Google Shape;720;p30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22" name="Google Shape;722;p30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723" name="Google Shape;723;p30"/>
          <p:cNvCxnSpPr>
            <a:stCxn id="716" idx="4"/>
            <a:endCxn id="717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4" name="Google Shape;724;p30"/>
          <p:cNvCxnSpPr>
            <a:stCxn id="716" idx="4"/>
            <a:endCxn id="718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5" name="Google Shape;725;p30"/>
          <p:cNvCxnSpPr>
            <a:stCxn id="716" idx="4"/>
            <a:endCxn id="719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6" name="Google Shape;726;p30"/>
          <p:cNvCxnSpPr>
            <a:stCxn id="717" idx="4"/>
            <a:endCxn id="720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7" name="Google Shape;727;p30"/>
          <p:cNvCxnSpPr>
            <a:stCxn id="717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8" name="Google Shape;728;p30"/>
          <p:cNvCxnSpPr>
            <a:stCxn id="718" idx="4"/>
            <a:endCxn id="722" idx="0"/>
          </p:cNvCxnSpPr>
          <p:nvPr/>
        </p:nvCxnSpPr>
        <p:spPr>
          <a:xfrm>
            <a:off x="5657557" y="3836963"/>
            <a:ext cx="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9" name="Google Shape;729;p30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30" name="Google Shape;730;p30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731" name="Google Shape;731;p30"/>
          <p:cNvCxnSpPr>
            <a:stCxn id="719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2" name="Google Shape;732;p30"/>
          <p:cNvCxnSpPr>
            <a:stCxn id="719" idx="4"/>
            <a:endCxn id="729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3" name="Google Shape;733;p30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734" name="Google Shape;734;p30"/>
          <p:cNvSpPr/>
          <p:nvPr/>
        </p:nvSpPr>
        <p:spPr>
          <a:xfrm rot="10800000">
            <a:off x="7934178" y="3098297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1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40" name="Google Shape;740;p31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41" name="Google Shape;741;p31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42" name="Google Shape;742;p31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43" name="Google Shape;743;p31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746" name="Google Shape;746;p31"/>
          <p:cNvCxnSpPr>
            <a:stCxn id="739" idx="4"/>
            <a:endCxn id="740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7" name="Google Shape;747;p31"/>
          <p:cNvCxnSpPr>
            <a:stCxn id="739" idx="4"/>
            <a:endCxn id="741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8" name="Google Shape;748;p31"/>
          <p:cNvCxnSpPr>
            <a:stCxn id="739" idx="4"/>
            <a:endCxn id="742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9" name="Google Shape;749;p31"/>
          <p:cNvCxnSpPr>
            <a:stCxn id="740" idx="4"/>
            <a:endCxn id="743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0" name="Google Shape;750;p31"/>
          <p:cNvCxnSpPr>
            <a:stCxn id="740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1" name="Google Shape;751;p31"/>
          <p:cNvCxnSpPr>
            <a:stCxn id="741" idx="4"/>
            <a:endCxn id="745" idx="0"/>
          </p:cNvCxnSpPr>
          <p:nvPr/>
        </p:nvCxnSpPr>
        <p:spPr>
          <a:xfrm>
            <a:off x="5657557" y="3836963"/>
            <a:ext cx="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2" name="Google Shape;752;p31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754" name="Google Shape;754;p31"/>
          <p:cNvCxnSpPr>
            <a:stCxn id="742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5" name="Google Shape;755;p31"/>
          <p:cNvCxnSpPr>
            <a:stCxn id="742" idx="4"/>
            <a:endCxn id="752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6" name="Google Shape;756;p31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757" name="Google Shape;757;p31"/>
          <p:cNvSpPr/>
          <p:nvPr/>
        </p:nvSpPr>
        <p:spPr>
          <a:xfrm rot="-5400000">
            <a:off x="6848816" y="5957612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2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64" name="Google Shape;764;p32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66" name="Google Shape;766;p32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67" name="Google Shape;767;p32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769" name="Google Shape;769;p32"/>
          <p:cNvCxnSpPr>
            <a:stCxn id="762" idx="4"/>
            <a:endCxn id="763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0" name="Google Shape;770;p32"/>
          <p:cNvCxnSpPr>
            <a:stCxn id="762" idx="4"/>
            <a:endCxn id="764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1" name="Google Shape;771;p32"/>
          <p:cNvCxnSpPr>
            <a:stCxn id="762" idx="4"/>
            <a:endCxn id="765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2" name="Google Shape;772;p32"/>
          <p:cNvCxnSpPr>
            <a:stCxn id="763" idx="4"/>
            <a:endCxn id="766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3" name="Google Shape;773;p32"/>
          <p:cNvCxnSpPr>
            <a:stCxn id="763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4" name="Google Shape;774;p32"/>
          <p:cNvCxnSpPr>
            <a:stCxn id="764" idx="4"/>
            <a:endCxn id="768" idx="0"/>
          </p:cNvCxnSpPr>
          <p:nvPr/>
        </p:nvCxnSpPr>
        <p:spPr>
          <a:xfrm>
            <a:off x="5657557" y="3836963"/>
            <a:ext cx="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75" name="Google Shape;775;p32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76" name="Google Shape;776;p32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777" name="Google Shape;777;p32"/>
          <p:cNvCxnSpPr>
            <a:stCxn id="765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8" name="Google Shape;778;p32"/>
          <p:cNvCxnSpPr>
            <a:stCxn id="765" idx="4"/>
            <a:endCxn id="775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79" name="Google Shape;779;p32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780" name="Google Shape;780;p32"/>
          <p:cNvSpPr/>
          <p:nvPr/>
        </p:nvSpPr>
        <p:spPr>
          <a:xfrm rot="10800000">
            <a:off x="7934178" y="3098297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3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86" name="Google Shape;786;p33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87" name="Google Shape;787;p33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88" name="Google Shape;788;p33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89" name="Google Shape;789;p33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90" name="Google Shape;790;p33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91" name="Google Shape;791;p33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792" name="Google Shape;792;p33"/>
          <p:cNvCxnSpPr>
            <a:stCxn id="785" idx="4"/>
            <a:endCxn id="786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3" name="Google Shape;793;p33"/>
          <p:cNvCxnSpPr>
            <a:stCxn id="785" idx="4"/>
            <a:endCxn id="787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4" name="Google Shape;794;p33"/>
          <p:cNvCxnSpPr>
            <a:stCxn id="785" idx="4"/>
            <a:endCxn id="788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5" name="Google Shape;795;p33"/>
          <p:cNvCxnSpPr>
            <a:stCxn id="786" idx="4"/>
            <a:endCxn id="789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6" name="Google Shape;796;p33"/>
          <p:cNvCxnSpPr>
            <a:stCxn id="786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7" name="Google Shape;797;p33"/>
          <p:cNvCxnSpPr>
            <a:stCxn id="787" idx="4"/>
            <a:endCxn id="791" idx="0"/>
          </p:cNvCxnSpPr>
          <p:nvPr/>
        </p:nvCxnSpPr>
        <p:spPr>
          <a:xfrm>
            <a:off x="5657557" y="3836963"/>
            <a:ext cx="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8" name="Google Shape;798;p33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99" name="Google Shape;799;p33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800" name="Google Shape;800;p33"/>
          <p:cNvCxnSpPr>
            <a:stCxn id="788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1" name="Google Shape;801;p33"/>
          <p:cNvCxnSpPr>
            <a:stCxn id="788" idx="4"/>
            <a:endCxn id="798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2" name="Google Shape;802;p33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803" name="Google Shape;803;p33"/>
          <p:cNvSpPr/>
          <p:nvPr/>
        </p:nvSpPr>
        <p:spPr>
          <a:xfrm rot="-5400000">
            <a:off x="8410330" y="5972125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4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09" name="Google Shape;809;p34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13" name="Google Shape;813;p34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815" name="Google Shape;815;p34"/>
          <p:cNvCxnSpPr>
            <a:stCxn id="808" idx="4"/>
            <a:endCxn id="809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6" name="Google Shape;816;p34"/>
          <p:cNvCxnSpPr>
            <a:stCxn id="808" idx="4"/>
            <a:endCxn id="810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7" name="Google Shape;817;p34"/>
          <p:cNvCxnSpPr>
            <a:stCxn id="808" idx="4"/>
            <a:endCxn id="811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8" name="Google Shape;818;p34"/>
          <p:cNvCxnSpPr>
            <a:stCxn id="809" idx="4"/>
            <a:endCxn id="812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9" name="Google Shape;819;p34"/>
          <p:cNvCxnSpPr>
            <a:stCxn id="809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0" name="Google Shape;820;p34"/>
          <p:cNvCxnSpPr>
            <a:stCxn id="810" idx="4"/>
            <a:endCxn id="814" idx="0"/>
          </p:cNvCxnSpPr>
          <p:nvPr/>
        </p:nvCxnSpPr>
        <p:spPr>
          <a:xfrm>
            <a:off x="5657557" y="3836963"/>
            <a:ext cx="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1" name="Google Shape;821;p34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22" name="Google Shape;822;p34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823" name="Google Shape;823;p34"/>
          <p:cNvCxnSpPr>
            <a:stCxn id="811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4" name="Google Shape;824;p34"/>
          <p:cNvCxnSpPr>
            <a:stCxn id="811" idx="4"/>
            <a:endCxn id="821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5" name="Google Shape;825;p34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826" name="Google Shape;826;p34"/>
          <p:cNvSpPr/>
          <p:nvPr/>
        </p:nvSpPr>
        <p:spPr>
          <a:xfrm rot="10800000">
            <a:off x="7934178" y="3098297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5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32" name="Google Shape;832;p35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33" name="Google Shape;833;p35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34" name="Google Shape;834;p35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35" name="Google Shape;835;p35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36" name="Google Shape;836;p35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37" name="Google Shape;837;p35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838" name="Google Shape;838;p35"/>
          <p:cNvCxnSpPr>
            <a:stCxn id="831" idx="4"/>
            <a:endCxn id="832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9" name="Google Shape;839;p35"/>
          <p:cNvCxnSpPr>
            <a:stCxn id="831" idx="4"/>
            <a:endCxn id="833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0" name="Google Shape;840;p35"/>
          <p:cNvCxnSpPr>
            <a:stCxn id="831" idx="4"/>
            <a:endCxn id="834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1" name="Google Shape;841;p35"/>
          <p:cNvCxnSpPr>
            <a:stCxn id="832" idx="4"/>
            <a:endCxn id="835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2" name="Google Shape;842;p35"/>
          <p:cNvCxnSpPr>
            <a:stCxn id="832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3" name="Google Shape;843;p35"/>
          <p:cNvCxnSpPr>
            <a:stCxn id="833" idx="4"/>
            <a:endCxn id="837" idx="0"/>
          </p:cNvCxnSpPr>
          <p:nvPr/>
        </p:nvCxnSpPr>
        <p:spPr>
          <a:xfrm>
            <a:off x="5657557" y="3836963"/>
            <a:ext cx="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4" name="Google Shape;844;p35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45" name="Google Shape;845;p35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846" name="Google Shape;846;p35"/>
          <p:cNvCxnSpPr>
            <a:stCxn id="834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7" name="Google Shape;847;p35"/>
          <p:cNvCxnSpPr>
            <a:stCxn id="834" idx="4"/>
            <a:endCxn id="844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8" name="Google Shape;848;p35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00"/>
              <a:buFont typeface="Overlock"/>
              <a:buNone/>
            </a:pPr>
            <a:r>
              <a:rPr lang="en-US" sz="4400">
                <a:solidFill>
                  <a:srgbClr val="A5A5A5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849" name="Google Shape;849;p35"/>
          <p:cNvSpPr/>
          <p:nvPr/>
        </p:nvSpPr>
        <p:spPr>
          <a:xfrm rot="10800000">
            <a:off x="6436164" y="1328838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6"/>
          <p:cNvSpPr/>
          <p:nvPr/>
        </p:nvSpPr>
        <p:spPr>
          <a:xfrm>
            <a:off x="5219114" y="1266092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5" name="Google Shape;855;p36"/>
          <p:cNvSpPr/>
          <p:nvPr/>
        </p:nvSpPr>
        <p:spPr>
          <a:xfrm>
            <a:off x="369745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56" name="Google Shape;856;p36"/>
          <p:cNvSpPr/>
          <p:nvPr/>
        </p:nvSpPr>
        <p:spPr>
          <a:xfrm>
            <a:off x="5219114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57" name="Google Shape;857;p36"/>
          <p:cNvSpPr/>
          <p:nvPr/>
        </p:nvSpPr>
        <p:spPr>
          <a:xfrm>
            <a:off x="6740769" y="3021037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58" name="Google Shape;858;p36"/>
          <p:cNvSpPr/>
          <p:nvPr/>
        </p:nvSpPr>
        <p:spPr>
          <a:xfrm>
            <a:off x="2135945" y="5005754"/>
            <a:ext cx="838200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59" name="Google Shape;859;p36"/>
          <p:cNvSpPr/>
          <p:nvPr/>
        </p:nvSpPr>
        <p:spPr>
          <a:xfrm>
            <a:off x="3671668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60" name="Google Shape;860;p36"/>
          <p:cNvSpPr/>
          <p:nvPr/>
        </p:nvSpPr>
        <p:spPr>
          <a:xfrm>
            <a:off x="5219114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861" name="Google Shape;861;p36"/>
          <p:cNvCxnSpPr>
            <a:stCxn id="854" idx="4"/>
            <a:endCxn id="855" idx="0"/>
          </p:cNvCxnSpPr>
          <p:nvPr/>
        </p:nvCxnSpPr>
        <p:spPr>
          <a:xfrm flipH="1">
            <a:off x="41359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2" name="Google Shape;862;p36"/>
          <p:cNvCxnSpPr>
            <a:stCxn id="854" idx="4"/>
            <a:endCxn id="856" idx="0"/>
          </p:cNvCxnSpPr>
          <p:nvPr/>
        </p:nvCxnSpPr>
        <p:spPr>
          <a:xfrm>
            <a:off x="5657557" y="2082018"/>
            <a:ext cx="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3" name="Google Shape;863;p36"/>
          <p:cNvCxnSpPr>
            <a:stCxn id="854" idx="4"/>
            <a:endCxn id="857" idx="0"/>
          </p:cNvCxnSpPr>
          <p:nvPr/>
        </p:nvCxnSpPr>
        <p:spPr>
          <a:xfrm>
            <a:off x="5657557" y="2082018"/>
            <a:ext cx="1521600" cy="93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4" name="Google Shape;864;p36"/>
          <p:cNvCxnSpPr>
            <a:stCxn id="855" idx="4"/>
            <a:endCxn id="858" idx="0"/>
          </p:cNvCxnSpPr>
          <p:nvPr/>
        </p:nvCxnSpPr>
        <p:spPr>
          <a:xfrm flipH="1">
            <a:off x="2554902" y="3836963"/>
            <a:ext cx="15810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5" name="Google Shape;865;p36"/>
          <p:cNvCxnSpPr>
            <a:stCxn id="855" idx="4"/>
          </p:cNvCxnSpPr>
          <p:nvPr/>
        </p:nvCxnSpPr>
        <p:spPr>
          <a:xfrm flipH="1">
            <a:off x="4083102" y="3836963"/>
            <a:ext cx="52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6" name="Google Shape;866;p36"/>
          <p:cNvCxnSpPr>
            <a:stCxn id="856" idx="4"/>
            <a:endCxn id="860" idx="0"/>
          </p:cNvCxnSpPr>
          <p:nvPr/>
        </p:nvCxnSpPr>
        <p:spPr>
          <a:xfrm>
            <a:off x="5657557" y="3836963"/>
            <a:ext cx="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7" name="Google Shape;867;p36"/>
          <p:cNvSpPr/>
          <p:nvPr/>
        </p:nvSpPr>
        <p:spPr>
          <a:xfrm>
            <a:off x="6766560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68" name="Google Shape;868;p36"/>
          <p:cNvSpPr/>
          <p:nvPr/>
        </p:nvSpPr>
        <p:spPr>
          <a:xfrm>
            <a:off x="8302283" y="5005754"/>
            <a:ext cx="876886" cy="815926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869" name="Google Shape;869;p36"/>
          <p:cNvCxnSpPr>
            <a:stCxn id="857" idx="4"/>
          </p:cNvCxnSpPr>
          <p:nvPr/>
        </p:nvCxnSpPr>
        <p:spPr>
          <a:xfrm>
            <a:off x="7179212" y="3836963"/>
            <a:ext cx="15099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0" name="Google Shape;870;p36"/>
          <p:cNvCxnSpPr>
            <a:stCxn id="857" idx="4"/>
            <a:endCxn id="867" idx="0"/>
          </p:cNvCxnSpPr>
          <p:nvPr/>
        </p:nvCxnSpPr>
        <p:spPr>
          <a:xfrm>
            <a:off x="7179212" y="3836963"/>
            <a:ext cx="25800" cy="11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1" name="Google Shape;871;p36"/>
          <p:cNvSpPr txBox="1"/>
          <p:nvPr/>
        </p:nvSpPr>
        <p:spPr>
          <a:xfrm>
            <a:off x="10121705" y="767739"/>
            <a:ext cx="2070295" cy="72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 sz="4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9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rgbClr val="A5A5A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872" name="Google Shape;872;p36"/>
          <p:cNvSpPr/>
          <p:nvPr/>
        </p:nvSpPr>
        <p:spPr>
          <a:xfrm rot="10800000">
            <a:off x="6436164" y="1328838"/>
            <a:ext cx="660791" cy="68423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Points to be noted!!</a:t>
            </a:r>
            <a:endParaRPr/>
          </a:p>
        </p:txBody>
      </p:sp>
      <p:sp>
        <p:nvSpPr>
          <p:cNvPr id="878" name="Google Shape;878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Whenever a node is visited, we’re asking if he has a child too !!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Points to be noted!!</a:t>
            </a:r>
            <a:endParaRPr/>
          </a:p>
        </p:txBody>
      </p:sp>
      <p:sp>
        <p:nvSpPr>
          <p:cNvPr id="884" name="Google Shape;884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Whenever a node is visited, we’re asking if he has a child too !!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So, for traversing all the children of a node, we need a </a:t>
            </a:r>
            <a:r>
              <a:rPr lang="en-US" sz="4000"/>
              <a:t>loop!!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Points to be noted!!</a:t>
            </a:r>
            <a:endParaRPr/>
          </a:p>
        </p:txBody>
      </p:sp>
      <p:sp>
        <p:nvSpPr>
          <p:cNvPr id="890" name="Google Shape;890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Whenever a node is visited, we’re asking if he has a child too !!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So, for traversing all the children of a node, we need a </a:t>
            </a:r>
            <a:r>
              <a:rPr lang="en-US" sz="4000"/>
              <a:t>loop!!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 </a:t>
            </a:r>
            <a:r>
              <a:rPr lang="en-US"/>
              <a:t>When all the children of a node is visited, it </a:t>
            </a:r>
            <a:r>
              <a:rPr lang="en-US" sz="4000"/>
              <a:t>backtracks</a:t>
            </a:r>
            <a:r>
              <a:rPr lang="en-US"/>
              <a:t> to where it came from.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Points to be noted!!</a:t>
            </a:r>
            <a:endParaRPr/>
          </a:p>
        </p:txBody>
      </p:sp>
      <p:sp>
        <p:nvSpPr>
          <p:cNvPr id="896" name="Google Shape;896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Whenever a node is visited, we’re asking if he has a child too !!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So, for traversing all the children of a node, we need a </a:t>
            </a:r>
            <a:r>
              <a:rPr lang="en-US" sz="4000"/>
              <a:t>loop!!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 </a:t>
            </a:r>
            <a:r>
              <a:rPr lang="en-US"/>
              <a:t>When all the children of a node is visited, it </a:t>
            </a:r>
            <a:r>
              <a:rPr lang="en-US" sz="4000"/>
              <a:t>backtracks</a:t>
            </a:r>
            <a:r>
              <a:rPr lang="en-US"/>
              <a:t> to where it came from.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 this, we use </a:t>
            </a:r>
            <a:r>
              <a:rPr lang="en-US" sz="4800"/>
              <a:t>Recursion!!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For all the nodes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       </a:t>
            </a:r>
            <a:endParaRPr/>
          </a:p>
        </p:txBody>
      </p:sp>
      <p:sp>
        <p:nvSpPr>
          <p:cNvPr id="902" name="Google Shape;902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For all the nodes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       if color of the node == white:</a:t>
            </a:r>
            <a:endParaRPr/>
          </a:p>
        </p:txBody>
      </p:sp>
      <p:sp>
        <p:nvSpPr>
          <p:cNvPr id="908" name="Google Shape;90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For all the nodes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       if color of the node == white: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                dfs_visit(node)</a:t>
            </a:r>
            <a:endParaRPr/>
          </a:p>
        </p:txBody>
      </p:sp>
      <p:sp>
        <p:nvSpPr>
          <p:cNvPr id="914" name="Google Shape;914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DFS():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For all the nodes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       if color of the node == white: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                dfs_visit(node)</a:t>
            </a:r>
            <a:endParaRPr/>
          </a:p>
        </p:txBody>
      </p:sp>
      <p:sp>
        <p:nvSpPr>
          <p:cNvPr id="920" name="Google Shape;92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DFS():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For all the nodes                       Loop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       if color of the node == white: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                 dfs_visit(node)</a:t>
            </a:r>
            <a:endParaRPr/>
          </a:p>
        </p:txBody>
      </p:sp>
      <p:sp>
        <p:nvSpPr>
          <p:cNvPr id="926" name="Google Shape;926;p45"/>
          <p:cNvSpPr txBox="1"/>
          <p:nvPr>
            <p:ph type="title"/>
          </p:nvPr>
        </p:nvSpPr>
        <p:spPr>
          <a:xfrm>
            <a:off x="838200" y="2490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927" name="Google Shape;927;p45"/>
          <p:cNvSpPr/>
          <p:nvPr/>
        </p:nvSpPr>
        <p:spPr>
          <a:xfrm rot="10800000">
            <a:off x="5021943" y="2612572"/>
            <a:ext cx="1233714" cy="24674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5"/>
          <p:cNvSpPr/>
          <p:nvPr/>
        </p:nvSpPr>
        <p:spPr>
          <a:xfrm>
            <a:off x="9417539" y="205776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29" name="Google Shape;929;p45"/>
          <p:cNvSpPr/>
          <p:nvPr/>
        </p:nvSpPr>
        <p:spPr>
          <a:xfrm>
            <a:off x="8595752" y="3213778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30" name="Google Shape;930;p45"/>
          <p:cNvSpPr/>
          <p:nvPr/>
        </p:nvSpPr>
        <p:spPr>
          <a:xfrm>
            <a:off x="9427364" y="3209330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31" name="Google Shape;931;p45"/>
          <p:cNvSpPr/>
          <p:nvPr/>
        </p:nvSpPr>
        <p:spPr>
          <a:xfrm>
            <a:off x="10258976" y="3209330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32" name="Google Shape;932;p45"/>
          <p:cNvSpPr/>
          <p:nvPr/>
        </p:nvSpPr>
        <p:spPr>
          <a:xfrm>
            <a:off x="7569983" y="4503377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33" name="Google Shape;933;p45"/>
          <p:cNvSpPr/>
          <p:nvPr/>
        </p:nvSpPr>
        <p:spPr>
          <a:xfrm>
            <a:off x="8406368" y="4459834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34" name="Google Shape;934;p45"/>
          <p:cNvSpPr/>
          <p:nvPr/>
        </p:nvSpPr>
        <p:spPr>
          <a:xfrm>
            <a:off x="9427922" y="4459834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935" name="Google Shape;935;p45"/>
          <p:cNvCxnSpPr>
            <a:stCxn id="928" idx="4"/>
            <a:endCxn id="929" idx="0"/>
          </p:cNvCxnSpPr>
          <p:nvPr/>
        </p:nvCxnSpPr>
        <p:spPr>
          <a:xfrm flipH="1">
            <a:off x="8919340" y="2727094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36" name="Google Shape;936;p45"/>
          <p:cNvCxnSpPr>
            <a:stCxn id="928" idx="4"/>
            <a:endCxn id="930" idx="0"/>
          </p:cNvCxnSpPr>
          <p:nvPr/>
        </p:nvCxnSpPr>
        <p:spPr>
          <a:xfrm>
            <a:off x="9741040" y="2727094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37" name="Google Shape;937;p45"/>
          <p:cNvCxnSpPr>
            <a:stCxn id="928" idx="4"/>
            <a:endCxn id="931" idx="0"/>
          </p:cNvCxnSpPr>
          <p:nvPr/>
        </p:nvCxnSpPr>
        <p:spPr>
          <a:xfrm>
            <a:off x="9741040" y="2727094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38" name="Google Shape;938;p45"/>
          <p:cNvCxnSpPr>
            <a:stCxn id="929" idx="4"/>
            <a:endCxn id="932" idx="0"/>
          </p:cNvCxnSpPr>
          <p:nvPr/>
        </p:nvCxnSpPr>
        <p:spPr>
          <a:xfrm flipH="1">
            <a:off x="7893553" y="3883110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39" name="Google Shape;939;p45"/>
          <p:cNvCxnSpPr>
            <a:stCxn id="929" idx="4"/>
            <a:endCxn id="933" idx="0"/>
          </p:cNvCxnSpPr>
          <p:nvPr/>
        </p:nvCxnSpPr>
        <p:spPr>
          <a:xfrm flipH="1">
            <a:off x="8729953" y="3883110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40" name="Google Shape;940;p45"/>
          <p:cNvCxnSpPr>
            <a:stCxn id="930" idx="4"/>
            <a:endCxn id="934" idx="0"/>
          </p:cNvCxnSpPr>
          <p:nvPr/>
        </p:nvCxnSpPr>
        <p:spPr>
          <a:xfrm>
            <a:off x="9750865" y="3878662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1" name="Google Shape;941;p45"/>
          <p:cNvSpPr/>
          <p:nvPr/>
        </p:nvSpPr>
        <p:spPr>
          <a:xfrm>
            <a:off x="10328617" y="4459834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42" name="Google Shape;942;p45"/>
          <p:cNvSpPr/>
          <p:nvPr/>
        </p:nvSpPr>
        <p:spPr>
          <a:xfrm>
            <a:off x="11229312" y="4459834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943" name="Google Shape;943;p45"/>
          <p:cNvCxnSpPr>
            <a:stCxn id="931" idx="4"/>
            <a:endCxn id="942" idx="0"/>
          </p:cNvCxnSpPr>
          <p:nvPr/>
        </p:nvCxnSpPr>
        <p:spPr>
          <a:xfrm>
            <a:off x="10582477" y="3878662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44" name="Google Shape;944;p45"/>
          <p:cNvCxnSpPr>
            <a:stCxn id="931" idx="4"/>
            <a:endCxn id="941" idx="0"/>
          </p:cNvCxnSpPr>
          <p:nvPr/>
        </p:nvCxnSpPr>
        <p:spPr>
          <a:xfrm>
            <a:off x="10582477" y="3878662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5" name="Google Shape;945;p45"/>
          <p:cNvSpPr/>
          <p:nvPr/>
        </p:nvSpPr>
        <p:spPr>
          <a:xfrm>
            <a:off x="8729869" y="2055158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951" name="Google Shape;951;p46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52" name="Google Shape;952;p46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53" name="Google Shape;953;p46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54" name="Google Shape;954;p46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55" name="Google Shape;955;p46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56" name="Google Shape;956;p46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57" name="Google Shape;957;p46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958" name="Google Shape;958;p46"/>
          <p:cNvCxnSpPr>
            <a:stCxn id="951" idx="4"/>
            <a:endCxn id="952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9" name="Google Shape;959;p46"/>
          <p:cNvCxnSpPr>
            <a:stCxn id="951" idx="4"/>
            <a:endCxn id="953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0" name="Google Shape;960;p46"/>
          <p:cNvCxnSpPr>
            <a:stCxn id="951" idx="4"/>
            <a:endCxn id="954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1" name="Google Shape;961;p46"/>
          <p:cNvCxnSpPr>
            <a:stCxn id="952" idx="4"/>
            <a:endCxn id="955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2" name="Google Shape;962;p46"/>
          <p:cNvCxnSpPr>
            <a:stCxn id="952" idx="4"/>
            <a:endCxn id="956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3" name="Google Shape;963;p46"/>
          <p:cNvCxnSpPr>
            <a:stCxn id="953" idx="4"/>
            <a:endCxn id="957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4" name="Google Shape;964;p46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65" name="Google Shape;965;p46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966" name="Google Shape;966;p46"/>
          <p:cNvCxnSpPr>
            <a:stCxn id="954" idx="4"/>
            <a:endCxn id="965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7" name="Google Shape;967;p46"/>
          <p:cNvCxnSpPr>
            <a:stCxn id="954" idx="4"/>
            <a:endCxn id="964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8" name="Google Shape;968;p46"/>
          <p:cNvSpPr/>
          <p:nvPr/>
        </p:nvSpPr>
        <p:spPr>
          <a:xfrm>
            <a:off x="7768992" y="1690688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6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dfs_visit(node):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975" name="Google Shape;975;p47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6" name="Google Shape;976;p47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77" name="Google Shape;977;p47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78" name="Google Shape;978;p47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79" name="Google Shape;979;p47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80" name="Google Shape;980;p47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81" name="Google Shape;981;p47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982" name="Google Shape;982;p47"/>
          <p:cNvCxnSpPr>
            <a:stCxn id="975" idx="4"/>
            <a:endCxn id="976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3" name="Google Shape;983;p47"/>
          <p:cNvCxnSpPr>
            <a:stCxn id="975" idx="4"/>
            <a:endCxn id="977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4" name="Google Shape;984;p47"/>
          <p:cNvCxnSpPr>
            <a:stCxn id="975" idx="4"/>
            <a:endCxn id="978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5" name="Google Shape;985;p47"/>
          <p:cNvCxnSpPr>
            <a:stCxn id="976" idx="4"/>
            <a:endCxn id="979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6" name="Google Shape;986;p47"/>
          <p:cNvCxnSpPr>
            <a:stCxn id="976" idx="4"/>
            <a:endCxn id="980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7" name="Google Shape;987;p47"/>
          <p:cNvCxnSpPr>
            <a:stCxn id="977" idx="4"/>
            <a:endCxn id="981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8" name="Google Shape;988;p47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89" name="Google Shape;989;p47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990" name="Google Shape;990;p47"/>
          <p:cNvCxnSpPr>
            <a:stCxn id="978" idx="4"/>
            <a:endCxn id="989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91" name="Google Shape;991;p47"/>
          <p:cNvCxnSpPr>
            <a:stCxn id="978" idx="4"/>
            <a:endCxn id="988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92" name="Google Shape;992;p47"/>
          <p:cNvSpPr/>
          <p:nvPr/>
        </p:nvSpPr>
        <p:spPr>
          <a:xfrm>
            <a:off x="7768992" y="1690688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7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dfs_visit(node):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999" name="Google Shape;999;p48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00" name="Google Shape;1000;p48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01" name="Google Shape;1001;p48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02" name="Google Shape;1002;p48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03" name="Google Shape;1003;p48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04" name="Google Shape;1004;p48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05" name="Google Shape;1005;p48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006" name="Google Shape;1006;p48"/>
          <p:cNvCxnSpPr>
            <a:stCxn id="999" idx="4"/>
            <a:endCxn id="1000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7" name="Google Shape;1007;p48"/>
          <p:cNvCxnSpPr>
            <a:stCxn id="999" idx="4"/>
            <a:endCxn id="1001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8" name="Google Shape;1008;p48"/>
          <p:cNvCxnSpPr>
            <a:stCxn id="999" idx="4"/>
            <a:endCxn id="1002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9" name="Google Shape;1009;p48"/>
          <p:cNvCxnSpPr>
            <a:stCxn id="1000" idx="4"/>
            <a:endCxn id="1003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0" name="Google Shape;1010;p48"/>
          <p:cNvCxnSpPr>
            <a:stCxn id="1000" idx="4"/>
            <a:endCxn id="1004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1" name="Google Shape;1011;p48"/>
          <p:cNvCxnSpPr>
            <a:stCxn id="1001" idx="4"/>
            <a:endCxn id="1005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2" name="Google Shape;1012;p48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13" name="Google Shape;1013;p48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014" name="Google Shape;1014;p48"/>
          <p:cNvCxnSpPr>
            <a:stCxn id="1002" idx="4"/>
            <a:endCxn id="1013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5" name="Google Shape;1015;p48"/>
          <p:cNvCxnSpPr>
            <a:stCxn id="1002" idx="4"/>
            <a:endCxn id="1012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6" name="Google Shape;1016;p48"/>
          <p:cNvSpPr/>
          <p:nvPr/>
        </p:nvSpPr>
        <p:spPr>
          <a:xfrm>
            <a:off x="7768992" y="1690688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8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dfs_visit(node):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023" name="Google Shape;1023;p49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24" name="Google Shape;1024;p49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25" name="Google Shape;1025;p49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26" name="Google Shape;1026;p49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27" name="Google Shape;1027;p49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28" name="Google Shape;1028;p49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29" name="Google Shape;1029;p49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030" name="Google Shape;1030;p49"/>
          <p:cNvCxnSpPr>
            <a:stCxn id="1023" idx="4"/>
            <a:endCxn id="1024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1" name="Google Shape;1031;p49"/>
          <p:cNvCxnSpPr>
            <a:stCxn id="1023" idx="4"/>
            <a:endCxn id="1025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2" name="Google Shape;1032;p49"/>
          <p:cNvCxnSpPr>
            <a:stCxn id="1023" idx="4"/>
            <a:endCxn id="1026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3" name="Google Shape;1033;p49"/>
          <p:cNvCxnSpPr>
            <a:stCxn id="1024" idx="4"/>
            <a:endCxn id="1027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4" name="Google Shape;1034;p49"/>
          <p:cNvCxnSpPr>
            <a:stCxn id="1024" idx="4"/>
            <a:endCxn id="1028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5" name="Google Shape;1035;p49"/>
          <p:cNvCxnSpPr>
            <a:stCxn id="1025" idx="4"/>
            <a:endCxn id="1029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36" name="Google Shape;1036;p49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37" name="Google Shape;1037;p49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038" name="Google Shape;1038;p49"/>
          <p:cNvCxnSpPr>
            <a:stCxn id="1026" idx="4"/>
            <a:endCxn id="1037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9" name="Google Shape;1039;p49"/>
          <p:cNvCxnSpPr>
            <a:stCxn id="1026" idx="4"/>
            <a:endCxn id="1036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0" name="Google Shape;1040;p49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9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1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dfs_visit(child)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047" name="Google Shape;1047;p50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48" name="Google Shape;1048;p50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49" name="Google Shape;1049;p50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50" name="Google Shape;1050;p50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51" name="Google Shape;1051;p50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52" name="Google Shape;1052;p50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53" name="Google Shape;1053;p50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054" name="Google Shape;1054;p50"/>
          <p:cNvCxnSpPr>
            <a:stCxn id="1047" idx="4"/>
            <a:endCxn id="1048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5" name="Google Shape;1055;p50"/>
          <p:cNvCxnSpPr>
            <a:stCxn id="1047" idx="4"/>
            <a:endCxn id="1049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6" name="Google Shape;1056;p50"/>
          <p:cNvCxnSpPr>
            <a:stCxn id="1047" idx="4"/>
            <a:endCxn id="1050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7" name="Google Shape;1057;p50"/>
          <p:cNvCxnSpPr>
            <a:stCxn id="1048" idx="4"/>
            <a:endCxn id="1051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8" name="Google Shape;1058;p50"/>
          <p:cNvCxnSpPr>
            <a:stCxn id="1048" idx="4"/>
            <a:endCxn id="1052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9" name="Google Shape;1059;p50"/>
          <p:cNvCxnSpPr>
            <a:stCxn id="1049" idx="4"/>
            <a:endCxn id="1053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0" name="Google Shape;1060;p50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61" name="Google Shape;1061;p50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062" name="Google Shape;1062;p50"/>
          <p:cNvCxnSpPr>
            <a:stCxn id="1050" idx="4"/>
            <a:endCxn id="1061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3" name="Google Shape;1063;p50"/>
          <p:cNvCxnSpPr>
            <a:stCxn id="1050" idx="4"/>
            <a:endCxn id="1060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4" name="Google Shape;1064;p50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50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1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071" name="Google Shape;1071;p51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72" name="Google Shape;1072;p51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73" name="Google Shape;1073;p51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74" name="Google Shape;1074;p51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75" name="Google Shape;1075;p51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76" name="Google Shape;1076;p51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77" name="Google Shape;1077;p51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078" name="Google Shape;1078;p51"/>
          <p:cNvCxnSpPr>
            <a:stCxn id="1071" idx="4"/>
            <a:endCxn id="1072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9" name="Google Shape;1079;p51"/>
          <p:cNvCxnSpPr>
            <a:stCxn id="1071" idx="4"/>
            <a:endCxn id="1073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80" name="Google Shape;1080;p51"/>
          <p:cNvCxnSpPr>
            <a:stCxn id="1071" idx="4"/>
            <a:endCxn id="1074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81" name="Google Shape;1081;p51"/>
          <p:cNvCxnSpPr>
            <a:stCxn id="1072" idx="4"/>
            <a:endCxn id="1075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82" name="Google Shape;1082;p51"/>
          <p:cNvCxnSpPr>
            <a:stCxn id="1072" idx="4"/>
            <a:endCxn id="1076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83" name="Google Shape;1083;p51"/>
          <p:cNvCxnSpPr>
            <a:stCxn id="1073" idx="4"/>
            <a:endCxn id="1077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84" name="Google Shape;1084;p51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85" name="Google Shape;1085;p51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086" name="Google Shape;1086;p51"/>
          <p:cNvCxnSpPr>
            <a:stCxn id="1074" idx="4"/>
            <a:endCxn id="1085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87" name="Google Shape;1087;p51"/>
          <p:cNvCxnSpPr>
            <a:stCxn id="1074" idx="4"/>
            <a:endCxn id="1084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88" name="Google Shape;1088;p51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51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5</a:t>
            </a:r>
            <a:r>
              <a:rPr lang="en-US"/>
              <a:t>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095" name="Google Shape;1095;p52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96" name="Google Shape;1096;p52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97" name="Google Shape;1097;p52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98" name="Google Shape;1098;p52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99" name="Google Shape;1099;p52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00" name="Google Shape;1100;p52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01" name="Google Shape;1101;p52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102" name="Google Shape;1102;p52"/>
          <p:cNvCxnSpPr>
            <a:stCxn id="1095" idx="4"/>
            <a:endCxn id="1096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3" name="Google Shape;1103;p52"/>
          <p:cNvCxnSpPr>
            <a:stCxn id="1095" idx="4"/>
            <a:endCxn id="1097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4" name="Google Shape;1104;p52"/>
          <p:cNvCxnSpPr>
            <a:stCxn id="1095" idx="4"/>
            <a:endCxn id="1098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5" name="Google Shape;1105;p52"/>
          <p:cNvCxnSpPr>
            <a:stCxn id="1096" idx="4"/>
            <a:endCxn id="1099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6" name="Google Shape;1106;p52"/>
          <p:cNvCxnSpPr>
            <a:stCxn id="1096" idx="4"/>
            <a:endCxn id="1100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7" name="Google Shape;1107;p52"/>
          <p:cNvCxnSpPr>
            <a:stCxn id="1097" idx="4"/>
            <a:endCxn id="1101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8" name="Google Shape;1108;p52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09" name="Google Shape;1109;p52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110" name="Google Shape;1110;p52"/>
          <p:cNvCxnSpPr>
            <a:stCxn id="1098" idx="4"/>
            <a:endCxn id="1109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1" name="Google Shape;1111;p52"/>
          <p:cNvCxnSpPr>
            <a:stCxn id="1098" idx="4"/>
            <a:endCxn id="1108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2" name="Google Shape;1112;p52"/>
          <p:cNvSpPr/>
          <p:nvPr/>
        </p:nvSpPr>
        <p:spPr>
          <a:xfrm>
            <a:off x="6295392" y="4150990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52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5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dfs_visit(child)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119" name="Google Shape;1119;p53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0" name="Google Shape;1120;p53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1" name="Google Shape;1121;p53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22" name="Google Shape;1122;p53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23" name="Google Shape;1123;p53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24" name="Google Shape;1124;p53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25" name="Google Shape;1125;p53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126" name="Google Shape;1126;p53"/>
          <p:cNvCxnSpPr>
            <a:stCxn id="1119" idx="4"/>
            <a:endCxn id="1120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7" name="Google Shape;1127;p53"/>
          <p:cNvCxnSpPr>
            <a:stCxn id="1119" idx="4"/>
            <a:endCxn id="1121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8" name="Google Shape;1128;p53"/>
          <p:cNvCxnSpPr>
            <a:stCxn id="1119" idx="4"/>
            <a:endCxn id="1122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9" name="Google Shape;1129;p53"/>
          <p:cNvCxnSpPr>
            <a:stCxn id="1120" idx="4"/>
            <a:endCxn id="1123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0" name="Google Shape;1130;p53"/>
          <p:cNvCxnSpPr>
            <a:stCxn id="1120" idx="4"/>
            <a:endCxn id="1124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1" name="Google Shape;1131;p53"/>
          <p:cNvCxnSpPr>
            <a:stCxn id="1121" idx="4"/>
            <a:endCxn id="1125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2" name="Google Shape;1132;p53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33" name="Google Shape;1133;p53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134" name="Google Shape;1134;p53"/>
          <p:cNvCxnSpPr>
            <a:stCxn id="1122" idx="4"/>
            <a:endCxn id="1133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5" name="Google Shape;1135;p53"/>
          <p:cNvCxnSpPr>
            <a:stCxn id="1122" idx="4"/>
            <a:endCxn id="1132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6" name="Google Shape;1136;p53"/>
          <p:cNvSpPr/>
          <p:nvPr/>
        </p:nvSpPr>
        <p:spPr>
          <a:xfrm>
            <a:off x="6295392" y="4150990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53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5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        dfs_visit(child)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143" name="Google Shape;1143;p54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44" name="Google Shape;1144;p54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45" name="Google Shape;1145;p54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46" name="Google Shape;1146;p54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47" name="Google Shape;1147;p54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48" name="Google Shape;1148;p54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49" name="Google Shape;1149;p54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150" name="Google Shape;1150;p54"/>
          <p:cNvCxnSpPr>
            <a:stCxn id="1143" idx="4"/>
            <a:endCxn id="1144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1" name="Google Shape;1151;p54"/>
          <p:cNvCxnSpPr>
            <a:stCxn id="1143" idx="4"/>
            <a:endCxn id="1145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2" name="Google Shape;1152;p54"/>
          <p:cNvCxnSpPr>
            <a:stCxn id="1143" idx="4"/>
            <a:endCxn id="1146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3" name="Google Shape;1153;p54"/>
          <p:cNvCxnSpPr>
            <a:stCxn id="1144" idx="4"/>
            <a:endCxn id="1147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4" name="Google Shape;1154;p54"/>
          <p:cNvCxnSpPr>
            <a:stCxn id="1144" idx="4"/>
            <a:endCxn id="1148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5" name="Google Shape;1155;p54"/>
          <p:cNvCxnSpPr>
            <a:stCxn id="1145" idx="4"/>
            <a:endCxn id="1149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56" name="Google Shape;1156;p54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57" name="Google Shape;1157;p54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158" name="Google Shape;1158;p54"/>
          <p:cNvCxnSpPr>
            <a:stCxn id="1146" idx="4"/>
            <a:endCxn id="1157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9" name="Google Shape;1159;p54"/>
          <p:cNvCxnSpPr>
            <a:stCxn id="1146" idx="4"/>
            <a:endCxn id="1156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60" name="Google Shape;1160;p54"/>
          <p:cNvSpPr/>
          <p:nvPr/>
        </p:nvSpPr>
        <p:spPr>
          <a:xfrm>
            <a:off x="6295392" y="4150990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54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5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        dfs_visit(child)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</a:t>
            </a:r>
            <a:r>
              <a:rPr b="1" lang="en-US">
                <a:solidFill>
                  <a:srgbClr val="FF0000"/>
                </a:solidFill>
              </a:rPr>
              <a:t>5</a:t>
            </a:r>
            <a:r>
              <a:rPr lang="en-US"/>
              <a:t> = black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167" name="Google Shape;1167;p55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68" name="Google Shape;1168;p55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69" name="Google Shape;1169;p55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70" name="Google Shape;1170;p55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71" name="Google Shape;1171;p55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72" name="Google Shape;1172;p55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73" name="Google Shape;1173;p55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174" name="Google Shape;1174;p55"/>
          <p:cNvCxnSpPr>
            <a:stCxn id="1167" idx="4"/>
            <a:endCxn id="1168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5" name="Google Shape;1175;p55"/>
          <p:cNvCxnSpPr>
            <a:stCxn id="1167" idx="4"/>
            <a:endCxn id="1169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6" name="Google Shape;1176;p55"/>
          <p:cNvCxnSpPr>
            <a:stCxn id="1167" idx="4"/>
            <a:endCxn id="1170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7" name="Google Shape;1177;p55"/>
          <p:cNvCxnSpPr>
            <a:stCxn id="1168" idx="4"/>
            <a:endCxn id="1171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8" name="Google Shape;1178;p55"/>
          <p:cNvCxnSpPr>
            <a:stCxn id="1168" idx="4"/>
            <a:endCxn id="1172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9" name="Google Shape;1179;p55"/>
          <p:cNvCxnSpPr>
            <a:stCxn id="1169" idx="4"/>
            <a:endCxn id="1173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0" name="Google Shape;1180;p55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81" name="Google Shape;1181;p55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182" name="Google Shape;1182;p55"/>
          <p:cNvCxnSpPr>
            <a:stCxn id="1170" idx="4"/>
            <a:endCxn id="1181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3" name="Google Shape;1183;p55"/>
          <p:cNvCxnSpPr>
            <a:stCxn id="1170" idx="4"/>
            <a:endCxn id="1180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4" name="Google Shape;1184;p55"/>
          <p:cNvSpPr/>
          <p:nvPr/>
        </p:nvSpPr>
        <p:spPr>
          <a:xfrm>
            <a:off x="6295392" y="4150990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5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5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        dfs_visit(child)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</a:t>
            </a:r>
            <a:r>
              <a:rPr b="1" lang="en-US">
                <a:solidFill>
                  <a:srgbClr val="FF0000"/>
                </a:solidFill>
              </a:rPr>
              <a:t>color of node = black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191" name="Google Shape;1191;p56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92" name="Google Shape;1192;p56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93" name="Google Shape;1193;p56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94" name="Google Shape;1194;p56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95" name="Google Shape;1195;p56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96" name="Google Shape;1196;p56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97" name="Google Shape;1197;p56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198" name="Google Shape;1198;p56"/>
          <p:cNvCxnSpPr>
            <a:stCxn id="1191" idx="4"/>
            <a:endCxn id="1192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99" name="Google Shape;1199;p56"/>
          <p:cNvCxnSpPr>
            <a:stCxn id="1191" idx="4"/>
            <a:endCxn id="1193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0" name="Google Shape;1200;p56"/>
          <p:cNvCxnSpPr>
            <a:stCxn id="1191" idx="4"/>
            <a:endCxn id="1194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1" name="Google Shape;1201;p56"/>
          <p:cNvCxnSpPr>
            <a:stCxn id="1192" idx="4"/>
            <a:endCxn id="1195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2" name="Google Shape;1202;p56"/>
          <p:cNvCxnSpPr>
            <a:stCxn id="1192" idx="4"/>
            <a:endCxn id="1196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3" name="Google Shape;1203;p56"/>
          <p:cNvCxnSpPr>
            <a:stCxn id="1193" idx="4"/>
            <a:endCxn id="1197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04" name="Google Shape;1204;p56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05" name="Google Shape;1205;p56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206" name="Google Shape;1206;p56"/>
          <p:cNvCxnSpPr>
            <a:stCxn id="1194" idx="4"/>
            <a:endCxn id="1205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7" name="Google Shape;1207;p56"/>
          <p:cNvCxnSpPr>
            <a:stCxn id="1194" idx="4"/>
            <a:endCxn id="1204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08" name="Google Shape;1208;p56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6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5</a:t>
            </a:r>
            <a:r>
              <a:rPr lang="en-US"/>
              <a:t>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215" name="Google Shape;1215;p57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16" name="Google Shape;1216;p57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17" name="Google Shape;1217;p57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18" name="Google Shape;1218;p57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19" name="Google Shape;1219;p57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20" name="Google Shape;1220;p57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21" name="Google Shape;1221;p57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222" name="Google Shape;1222;p57"/>
          <p:cNvCxnSpPr>
            <a:stCxn id="1215" idx="4"/>
            <a:endCxn id="1216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3" name="Google Shape;1223;p57"/>
          <p:cNvCxnSpPr>
            <a:stCxn id="1215" idx="4"/>
            <a:endCxn id="1217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4" name="Google Shape;1224;p57"/>
          <p:cNvCxnSpPr>
            <a:stCxn id="1215" idx="4"/>
            <a:endCxn id="1218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5" name="Google Shape;1225;p57"/>
          <p:cNvCxnSpPr>
            <a:stCxn id="1216" idx="4"/>
            <a:endCxn id="1219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6" name="Google Shape;1226;p57"/>
          <p:cNvCxnSpPr>
            <a:stCxn id="1216" idx="4"/>
            <a:endCxn id="1220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7" name="Google Shape;1227;p57"/>
          <p:cNvCxnSpPr>
            <a:stCxn id="1217" idx="4"/>
            <a:endCxn id="1221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8" name="Google Shape;1228;p57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29" name="Google Shape;1229;p57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230" name="Google Shape;1230;p57"/>
          <p:cNvCxnSpPr>
            <a:stCxn id="1218" idx="4"/>
            <a:endCxn id="1229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1" name="Google Shape;1231;p57"/>
          <p:cNvCxnSpPr>
            <a:stCxn id="1218" idx="4"/>
            <a:endCxn id="1228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32" name="Google Shape;1232;p57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6</a:t>
            </a:r>
            <a:r>
              <a:rPr lang="en-US"/>
              <a:t>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  <p:sp>
        <p:nvSpPr>
          <p:cNvPr id="1233" name="Google Shape;1233;p57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239" name="Google Shape;1239;p58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40" name="Google Shape;1240;p58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41" name="Google Shape;1241;p58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42" name="Google Shape;1242;p58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43" name="Google Shape;1243;p58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44" name="Google Shape;1244;p58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45" name="Google Shape;1245;p58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246" name="Google Shape;1246;p58"/>
          <p:cNvCxnSpPr>
            <a:stCxn id="1239" idx="4"/>
            <a:endCxn id="1240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7" name="Google Shape;1247;p58"/>
          <p:cNvCxnSpPr>
            <a:stCxn id="1239" idx="4"/>
            <a:endCxn id="1241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8" name="Google Shape;1248;p58"/>
          <p:cNvCxnSpPr>
            <a:stCxn id="1239" idx="4"/>
            <a:endCxn id="1242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9" name="Google Shape;1249;p58"/>
          <p:cNvCxnSpPr>
            <a:stCxn id="1240" idx="4"/>
            <a:endCxn id="1243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0" name="Google Shape;1250;p58"/>
          <p:cNvCxnSpPr>
            <a:stCxn id="1240" idx="4"/>
            <a:endCxn id="1244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1" name="Google Shape;1251;p58"/>
          <p:cNvCxnSpPr>
            <a:stCxn id="1241" idx="4"/>
            <a:endCxn id="1245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2" name="Google Shape;1252;p58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53" name="Google Shape;1253;p58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254" name="Google Shape;1254;p58"/>
          <p:cNvCxnSpPr>
            <a:stCxn id="1242" idx="4"/>
            <a:endCxn id="1253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5" name="Google Shape;1255;p58"/>
          <p:cNvCxnSpPr>
            <a:stCxn id="1242" idx="4"/>
            <a:endCxn id="1252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6" name="Google Shape;1256;p58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6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dfs_visit(child)         </a:t>
            </a:r>
            <a:endParaRPr/>
          </a:p>
        </p:txBody>
      </p:sp>
      <p:sp>
        <p:nvSpPr>
          <p:cNvPr id="1257" name="Google Shape;1257;p58"/>
          <p:cNvSpPr/>
          <p:nvPr/>
        </p:nvSpPr>
        <p:spPr>
          <a:xfrm rot="-5400000">
            <a:off x="7955755" y="5062380"/>
            <a:ext cx="503200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263" name="Google Shape;1263;p59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64" name="Google Shape;1264;p59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65" name="Google Shape;1265;p59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66" name="Google Shape;1266;p59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67" name="Google Shape;1267;p59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68" name="Google Shape;1268;p59"/>
          <p:cNvSpPr/>
          <p:nvPr/>
        </p:nvSpPr>
        <p:spPr>
          <a:xfrm>
            <a:off x="7848487" y="4096976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69" name="Google Shape;1269;p59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270" name="Google Shape;1270;p59"/>
          <p:cNvCxnSpPr>
            <a:stCxn id="1263" idx="4"/>
            <a:endCxn id="1264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1" name="Google Shape;1271;p59"/>
          <p:cNvCxnSpPr>
            <a:stCxn id="1263" idx="4"/>
            <a:endCxn id="1265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2" name="Google Shape;1272;p59"/>
          <p:cNvCxnSpPr>
            <a:stCxn id="1263" idx="4"/>
            <a:endCxn id="1266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3" name="Google Shape;1273;p59"/>
          <p:cNvCxnSpPr>
            <a:stCxn id="1264" idx="4"/>
            <a:endCxn id="1267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4" name="Google Shape;1274;p59"/>
          <p:cNvCxnSpPr>
            <a:stCxn id="1264" idx="4"/>
            <a:endCxn id="1268" idx="0"/>
          </p:cNvCxnSpPr>
          <p:nvPr/>
        </p:nvCxnSpPr>
        <p:spPr>
          <a:xfrm flipH="1">
            <a:off x="8172039" y="3520252"/>
            <a:ext cx="2247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5" name="Google Shape;1275;p59"/>
          <p:cNvCxnSpPr>
            <a:stCxn id="1265" idx="4"/>
            <a:endCxn id="1269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76" name="Google Shape;1276;p59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77" name="Google Shape;1277;p59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278" name="Google Shape;1278;p59"/>
          <p:cNvCxnSpPr>
            <a:stCxn id="1266" idx="4"/>
            <a:endCxn id="1277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9" name="Google Shape;1279;p59"/>
          <p:cNvCxnSpPr>
            <a:stCxn id="1266" idx="4"/>
            <a:endCxn id="1276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0" name="Google Shape;1280;p59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6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        dfs_visit(child)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 </a:t>
            </a:r>
            <a:endParaRPr/>
          </a:p>
        </p:txBody>
      </p:sp>
      <p:sp>
        <p:nvSpPr>
          <p:cNvPr id="1281" name="Google Shape;1281;p59"/>
          <p:cNvSpPr/>
          <p:nvPr/>
        </p:nvSpPr>
        <p:spPr>
          <a:xfrm rot="-5400000">
            <a:off x="7955755" y="5062380"/>
            <a:ext cx="503200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287" name="Google Shape;1287;p60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88" name="Google Shape;1288;p60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89" name="Google Shape;1289;p60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90" name="Google Shape;1290;p60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91" name="Google Shape;1291;p60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92" name="Google Shape;1292;p60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93" name="Google Shape;1293;p60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294" name="Google Shape;1294;p60"/>
          <p:cNvCxnSpPr>
            <a:stCxn id="1287" idx="4"/>
            <a:endCxn id="1288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5" name="Google Shape;1295;p60"/>
          <p:cNvCxnSpPr>
            <a:stCxn id="1287" idx="4"/>
            <a:endCxn id="1289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6" name="Google Shape;1296;p60"/>
          <p:cNvCxnSpPr>
            <a:stCxn id="1287" idx="4"/>
            <a:endCxn id="1290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7" name="Google Shape;1297;p60"/>
          <p:cNvCxnSpPr>
            <a:stCxn id="1288" idx="4"/>
            <a:endCxn id="1291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8" name="Google Shape;1298;p60"/>
          <p:cNvCxnSpPr>
            <a:stCxn id="1288" idx="4"/>
            <a:endCxn id="1292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9" name="Google Shape;1299;p60"/>
          <p:cNvCxnSpPr>
            <a:stCxn id="1289" idx="4"/>
            <a:endCxn id="1293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0" name="Google Shape;1300;p60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01" name="Google Shape;1301;p60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302" name="Google Shape;1302;p60"/>
          <p:cNvCxnSpPr>
            <a:stCxn id="1290" idx="4"/>
            <a:endCxn id="1301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3" name="Google Shape;1303;p60"/>
          <p:cNvCxnSpPr>
            <a:stCxn id="1290" idx="4"/>
            <a:endCxn id="1300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4" name="Google Shape;1304;p60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6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              dfs_visit(child)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000000"/>
                </a:highlight>
              </a:rPr>
              <a:t>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</a:t>
            </a:r>
            <a:r>
              <a:rPr b="1" lang="en-US">
                <a:solidFill>
                  <a:srgbClr val="FF0000"/>
                </a:solidFill>
              </a:rPr>
              <a:t>6</a:t>
            </a:r>
            <a:r>
              <a:rPr lang="en-US"/>
              <a:t> = black</a:t>
            </a:r>
            <a:r>
              <a:rPr lang="en-US">
                <a:highlight>
                  <a:srgbClr val="000000"/>
                </a:highlight>
              </a:rPr>
              <a:t>       </a:t>
            </a:r>
            <a:endParaRPr/>
          </a:p>
        </p:txBody>
      </p:sp>
      <p:sp>
        <p:nvSpPr>
          <p:cNvPr id="1305" name="Google Shape;1305;p60"/>
          <p:cNvSpPr/>
          <p:nvPr/>
        </p:nvSpPr>
        <p:spPr>
          <a:xfrm rot="-5400000">
            <a:off x="7955755" y="5062380"/>
            <a:ext cx="503200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311" name="Google Shape;1311;p61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12" name="Google Shape;1312;p61"/>
          <p:cNvSpPr/>
          <p:nvPr/>
        </p:nvSpPr>
        <p:spPr>
          <a:xfrm>
            <a:off x="8073238" y="2846472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13" name="Google Shape;1313;p61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14" name="Google Shape;1314;p61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15" name="Google Shape;1315;p61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16" name="Google Shape;1316;p61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17" name="Google Shape;1317;p61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318" name="Google Shape;1318;p61"/>
          <p:cNvCxnSpPr>
            <a:stCxn id="1311" idx="4"/>
            <a:endCxn id="1312" idx="0"/>
          </p:cNvCxnSpPr>
          <p:nvPr/>
        </p:nvCxnSpPr>
        <p:spPr>
          <a:xfrm flipH="1">
            <a:off x="8396826" y="2364236"/>
            <a:ext cx="8217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9" name="Google Shape;1319;p61"/>
          <p:cNvCxnSpPr>
            <a:stCxn id="1311" idx="4"/>
            <a:endCxn id="1313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0" name="Google Shape;1320;p61"/>
          <p:cNvCxnSpPr>
            <a:stCxn id="1311" idx="4"/>
            <a:endCxn id="1314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1" name="Google Shape;1321;p61"/>
          <p:cNvCxnSpPr>
            <a:stCxn id="1312" idx="4"/>
            <a:endCxn id="1315" idx="0"/>
          </p:cNvCxnSpPr>
          <p:nvPr/>
        </p:nvCxnSpPr>
        <p:spPr>
          <a:xfrm flipH="1">
            <a:off x="7371039" y="3515804"/>
            <a:ext cx="1025700" cy="62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2" name="Google Shape;1322;p61"/>
          <p:cNvCxnSpPr>
            <a:stCxn id="1312" idx="4"/>
            <a:endCxn id="1316" idx="0"/>
          </p:cNvCxnSpPr>
          <p:nvPr/>
        </p:nvCxnSpPr>
        <p:spPr>
          <a:xfrm flipH="1">
            <a:off x="8207439" y="3515804"/>
            <a:ext cx="1893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3" name="Google Shape;1323;p61"/>
          <p:cNvCxnSpPr>
            <a:stCxn id="1313" idx="4"/>
            <a:endCxn id="1317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24" name="Google Shape;1324;p61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25" name="Google Shape;1325;p61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326" name="Google Shape;1326;p61"/>
          <p:cNvCxnSpPr>
            <a:stCxn id="1314" idx="4"/>
            <a:endCxn id="1325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7" name="Google Shape;1327;p61"/>
          <p:cNvCxnSpPr>
            <a:stCxn id="1314" idx="4"/>
            <a:endCxn id="1324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28" name="Google Shape;1328;p61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child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6</a:t>
            </a:r>
            <a:r>
              <a:rPr lang="en-US"/>
              <a:t>)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</a:t>
            </a:r>
            <a:endParaRPr sz="3600"/>
          </a:p>
        </p:txBody>
      </p:sp>
      <p:sp>
        <p:nvSpPr>
          <p:cNvPr id="1329" name="Google Shape;1329;p61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335" name="Google Shape;1335;p62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36" name="Google Shape;1336;p62"/>
          <p:cNvSpPr/>
          <p:nvPr/>
        </p:nvSpPr>
        <p:spPr>
          <a:xfrm>
            <a:off x="8073238" y="2846472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7" name="Google Shape;1337;p62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38" name="Google Shape;1338;p62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39" name="Google Shape;1339;p62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40" name="Google Shape;1340;p62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41" name="Google Shape;1341;p62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342" name="Google Shape;1342;p62"/>
          <p:cNvCxnSpPr>
            <a:stCxn id="1335" idx="4"/>
            <a:endCxn id="1336" idx="0"/>
          </p:cNvCxnSpPr>
          <p:nvPr/>
        </p:nvCxnSpPr>
        <p:spPr>
          <a:xfrm flipH="1">
            <a:off x="8396826" y="2364236"/>
            <a:ext cx="8217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3" name="Google Shape;1343;p62"/>
          <p:cNvCxnSpPr>
            <a:stCxn id="1335" idx="4"/>
            <a:endCxn id="1337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4" name="Google Shape;1344;p62"/>
          <p:cNvCxnSpPr>
            <a:stCxn id="1335" idx="4"/>
            <a:endCxn id="1338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5" name="Google Shape;1345;p62"/>
          <p:cNvCxnSpPr>
            <a:stCxn id="1336" idx="4"/>
            <a:endCxn id="1339" idx="0"/>
          </p:cNvCxnSpPr>
          <p:nvPr/>
        </p:nvCxnSpPr>
        <p:spPr>
          <a:xfrm flipH="1">
            <a:off x="7371039" y="3515804"/>
            <a:ext cx="1025700" cy="62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6" name="Google Shape;1346;p62"/>
          <p:cNvCxnSpPr>
            <a:stCxn id="1336" idx="4"/>
            <a:endCxn id="1340" idx="0"/>
          </p:cNvCxnSpPr>
          <p:nvPr/>
        </p:nvCxnSpPr>
        <p:spPr>
          <a:xfrm flipH="1">
            <a:off x="8207439" y="3515804"/>
            <a:ext cx="1893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7" name="Google Shape;1347;p62"/>
          <p:cNvCxnSpPr>
            <a:stCxn id="1337" idx="4"/>
            <a:endCxn id="1341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8" name="Google Shape;1348;p62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49" name="Google Shape;1349;p62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350" name="Google Shape;1350;p62"/>
          <p:cNvCxnSpPr>
            <a:stCxn id="1338" idx="4"/>
            <a:endCxn id="1349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51" name="Google Shape;1351;p62"/>
          <p:cNvCxnSpPr>
            <a:stCxn id="1338" idx="4"/>
            <a:endCxn id="1348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2" name="Google Shape;1352;p62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</a:t>
            </a:r>
            <a:r>
              <a:rPr b="1" lang="en-US">
                <a:solidFill>
                  <a:srgbClr val="FF0000"/>
                </a:solidFill>
              </a:rPr>
              <a:t>6</a:t>
            </a:r>
            <a:r>
              <a:rPr lang="en-US"/>
              <a:t>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6</a:t>
            </a:r>
            <a:r>
              <a:rPr lang="en-US"/>
              <a:t>)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 = black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  <p:sp>
        <p:nvSpPr>
          <p:cNvPr id="1353" name="Google Shape;1353;p62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359" name="Google Shape;1359;p63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60" name="Google Shape;1360;p63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61" name="Google Shape;1361;p63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62" name="Google Shape;1362;p63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63" name="Google Shape;1363;p63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64" name="Google Shape;1364;p63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65" name="Google Shape;1365;p63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366" name="Google Shape;1366;p63"/>
          <p:cNvCxnSpPr>
            <a:stCxn id="1359" idx="4"/>
            <a:endCxn id="1360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7" name="Google Shape;1367;p63"/>
          <p:cNvCxnSpPr>
            <a:stCxn id="1359" idx="4"/>
            <a:endCxn id="1361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8" name="Google Shape;1368;p63"/>
          <p:cNvCxnSpPr>
            <a:stCxn id="1359" idx="4"/>
            <a:endCxn id="1362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9" name="Google Shape;1369;p63"/>
          <p:cNvCxnSpPr>
            <a:stCxn id="1360" idx="4"/>
            <a:endCxn id="1363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70" name="Google Shape;1370;p63"/>
          <p:cNvCxnSpPr>
            <a:stCxn id="1360" idx="4"/>
            <a:endCxn id="1364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71" name="Google Shape;1371;p63"/>
          <p:cNvCxnSpPr>
            <a:stCxn id="1361" idx="4"/>
            <a:endCxn id="1365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72" name="Google Shape;1372;p63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73" name="Google Shape;1373;p63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374" name="Google Shape;1374;p63"/>
          <p:cNvCxnSpPr>
            <a:stCxn id="1362" idx="4"/>
            <a:endCxn id="1373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75" name="Google Shape;1375;p63"/>
          <p:cNvCxnSpPr>
            <a:stCxn id="1362" idx="4"/>
            <a:endCxn id="1372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76" name="Google Shape;1376;p63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63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1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383" name="Google Shape;1383;p64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84" name="Google Shape;1384;p64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5" name="Google Shape;1385;p64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86" name="Google Shape;1386;p64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87" name="Google Shape;1387;p64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88" name="Google Shape;1388;p64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89" name="Google Shape;1389;p64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390" name="Google Shape;1390;p64"/>
          <p:cNvCxnSpPr>
            <a:stCxn id="1383" idx="4"/>
            <a:endCxn id="1384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1" name="Google Shape;1391;p64"/>
          <p:cNvCxnSpPr>
            <a:stCxn id="1383" idx="4"/>
            <a:endCxn id="1385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2" name="Google Shape;1392;p64"/>
          <p:cNvCxnSpPr>
            <a:stCxn id="1383" idx="4"/>
            <a:endCxn id="1386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3" name="Google Shape;1393;p64"/>
          <p:cNvCxnSpPr>
            <a:stCxn id="1384" idx="4"/>
            <a:endCxn id="1387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4" name="Google Shape;1394;p64"/>
          <p:cNvCxnSpPr>
            <a:stCxn id="1384" idx="4"/>
            <a:endCxn id="1388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5" name="Google Shape;1395;p64"/>
          <p:cNvCxnSpPr>
            <a:stCxn id="1385" idx="4"/>
            <a:endCxn id="1389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96" name="Google Shape;1396;p64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97" name="Google Shape;1397;p64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398" name="Google Shape;1398;p64"/>
          <p:cNvCxnSpPr>
            <a:stCxn id="1386" idx="4"/>
            <a:endCxn id="1397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9" name="Google Shape;1399;p64"/>
          <p:cNvCxnSpPr>
            <a:stCxn id="1386" idx="4"/>
            <a:endCxn id="1396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00" name="Google Shape;1400;p64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64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1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2</a:t>
            </a:r>
            <a:r>
              <a:rPr lang="en-US"/>
              <a:t>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Pseudocode</a:t>
            </a:r>
            <a:endParaRPr/>
          </a:p>
        </p:txBody>
      </p:sp>
      <p:sp>
        <p:nvSpPr>
          <p:cNvPr id="1407" name="Google Shape;1407;p65"/>
          <p:cNvSpPr/>
          <p:nvPr/>
        </p:nvSpPr>
        <p:spPr>
          <a:xfrm>
            <a:off x="8895025" y="1694904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08" name="Google Shape;1408;p65"/>
          <p:cNvSpPr/>
          <p:nvPr/>
        </p:nvSpPr>
        <p:spPr>
          <a:xfrm>
            <a:off x="8073238" y="2850920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9" name="Google Shape;1409;p65"/>
          <p:cNvSpPr/>
          <p:nvPr/>
        </p:nvSpPr>
        <p:spPr>
          <a:xfrm>
            <a:off x="8904850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10" name="Google Shape;1410;p65"/>
          <p:cNvSpPr/>
          <p:nvPr/>
        </p:nvSpPr>
        <p:spPr>
          <a:xfrm>
            <a:off x="9736462" y="2846472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11" name="Google Shape;1411;p65"/>
          <p:cNvSpPr/>
          <p:nvPr/>
        </p:nvSpPr>
        <p:spPr>
          <a:xfrm>
            <a:off x="7047469" y="4140519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12" name="Google Shape;1412;p65"/>
          <p:cNvSpPr/>
          <p:nvPr/>
        </p:nvSpPr>
        <p:spPr>
          <a:xfrm>
            <a:off x="7883854" y="4096976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13" name="Google Shape;1413;p65"/>
          <p:cNvSpPr/>
          <p:nvPr/>
        </p:nvSpPr>
        <p:spPr>
          <a:xfrm>
            <a:off x="890540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1414" name="Google Shape;1414;p65"/>
          <p:cNvCxnSpPr>
            <a:stCxn id="1407" idx="4"/>
            <a:endCxn id="1408" idx="0"/>
          </p:cNvCxnSpPr>
          <p:nvPr/>
        </p:nvCxnSpPr>
        <p:spPr>
          <a:xfrm flipH="1">
            <a:off x="8396826" y="2364236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5" name="Google Shape;1415;p65"/>
          <p:cNvCxnSpPr>
            <a:stCxn id="1407" idx="4"/>
            <a:endCxn id="1409" idx="0"/>
          </p:cNvCxnSpPr>
          <p:nvPr/>
        </p:nvCxnSpPr>
        <p:spPr>
          <a:xfrm>
            <a:off x="9218526" y="2364236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6" name="Google Shape;1416;p65"/>
          <p:cNvCxnSpPr>
            <a:stCxn id="1407" idx="4"/>
            <a:endCxn id="1410" idx="0"/>
          </p:cNvCxnSpPr>
          <p:nvPr/>
        </p:nvCxnSpPr>
        <p:spPr>
          <a:xfrm>
            <a:off x="9218526" y="2364236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7" name="Google Shape;1417;p65"/>
          <p:cNvCxnSpPr>
            <a:stCxn id="1408" idx="4"/>
            <a:endCxn id="1411" idx="0"/>
          </p:cNvCxnSpPr>
          <p:nvPr/>
        </p:nvCxnSpPr>
        <p:spPr>
          <a:xfrm flipH="1">
            <a:off x="7371039" y="3520252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8" name="Google Shape;1418;p65"/>
          <p:cNvCxnSpPr>
            <a:stCxn id="1408" idx="4"/>
            <a:endCxn id="1412" idx="0"/>
          </p:cNvCxnSpPr>
          <p:nvPr/>
        </p:nvCxnSpPr>
        <p:spPr>
          <a:xfrm flipH="1">
            <a:off x="8207439" y="3520252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9" name="Google Shape;1419;p65"/>
          <p:cNvCxnSpPr>
            <a:stCxn id="1409" idx="4"/>
            <a:endCxn id="1413" idx="0"/>
          </p:cNvCxnSpPr>
          <p:nvPr/>
        </p:nvCxnSpPr>
        <p:spPr>
          <a:xfrm>
            <a:off x="9228351" y="3515804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0" name="Google Shape;1420;p65"/>
          <p:cNvSpPr/>
          <p:nvPr/>
        </p:nvSpPr>
        <p:spPr>
          <a:xfrm>
            <a:off x="9806103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21" name="Google Shape;1421;p65"/>
          <p:cNvSpPr/>
          <p:nvPr/>
        </p:nvSpPr>
        <p:spPr>
          <a:xfrm>
            <a:off x="10706798" y="4096976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1422" name="Google Shape;1422;p65"/>
          <p:cNvCxnSpPr>
            <a:stCxn id="1410" idx="4"/>
            <a:endCxn id="1421" idx="0"/>
          </p:cNvCxnSpPr>
          <p:nvPr/>
        </p:nvCxnSpPr>
        <p:spPr>
          <a:xfrm>
            <a:off x="10059963" y="3515804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3" name="Google Shape;1423;p65"/>
          <p:cNvCxnSpPr>
            <a:stCxn id="1410" idx="4"/>
            <a:endCxn id="1420" idx="0"/>
          </p:cNvCxnSpPr>
          <p:nvPr/>
        </p:nvCxnSpPr>
        <p:spPr>
          <a:xfrm>
            <a:off x="10059963" y="3515804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4" name="Google Shape;1424;p65"/>
          <p:cNvSpPr/>
          <p:nvPr/>
        </p:nvSpPr>
        <p:spPr>
          <a:xfrm>
            <a:off x="7144184" y="2846472"/>
            <a:ext cx="526482" cy="5613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65"/>
          <p:cNvSpPr txBox="1"/>
          <p:nvPr>
            <p:ph idx="1" type="body"/>
          </p:nvPr>
        </p:nvSpPr>
        <p:spPr>
          <a:xfrm>
            <a:off x="838200" y="1825625"/>
            <a:ext cx="5700600" cy="443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dfs_visit(</a:t>
            </a:r>
            <a:r>
              <a:rPr b="1" lang="en-US">
                <a:solidFill>
                  <a:srgbClr val="FF0000"/>
                </a:solidFill>
              </a:rPr>
              <a:t>1</a:t>
            </a:r>
            <a:r>
              <a:rPr lang="en-US"/>
              <a:t>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color of the node = grey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for all the child of node: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if color the </a:t>
            </a:r>
            <a:r>
              <a:rPr b="1" lang="en-US">
                <a:solidFill>
                  <a:srgbClr val="FF0000"/>
                </a:solidFill>
              </a:rPr>
              <a:t>3</a:t>
            </a:r>
            <a:r>
              <a:rPr lang="en-US"/>
              <a:t> == white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dfs_visit(</a:t>
            </a:r>
            <a:r>
              <a:rPr b="1" lang="en-US">
                <a:solidFill>
                  <a:srgbClr val="FF0000"/>
                </a:solidFill>
              </a:rPr>
              <a:t>3</a:t>
            </a:r>
            <a:r>
              <a:rPr lang="en-US"/>
              <a:t>)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vector v[no_of_nodes]</a:t>
            </a:r>
            <a:endParaRPr/>
          </a:p>
        </p:txBody>
      </p:sp>
      <p:sp>
        <p:nvSpPr>
          <p:cNvPr id="1431" name="Google Shape;1431;p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storing the nodes and their neighbor nodes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V[0] -&gt;    2           3           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V[1] -&gt;    5           6</a:t>
            </a:r>
            <a:endParaRPr/>
          </a:p>
        </p:txBody>
      </p:sp>
      <p:sp>
        <p:nvSpPr>
          <p:cNvPr id="1432" name="Google Shape;1432;p66"/>
          <p:cNvSpPr/>
          <p:nvPr/>
        </p:nvSpPr>
        <p:spPr>
          <a:xfrm>
            <a:off x="2015923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33" name="Google Shape;1433;p66"/>
          <p:cNvSpPr/>
          <p:nvPr/>
        </p:nvSpPr>
        <p:spPr>
          <a:xfrm>
            <a:off x="3066952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34" name="Google Shape;1434;p66"/>
          <p:cNvSpPr/>
          <p:nvPr/>
        </p:nvSpPr>
        <p:spPr>
          <a:xfrm>
            <a:off x="4199012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35" name="Google Shape;1435;p66"/>
          <p:cNvSpPr/>
          <p:nvPr/>
        </p:nvSpPr>
        <p:spPr>
          <a:xfrm>
            <a:off x="2035378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36" name="Google Shape;1436;p66"/>
          <p:cNvSpPr/>
          <p:nvPr/>
        </p:nvSpPr>
        <p:spPr>
          <a:xfrm>
            <a:off x="3066952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37" name="Google Shape;1437;p66"/>
          <p:cNvSpPr/>
          <p:nvPr/>
        </p:nvSpPr>
        <p:spPr>
          <a:xfrm>
            <a:off x="8604739" y="2638333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38" name="Google Shape;1438;p66"/>
          <p:cNvSpPr/>
          <p:nvPr/>
        </p:nvSpPr>
        <p:spPr>
          <a:xfrm>
            <a:off x="7782952" y="379434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39" name="Google Shape;1439;p66"/>
          <p:cNvSpPr/>
          <p:nvPr/>
        </p:nvSpPr>
        <p:spPr>
          <a:xfrm>
            <a:off x="8614564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40" name="Google Shape;1440;p66"/>
          <p:cNvSpPr/>
          <p:nvPr/>
        </p:nvSpPr>
        <p:spPr>
          <a:xfrm>
            <a:off x="9446176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41" name="Google Shape;1441;p66"/>
          <p:cNvSpPr/>
          <p:nvPr/>
        </p:nvSpPr>
        <p:spPr>
          <a:xfrm>
            <a:off x="6757183" y="5083948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42" name="Google Shape;1442;p66"/>
          <p:cNvSpPr/>
          <p:nvPr/>
        </p:nvSpPr>
        <p:spPr>
          <a:xfrm>
            <a:off x="7593568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43" name="Google Shape;1443;p66"/>
          <p:cNvSpPr/>
          <p:nvPr/>
        </p:nvSpPr>
        <p:spPr>
          <a:xfrm>
            <a:off x="861512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444" name="Google Shape;1444;p66"/>
          <p:cNvCxnSpPr>
            <a:stCxn id="1437" idx="4"/>
            <a:endCxn id="1438" idx="0"/>
          </p:cNvCxnSpPr>
          <p:nvPr/>
        </p:nvCxnSpPr>
        <p:spPr>
          <a:xfrm flipH="1">
            <a:off x="8106540" y="3307665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5" name="Google Shape;1445;p66"/>
          <p:cNvCxnSpPr>
            <a:stCxn id="1437" idx="4"/>
            <a:endCxn id="1439" idx="0"/>
          </p:cNvCxnSpPr>
          <p:nvPr/>
        </p:nvCxnSpPr>
        <p:spPr>
          <a:xfrm>
            <a:off x="8928240" y="3307665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6" name="Google Shape;1446;p66"/>
          <p:cNvCxnSpPr>
            <a:stCxn id="1437" idx="4"/>
            <a:endCxn id="1440" idx="0"/>
          </p:cNvCxnSpPr>
          <p:nvPr/>
        </p:nvCxnSpPr>
        <p:spPr>
          <a:xfrm>
            <a:off x="8928240" y="3307665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7" name="Google Shape;1447;p66"/>
          <p:cNvCxnSpPr>
            <a:stCxn id="1438" idx="4"/>
            <a:endCxn id="1441" idx="0"/>
          </p:cNvCxnSpPr>
          <p:nvPr/>
        </p:nvCxnSpPr>
        <p:spPr>
          <a:xfrm flipH="1">
            <a:off x="7080753" y="4463681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8" name="Google Shape;1448;p66"/>
          <p:cNvCxnSpPr>
            <a:stCxn id="1438" idx="4"/>
            <a:endCxn id="1442" idx="0"/>
          </p:cNvCxnSpPr>
          <p:nvPr/>
        </p:nvCxnSpPr>
        <p:spPr>
          <a:xfrm flipH="1">
            <a:off x="7917153" y="4463681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9" name="Google Shape;1449;p66"/>
          <p:cNvCxnSpPr>
            <a:stCxn id="1439" idx="4"/>
            <a:endCxn id="1443" idx="0"/>
          </p:cNvCxnSpPr>
          <p:nvPr/>
        </p:nvCxnSpPr>
        <p:spPr>
          <a:xfrm>
            <a:off x="8938065" y="4459233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0" name="Google Shape;1450;p66"/>
          <p:cNvSpPr/>
          <p:nvPr/>
        </p:nvSpPr>
        <p:spPr>
          <a:xfrm>
            <a:off x="9515817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51" name="Google Shape;1451;p66"/>
          <p:cNvSpPr/>
          <p:nvPr/>
        </p:nvSpPr>
        <p:spPr>
          <a:xfrm>
            <a:off x="1041651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cxnSp>
        <p:nvCxnSpPr>
          <p:cNvPr id="1452" name="Google Shape;1452;p66"/>
          <p:cNvCxnSpPr>
            <a:stCxn id="1440" idx="4"/>
            <a:endCxn id="1451" idx="0"/>
          </p:cNvCxnSpPr>
          <p:nvPr/>
        </p:nvCxnSpPr>
        <p:spPr>
          <a:xfrm>
            <a:off x="9769677" y="4459233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3" name="Google Shape;1453;p66"/>
          <p:cNvCxnSpPr>
            <a:stCxn id="1440" idx="4"/>
            <a:endCxn id="1450" idx="0"/>
          </p:cNvCxnSpPr>
          <p:nvPr/>
        </p:nvCxnSpPr>
        <p:spPr>
          <a:xfrm>
            <a:off x="9769677" y="4459233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vector v[no_of_nodes]</a:t>
            </a:r>
            <a:endParaRPr/>
          </a:p>
        </p:txBody>
      </p:sp>
      <p:sp>
        <p:nvSpPr>
          <p:cNvPr id="1459" name="Google Shape;1459;p6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storing the nodes and their neighbor nodes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0           1           2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V[0] -&gt;    2           3           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V[1] -&gt;    5          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60" name="Google Shape;1460;p67"/>
          <p:cNvSpPr/>
          <p:nvPr/>
        </p:nvSpPr>
        <p:spPr>
          <a:xfrm>
            <a:off x="8604739" y="2638333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61" name="Google Shape;1461;p67"/>
          <p:cNvSpPr/>
          <p:nvPr/>
        </p:nvSpPr>
        <p:spPr>
          <a:xfrm>
            <a:off x="7782952" y="379434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62" name="Google Shape;1462;p67"/>
          <p:cNvSpPr/>
          <p:nvPr/>
        </p:nvSpPr>
        <p:spPr>
          <a:xfrm>
            <a:off x="8614564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63" name="Google Shape;1463;p67"/>
          <p:cNvSpPr/>
          <p:nvPr/>
        </p:nvSpPr>
        <p:spPr>
          <a:xfrm>
            <a:off x="9446176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64" name="Google Shape;1464;p67"/>
          <p:cNvSpPr/>
          <p:nvPr/>
        </p:nvSpPr>
        <p:spPr>
          <a:xfrm>
            <a:off x="6757183" y="5083948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65" name="Google Shape;1465;p67"/>
          <p:cNvSpPr/>
          <p:nvPr/>
        </p:nvSpPr>
        <p:spPr>
          <a:xfrm>
            <a:off x="7593568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66" name="Google Shape;1466;p67"/>
          <p:cNvSpPr/>
          <p:nvPr/>
        </p:nvSpPr>
        <p:spPr>
          <a:xfrm>
            <a:off x="861512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467" name="Google Shape;1467;p67"/>
          <p:cNvCxnSpPr>
            <a:stCxn id="1460" idx="4"/>
            <a:endCxn id="1461" idx="0"/>
          </p:cNvCxnSpPr>
          <p:nvPr/>
        </p:nvCxnSpPr>
        <p:spPr>
          <a:xfrm flipH="1">
            <a:off x="8106540" y="3307665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8" name="Google Shape;1468;p67"/>
          <p:cNvCxnSpPr>
            <a:stCxn id="1460" idx="4"/>
            <a:endCxn id="1462" idx="0"/>
          </p:cNvCxnSpPr>
          <p:nvPr/>
        </p:nvCxnSpPr>
        <p:spPr>
          <a:xfrm>
            <a:off x="8928240" y="3307665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9" name="Google Shape;1469;p67"/>
          <p:cNvCxnSpPr>
            <a:stCxn id="1460" idx="4"/>
            <a:endCxn id="1463" idx="0"/>
          </p:cNvCxnSpPr>
          <p:nvPr/>
        </p:nvCxnSpPr>
        <p:spPr>
          <a:xfrm>
            <a:off x="8928240" y="3307665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0" name="Google Shape;1470;p67"/>
          <p:cNvCxnSpPr>
            <a:stCxn id="1461" idx="4"/>
            <a:endCxn id="1464" idx="0"/>
          </p:cNvCxnSpPr>
          <p:nvPr/>
        </p:nvCxnSpPr>
        <p:spPr>
          <a:xfrm flipH="1">
            <a:off x="7080753" y="4463681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1" name="Google Shape;1471;p67"/>
          <p:cNvCxnSpPr>
            <a:stCxn id="1461" idx="4"/>
            <a:endCxn id="1465" idx="0"/>
          </p:cNvCxnSpPr>
          <p:nvPr/>
        </p:nvCxnSpPr>
        <p:spPr>
          <a:xfrm flipH="1">
            <a:off x="7917153" y="4463681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2" name="Google Shape;1472;p67"/>
          <p:cNvCxnSpPr>
            <a:stCxn id="1462" idx="4"/>
            <a:endCxn id="1466" idx="0"/>
          </p:cNvCxnSpPr>
          <p:nvPr/>
        </p:nvCxnSpPr>
        <p:spPr>
          <a:xfrm>
            <a:off x="8938065" y="4459233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3" name="Google Shape;1473;p67"/>
          <p:cNvSpPr/>
          <p:nvPr/>
        </p:nvSpPr>
        <p:spPr>
          <a:xfrm>
            <a:off x="9515817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74" name="Google Shape;1474;p67"/>
          <p:cNvSpPr/>
          <p:nvPr/>
        </p:nvSpPr>
        <p:spPr>
          <a:xfrm>
            <a:off x="1041651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cxnSp>
        <p:nvCxnSpPr>
          <p:cNvPr id="1475" name="Google Shape;1475;p67"/>
          <p:cNvCxnSpPr>
            <a:stCxn id="1463" idx="4"/>
            <a:endCxn id="1474" idx="0"/>
          </p:cNvCxnSpPr>
          <p:nvPr/>
        </p:nvCxnSpPr>
        <p:spPr>
          <a:xfrm>
            <a:off x="9769677" y="4459233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6" name="Google Shape;1476;p67"/>
          <p:cNvCxnSpPr>
            <a:stCxn id="1463" idx="4"/>
            <a:endCxn id="1473" idx="0"/>
          </p:cNvCxnSpPr>
          <p:nvPr/>
        </p:nvCxnSpPr>
        <p:spPr>
          <a:xfrm>
            <a:off x="9769677" y="4459233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7" name="Google Shape;1477;p67"/>
          <p:cNvSpPr/>
          <p:nvPr/>
        </p:nvSpPr>
        <p:spPr>
          <a:xfrm>
            <a:off x="2015923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78" name="Google Shape;1478;p67"/>
          <p:cNvSpPr/>
          <p:nvPr/>
        </p:nvSpPr>
        <p:spPr>
          <a:xfrm>
            <a:off x="3066952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79" name="Google Shape;1479;p67"/>
          <p:cNvSpPr/>
          <p:nvPr/>
        </p:nvSpPr>
        <p:spPr>
          <a:xfrm>
            <a:off x="4199012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80" name="Google Shape;1480;p67"/>
          <p:cNvSpPr/>
          <p:nvPr/>
        </p:nvSpPr>
        <p:spPr>
          <a:xfrm>
            <a:off x="2035378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81" name="Google Shape;1481;p67"/>
          <p:cNvSpPr/>
          <p:nvPr/>
        </p:nvSpPr>
        <p:spPr>
          <a:xfrm>
            <a:off x="3066952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vector v[no_of_nodes]</a:t>
            </a:r>
            <a:endParaRPr/>
          </a:p>
        </p:txBody>
      </p:sp>
      <p:sp>
        <p:nvSpPr>
          <p:cNvPr id="1487" name="Google Shape;1487;p6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storing the nodes and their neighbor nodes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0           1           2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V[0] -&gt;    2           3           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V[1] -&gt;    5          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/>
              <a:t>V[i].push_back(number)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88" name="Google Shape;1488;p68"/>
          <p:cNvSpPr/>
          <p:nvPr/>
        </p:nvSpPr>
        <p:spPr>
          <a:xfrm>
            <a:off x="8604739" y="2638333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89" name="Google Shape;1489;p68"/>
          <p:cNvSpPr/>
          <p:nvPr/>
        </p:nvSpPr>
        <p:spPr>
          <a:xfrm>
            <a:off x="7782952" y="379434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90" name="Google Shape;1490;p68"/>
          <p:cNvSpPr/>
          <p:nvPr/>
        </p:nvSpPr>
        <p:spPr>
          <a:xfrm>
            <a:off x="8614564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91" name="Google Shape;1491;p68"/>
          <p:cNvSpPr/>
          <p:nvPr/>
        </p:nvSpPr>
        <p:spPr>
          <a:xfrm>
            <a:off x="9446176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92" name="Google Shape;1492;p68"/>
          <p:cNvSpPr/>
          <p:nvPr/>
        </p:nvSpPr>
        <p:spPr>
          <a:xfrm>
            <a:off x="6757183" y="5083948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93" name="Google Shape;1493;p68"/>
          <p:cNvSpPr/>
          <p:nvPr/>
        </p:nvSpPr>
        <p:spPr>
          <a:xfrm>
            <a:off x="7593568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94" name="Google Shape;1494;p68"/>
          <p:cNvSpPr/>
          <p:nvPr/>
        </p:nvSpPr>
        <p:spPr>
          <a:xfrm>
            <a:off x="861512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495" name="Google Shape;1495;p68"/>
          <p:cNvCxnSpPr>
            <a:stCxn id="1488" idx="4"/>
            <a:endCxn id="1489" idx="0"/>
          </p:cNvCxnSpPr>
          <p:nvPr/>
        </p:nvCxnSpPr>
        <p:spPr>
          <a:xfrm flipH="1">
            <a:off x="8106540" y="3307665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6" name="Google Shape;1496;p68"/>
          <p:cNvCxnSpPr>
            <a:stCxn id="1488" idx="4"/>
            <a:endCxn id="1490" idx="0"/>
          </p:cNvCxnSpPr>
          <p:nvPr/>
        </p:nvCxnSpPr>
        <p:spPr>
          <a:xfrm>
            <a:off x="8928240" y="3307665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7" name="Google Shape;1497;p68"/>
          <p:cNvCxnSpPr>
            <a:stCxn id="1488" idx="4"/>
            <a:endCxn id="1491" idx="0"/>
          </p:cNvCxnSpPr>
          <p:nvPr/>
        </p:nvCxnSpPr>
        <p:spPr>
          <a:xfrm>
            <a:off x="8928240" y="3307665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8" name="Google Shape;1498;p68"/>
          <p:cNvCxnSpPr>
            <a:stCxn id="1489" idx="4"/>
            <a:endCxn id="1492" idx="0"/>
          </p:cNvCxnSpPr>
          <p:nvPr/>
        </p:nvCxnSpPr>
        <p:spPr>
          <a:xfrm flipH="1">
            <a:off x="7080753" y="4463681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9" name="Google Shape;1499;p68"/>
          <p:cNvCxnSpPr>
            <a:stCxn id="1489" idx="4"/>
            <a:endCxn id="1493" idx="0"/>
          </p:cNvCxnSpPr>
          <p:nvPr/>
        </p:nvCxnSpPr>
        <p:spPr>
          <a:xfrm flipH="1">
            <a:off x="7917153" y="4463681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0" name="Google Shape;1500;p68"/>
          <p:cNvCxnSpPr>
            <a:stCxn id="1490" idx="4"/>
            <a:endCxn id="1494" idx="0"/>
          </p:cNvCxnSpPr>
          <p:nvPr/>
        </p:nvCxnSpPr>
        <p:spPr>
          <a:xfrm>
            <a:off x="8938065" y="4459233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1" name="Google Shape;1501;p68"/>
          <p:cNvSpPr/>
          <p:nvPr/>
        </p:nvSpPr>
        <p:spPr>
          <a:xfrm>
            <a:off x="9515817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02" name="Google Shape;1502;p68"/>
          <p:cNvSpPr/>
          <p:nvPr/>
        </p:nvSpPr>
        <p:spPr>
          <a:xfrm>
            <a:off x="1041651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cxnSp>
        <p:nvCxnSpPr>
          <p:cNvPr id="1503" name="Google Shape;1503;p68"/>
          <p:cNvCxnSpPr>
            <a:stCxn id="1491" idx="4"/>
            <a:endCxn id="1502" idx="0"/>
          </p:cNvCxnSpPr>
          <p:nvPr/>
        </p:nvCxnSpPr>
        <p:spPr>
          <a:xfrm>
            <a:off x="9769677" y="4459233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4" name="Google Shape;1504;p68"/>
          <p:cNvCxnSpPr>
            <a:stCxn id="1491" idx="4"/>
            <a:endCxn id="1501" idx="0"/>
          </p:cNvCxnSpPr>
          <p:nvPr/>
        </p:nvCxnSpPr>
        <p:spPr>
          <a:xfrm>
            <a:off x="9769677" y="4459233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5" name="Google Shape;1505;p68"/>
          <p:cNvSpPr/>
          <p:nvPr/>
        </p:nvSpPr>
        <p:spPr>
          <a:xfrm>
            <a:off x="2015923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06" name="Google Shape;1506;p68"/>
          <p:cNvSpPr/>
          <p:nvPr/>
        </p:nvSpPr>
        <p:spPr>
          <a:xfrm>
            <a:off x="3066952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07" name="Google Shape;1507;p68"/>
          <p:cNvSpPr/>
          <p:nvPr/>
        </p:nvSpPr>
        <p:spPr>
          <a:xfrm>
            <a:off x="4199012" y="2815771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08" name="Google Shape;1508;p68"/>
          <p:cNvSpPr/>
          <p:nvPr/>
        </p:nvSpPr>
        <p:spPr>
          <a:xfrm>
            <a:off x="2035378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09" name="Google Shape;1509;p68"/>
          <p:cNvSpPr/>
          <p:nvPr/>
        </p:nvSpPr>
        <p:spPr>
          <a:xfrm>
            <a:off x="3066952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int color[no_of_nodes]</a:t>
            </a:r>
            <a:endParaRPr/>
          </a:p>
        </p:txBody>
      </p:sp>
      <p:sp>
        <p:nvSpPr>
          <p:cNvPr id="1515" name="Google Shape;1515;p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storing the color of all nodes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0        1        2       3        4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White = 0</a:t>
            </a:r>
            <a:endParaRPr/>
          </a:p>
        </p:txBody>
      </p:sp>
      <p:sp>
        <p:nvSpPr>
          <p:cNvPr id="1516" name="Google Shape;1516;p69"/>
          <p:cNvSpPr/>
          <p:nvPr/>
        </p:nvSpPr>
        <p:spPr>
          <a:xfrm>
            <a:off x="1196090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17" name="Google Shape;1517;p69"/>
          <p:cNvSpPr/>
          <p:nvPr/>
        </p:nvSpPr>
        <p:spPr>
          <a:xfrm>
            <a:off x="3672479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18" name="Google Shape;1518;p69"/>
          <p:cNvSpPr/>
          <p:nvPr/>
        </p:nvSpPr>
        <p:spPr>
          <a:xfrm>
            <a:off x="4489521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19" name="Google Shape;1519;p69"/>
          <p:cNvSpPr/>
          <p:nvPr/>
        </p:nvSpPr>
        <p:spPr>
          <a:xfrm>
            <a:off x="2035378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20" name="Google Shape;1520;p69"/>
          <p:cNvSpPr/>
          <p:nvPr/>
        </p:nvSpPr>
        <p:spPr>
          <a:xfrm>
            <a:off x="2874666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21" name="Google Shape;1521;p69"/>
          <p:cNvSpPr/>
          <p:nvPr/>
        </p:nvSpPr>
        <p:spPr>
          <a:xfrm>
            <a:off x="8604739" y="2638333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22" name="Google Shape;1522;p69"/>
          <p:cNvSpPr/>
          <p:nvPr/>
        </p:nvSpPr>
        <p:spPr>
          <a:xfrm>
            <a:off x="7782952" y="379434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23" name="Google Shape;1523;p69"/>
          <p:cNvSpPr/>
          <p:nvPr/>
        </p:nvSpPr>
        <p:spPr>
          <a:xfrm>
            <a:off x="8614564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24" name="Google Shape;1524;p69"/>
          <p:cNvSpPr/>
          <p:nvPr/>
        </p:nvSpPr>
        <p:spPr>
          <a:xfrm>
            <a:off x="9446176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25" name="Google Shape;1525;p69"/>
          <p:cNvSpPr/>
          <p:nvPr/>
        </p:nvSpPr>
        <p:spPr>
          <a:xfrm>
            <a:off x="6757183" y="5083948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26" name="Google Shape;1526;p69"/>
          <p:cNvSpPr/>
          <p:nvPr/>
        </p:nvSpPr>
        <p:spPr>
          <a:xfrm>
            <a:off x="7593568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27" name="Google Shape;1527;p69"/>
          <p:cNvSpPr/>
          <p:nvPr/>
        </p:nvSpPr>
        <p:spPr>
          <a:xfrm>
            <a:off x="861512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528" name="Google Shape;1528;p69"/>
          <p:cNvCxnSpPr>
            <a:stCxn id="1521" idx="4"/>
            <a:endCxn id="1522" idx="0"/>
          </p:cNvCxnSpPr>
          <p:nvPr/>
        </p:nvCxnSpPr>
        <p:spPr>
          <a:xfrm flipH="1">
            <a:off x="8106540" y="3307665"/>
            <a:ext cx="8217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9" name="Google Shape;1529;p69"/>
          <p:cNvCxnSpPr>
            <a:stCxn id="1521" idx="4"/>
            <a:endCxn id="1523" idx="0"/>
          </p:cNvCxnSpPr>
          <p:nvPr/>
        </p:nvCxnSpPr>
        <p:spPr>
          <a:xfrm>
            <a:off x="8928240" y="3307665"/>
            <a:ext cx="99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0" name="Google Shape;1530;p69"/>
          <p:cNvCxnSpPr>
            <a:stCxn id="1521" idx="4"/>
            <a:endCxn id="1524" idx="0"/>
          </p:cNvCxnSpPr>
          <p:nvPr/>
        </p:nvCxnSpPr>
        <p:spPr>
          <a:xfrm>
            <a:off x="8928240" y="3307665"/>
            <a:ext cx="841500" cy="4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1" name="Google Shape;1531;p69"/>
          <p:cNvCxnSpPr>
            <a:stCxn id="1522" idx="4"/>
            <a:endCxn id="1525" idx="0"/>
          </p:cNvCxnSpPr>
          <p:nvPr/>
        </p:nvCxnSpPr>
        <p:spPr>
          <a:xfrm flipH="1">
            <a:off x="7080753" y="4463681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2" name="Google Shape;1532;p69"/>
          <p:cNvCxnSpPr>
            <a:stCxn id="1522" idx="4"/>
            <a:endCxn id="1526" idx="0"/>
          </p:cNvCxnSpPr>
          <p:nvPr/>
        </p:nvCxnSpPr>
        <p:spPr>
          <a:xfrm flipH="1">
            <a:off x="7917153" y="4463681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3" name="Google Shape;1533;p69"/>
          <p:cNvCxnSpPr>
            <a:stCxn id="1523" idx="4"/>
            <a:endCxn id="1527" idx="0"/>
          </p:cNvCxnSpPr>
          <p:nvPr/>
        </p:nvCxnSpPr>
        <p:spPr>
          <a:xfrm>
            <a:off x="8938065" y="4459233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34" name="Google Shape;1534;p69"/>
          <p:cNvSpPr/>
          <p:nvPr/>
        </p:nvSpPr>
        <p:spPr>
          <a:xfrm>
            <a:off x="9515817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35" name="Google Shape;1535;p69"/>
          <p:cNvSpPr/>
          <p:nvPr/>
        </p:nvSpPr>
        <p:spPr>
          <a:xfrm>
            <a:off x="1041651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cxnSp>
        <p:nvCxnSpPr>
          <p:cNvPr id="1536" name="Google Shape;1536;p69"/>
          <p:cNvCxnSpPr>
            <a:stCxn id="1524" idx="4"/>
            <a:endCxn id="1535" idx="0"/>
          </p:cNvCxnSpPr>
          <p:nvPr/>
        </p:nvCxnSpPr>
        <p:spPr>
          <a:xfrm>
            <a:off x="9769677" y="4459233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7" name="Google Shape;1537;p69"/>
          <p:cNvCxnSpPr>
            <a:stCxn id="1524" idx="4"/>
            <a:endCxn id="1534" idx="0"/>
          </p:cNvCxnSpPr>
          <p:nvPr/>
        </p:nvCxnSpPr>
        <p:spPr>
          <a:xfrm>
            <a:off x="9769677" y="4459233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int color[no_of_nodes]</a:t>
            </a:r>
            <a:endParaRPr/>
          </a:p>
        </p:txBody>
      </p:sp>
      <p:sp>
        <p:nvSpPr>
          <p:cNvPr id="1543" name="Google Shape;1543;p7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storing the color of all nodes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0        1        2       3        4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White =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Grey = 1</a:t>
            </a:r>
            <a:endParaRPr/>
          </a:p>
        </p:txBody>
      </p:sp>
      <p:sp>
        <p:nvSpPr>
          <p:cNvPr id="1544" name="Google Shape;1544;p70"/>
          <p:cNvSpPr/>
          <p:nvPr/>
        </p:nvSpPr>
        <p:spPr>
          <a:xfrm>
            <a:off x="1196090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45" name="Google Shape;1545;p70"/>
          <p:cNvSpPr/>
          <p:nvPr/>
        </p:nvSpPr>
        <p:spPr>
          <a:xfrm>
            <a:off x="3672479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46" name="Google Shape;1546;p70"/>
          <p:cNvSpPr/>
          <p:nvPr/>
        </p:nvSpPr>
        <p:spPr>
          <a:xfrm>
            <a:off x="4489521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47" name="Google Shape;1547;p70"/>
          <p:cNvSpPr/>
          <p:nvPr/>
        </p:nvSpPr>
        <p:spPr>
          <a:xfrm>
            <a:off x="2035378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48" name="Google Shape;1548;p70"/>
          <p:cNvSpPr/>
          <p:nvPr/>
        </p:nvSpPr>
        <p:spPr>
          <a:xfrm>
            <a:off x="2874666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49" name="Google Shape;1549;p70"/>
          <p:cNvSpPr/>
          <p:nvPr/>
        </p:nvSpPr>
        <p:spPr>
          <a:xfrm>
            <a:off x="8614564" y="2733433"/>
            <a:ext cx="647002" cy="669332"/>
          </a:xfrm>
          <a:prstGeom prst="ellipse">
            <a:avLst/>
          </a:prstGeom>
          <a:solidFill>
            <a:srgbClr val="BFBFBF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50" name="Google Shape;1550;p70"/>
          <p:cNvSpPr/>
          <p:nvPr/>
        </p:nvSpPr>
        <p:spPr>
          <a:xfrm>
            <a:off x="7782952" y="379434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51" name="Google Shape;1551;p70"/>
          <p:cNvSpPr/>
          <p:nvPr/>
        </p:nvSpPr>
        <p:spPr>
          <a:xfrm>
            <a:off x="8614564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52" name="Google Shape;1552;p70"/>
          <p:cNvSpPr/>
          <p:nvPr/>
        </p:nvSpPr>
        <p:spPr>
          <a:xfrm>
            <a:off x="9446176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53" name="Google Shape;1553;p70"/>
          <p:cNvSpPr/>
          <p:nvPr/>
        </p:nvSpPr>
        <p:spPr>
          <a:xfrm>
            <a:off x="6757183" y="5083948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54" name="Google Shape;1554;p70"/>
          <p:cNvSpPr/>
          <p:nvPr/>
        </p:nvSpPr>
        <p:spPr>
          <a:xfrm>
            <a:off x="7593568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55" name="Google Shape;1555;p70"/>
          <p:cNvSpPr/>
          <p:nvPr/>
        </p:nvSpPr>
        <p:spPr>
          <a:xfrm>
            <a:off x="861512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556" name="Google Shape;1556;p70"/>
          <p:cNvCxnSpPr>
            <a:stCxn id="1549" idx="4"/>
            <a:endCxn id="1550" idx="0"/>
          </p:cNvCxnSpPr>
          <p:nvPr/>
        </p:nvCxnSpPr>
        <p:spPr>
          <a:xfrm flipH="1">
            <a:off x="8106465" y="3402765"/>
            <a:ext cx="831600" cy="39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7" name="Google Shape;1557;p70"/>
          <p:cNvCxnSpPr>
            <a:stCxn id="1549" idx="4"/>
            <a:endCxn id="1551" idx="0"/>
          </p:cNvCxnSpPr>
          <p:nvPr/>
        </p:nvCxnSpPr>
        <p:spPr>
          <a:xfrm>
            <a:off x="8938065" y="3402765"/>
            <a:ext cx="0" cy="387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8" name="Google Shape;1558;p70"/>
          <p:cNvCxnSpPr>
            <a:stCxn id="1549" idx="4"/>
            <a:endCxn id="1552" idx="0"/>
          </p:cNvCxnSpPr>
          <p:nvPr/>
        </p:nvCxnSpPr>
        <p:spPr>
          <a:xfrm>
            <a:off x="8938065" y="3402765"/>
            <a:ext cx="831600" cy="387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9" name="Google Shape;1559;p70"/>
          <p:cNvCxnSpPr>
            <a:stCxn id="1550" idx="4"/>
            <a:endCxn id="1553" idx="0"/>
          </p:cNvCxnSpPr>
          <p:nvPr/>
        </p:nvCxnSpPr>
        <p:spPr>
          <a:xfrm flipH="1">
            <a:off x="7080753" y="4463681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0" name="Google Shape;1560;p70"/>
          <p:cNvCxnSpPr>
            <a:stCxn id="1550" idx="4"/>
            <a:endCxn id="1554" idx="0"/>
          </p:cNvCxnSpPr>
          <p:nvPr/>
        </p:nvCxnSpPr>
        <p:spPr>
          <a:xfrm flipH="1">
            <a:off x="7917153" y="4463681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1" name="Google Shape;1561;p70"/>
          <p:cNvCxnSpPr>
            <a:stCxn id="1551" idx="4"/>
            <a:endCxn id="1555" idx="0"/>
          </p:cNvCxnSpPr>
          <p:nvPr/>
        </p:nvCxnSpPr>
        <p:spPr>
          <a:xfrm>
            <a:off x="8938065" y="4459233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2" name="Google Shape;1562;p70"/>
          <p:cNvSpPr/>
          <p:nvPr/>
        </p:nvSpPr>
        <p:spPr>
          <a:xfrm>
            <a:off x="9515817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63" name="Google Shape;1563;p70"/>
          <p:cNvSpPr/>
          <p:nvPr/>
        </p:nvSpPr>
        <p:spPr>
          <a:xfrm>
            <a:off x="1041651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cxnSp>
        <p:nvCxnSpPr>
          <p:cNvPr id="1564" name="Google Shape;1564;p70"/>
          <p:cNvCxnSpPr>
            <a:stCxn id="1552" idx="4"/>
            <a:endCxn id="1563" idx="0"/>
          </p:cNvCxnSpPr>
          <p:nvPr/>
        </p:nvCxnSpPr>
        <p:spPr>
          <a:xfrm>
            <a:off x="9769677" y="4459233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5" name="Google Shape;1565;p70"/>
          <p:cNvCxnSpPr>
            <a:stCxn id="1552" idx="4"/>
            <a:endCxn id="1562" idx="0"/>
          </p:cNvCxnSpPr>
          <p:nvPr/>
        </p:nvCxnSpPr>
        <p:spPr>
          <a:xfrm>
            <a:off x="9769677" y="4459233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int color[no_of_nodes]</a:t>
            </a:r>
            <a:endParaRPr/>
          </a:p>
        </p:txBody>
      </p:sp>
      <p:sp>
        <p:nvSpPr>
          <p:cNvPr id="1571" name="Google Shape;1571;p7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storing the color of all nodes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0        1        2       3        4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White =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Grey =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Black = 2</a:t>
            </a:r>
            <a:endParaRPr/>
          </a:p>
        </p:txBody>
      </p:sp>
      <p:sp>
        <p:nvSpPr>
          <p:cNvPr id="1572" name="Google Shape;1572;p71"/>
          <p:cNvSpPr/>
          <p:nvPr/>
        </p:nvSpPr>
        <p:spPr>
          <a:xfrm>
            <a:off x="1196090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73" name="Google Shape;1573;p71"/>
          <p:cNvSpPr/>
          <p:nvPr/>
        </p:nvSpPr>
        <p:spPr>
          <a:xfrm>
            <a:off x="3672479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74" name="Google Shape;1574;p71"/>
          <p:cNvSpPr/>
          <p:nvPr/>
        </p:nvSpPr>
        <p:spPr>
          <a:xfrm>
            <a:off x="4489521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75" name="Google Shape;1575;p71"/>
          <p:cNvSpPr/>
          <p:nvPr/>
        </p:nvSpPr>
        <p:spPr>
          <a:xfrm>
            <a:off x="2035378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76" name="Google Shape;1576;p71"/>
          <p:cNvSpPr/>
          <p:nvPr/>
        </p:nvSpPr>
        <p:spPr>
          <a:xfrm>
            <a:off x="2874666" y="3411992"/>
            <a:ext cx="647002" cy="4866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77" name="Google Shape;1577;p71"/>
          <p:cNvSpPr/>
          <p:nvPr/>
        </p:nvSpPr>
        <p:spPr>
          <a:xfrm>
            <a:off x="8614564" y="2733433"/>
            <a:ext cx="647002" cy="669332"/>
          </a:xfrm>
          <a:prstGeom prst="ellipse">
            <a:avLst/>
          </a:prstGeom>
          <a:solidFill>
            <a:schemeClr val="dk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78" name="Google Shape;1578;p71"/>
          <p:cNvSpPr/>
          <p:nvPr/>
        </p:nvSpPr>
        <p:spPr>
          <a:xfrm>
            <a:off x="7782952" y="3794349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79" name="Google Shape;1579;p71"/>
          <p:cNvSpPr/>
          <p:nvPr/>
        </p:nvSpPr>
        <p:spPr>
          <a:xfrm>
            <a:off x="8614564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80" name="Google Shape;1580;p71"/>
          <p:cNvSpPr/>
          <p:nvPr/>
        </p:nvSpPr>
        <p:spPr>
          <a:xfrm>
            <a:off x="9446176" y="3789901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81" name="Google Shape;1581;p71"/>
          <p:cNvSpPr/>
          <p:nvPr/>
        </p:nvSpPr>
        <p:spPr>
          <a:xfrm>
            <a:off x="6757183" y="5083948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82" name="Google Shape;1582;p71"/>
          <p:cNvSpPr/>
          <p:nvPr/>
        </p:nvSpPr>
        <p:spPr>
          <a:xfrm>
            <a:off x="7593568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83" name="Google Shape;1583;p71"/>
          <p:cNvSpPr/>
          <p:nvPr/>
        </p:nvSpPr>
        <p:spPr>
          <a:xfrm>
            <a:off x="861512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584" name="Google Shape;1584;p71"/>
          <p:cNvCxnSpPr>
            <a:stCxn id="1577" idx="4"/>
            <a:endCxn id="1578" idx="0"/>
          </p:cNvCxnSpPr>
          <p:nvPr/>
        </p:nvCxnSpPr>
        <p:spPr>
          <a:xfrm flipH="1">
            <a:off x="8106465" y="3402765"/>
            <a:ext cx="831600" cy="39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5" name="Google Shape;1585;p71"/>
          <p:cNvCxnSpPr>
            <a:stCxn id="1577" idx="4"/>
            <a:endCxn id="1579" idx="0"/>
          </p:cNvCxnSpPr>
          <p:nvPr/>
        </p:nvCxnSpPr>
        <p:spPr>
          <a:xfrm>
            <a:off x="8938065" y="3402765"/>
            <a:ext cx="0" cy="387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6" name="Google Shape;1586;p71"/>
          <p:cNvCxnSpPr>
            <a:stCxn id="1577" idx="4"/>
            <a:endCxn id="1580" idx="0"/>
          </p:cNvCxnSpPr>
          <p:nvPr/>
        </p:nvCxnSpPr>
        <p:spPr>
          <a:xfrm>
            <a:off x="8938065" y="3402765"/>
            <a:ext cx="831600" cy="387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7" name="Google Shape;1587;p71"/>
          <p:cNvCxnSpPr>
            <a:stCxn id="1578" idx="4"/>
            <a:endCxn id="1581" idx="0"/>
          </p:cNvCxnSpPr>
          <p:nvPr/>
        </p:nvCxnSpPr>
        <p:spPr>
          <a:xfrm flipH="1">
            <a:off x="7080753" y="4463681"/>
            <a:ext cx="1025700" cy="62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8" name="Google Shape;1588;p71"/>
          <p:cNvCxnSpPr>
            <a:stCxn id="1578" idx="4"/>
            <a:endCxn id="1582" idx="0"/>
          </p:cNvCxnSpPr>
          <p:nvPr/>
        </p:nvCxnSpPr>
        <p:spPr>
          <a:xfrm flipH="1">
            <a:off x="7917153" y="4463681"/>
            <a:ext cx="1893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9" name="Google Shape;1589;p71"/>
          <p:cNvCxnSpPr>
            <a:stCxn id="1579" idx="4"/>
            <a:endCxn id="1583" idx="0"/>
          </p:cNvCxnSpPr>
          <p:nvPr/>
        </p:nvCxnSpPr>
        <p:spPr>
          <a:xfrm>
            <a:off x="8938065" y="4459233"/>
            <a:ext cx="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90" name="Google Shape;1590;p71"/>
          <p:cNvSpPr/>
          <p:nvPr/>
        </p:nvSpPr>
        <p:spPr>
          <a:xfrm>
            <a:off x="9515817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91" name="Google Shape;1591;p71"/>
          <p:cNvSpPr/>
          <p:nvPr/>
        </p:nvSpPr>
        <p:spPr>
          <a:xfrm>
            <a:off x="10416512" y="5040405"/>
            <a:ext cx="647002" cy="669332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cxnSp>
        <p:nvCxnSpPr>
          <p:cNvPr id="1592" name="Google Shape;1592;p71"/>
          <p:cNvCxnSpPr>
            <a:stCxn id="1580" idx="4"/>
            <a:endCxn id="1591" idx="0"/>
          </p:cNvCxnSpPr>
          <p:nvPr/>
        </p:nvCxnSpPr>
        <p:spPr>
          <a:xfrm>
            <a:off x="9769677" y="4459233"/>
            <a:ext cx="9702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3" name="Google Shape;1593;p71"/>
          <p:cNvCxnSpPr>
            <a:stCxn id="1580" idx="4"/>
            <a:endCxn id="1590" idx="0"/>
          </p:cNvCxnSpPr>
          <p:nvPr/>
        </p:nvCxnSpPr>
        <p:spPr>
          <a:xfrm>
            <a:off x="9769677" y="4459233"/>
            <a:ext cx="69600" cy="58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int time</a:t>
            </a:r>
            <a:endParaRPr/>
          </a:p>
        </p:txBody>
      </p:sp>
      <p:sp>
        <p:nvSpPr>
          <p:cNvPr id="1599" name="Google Shape;1599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understand in which step/time the node was explored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Whenever we visit a node -&gt; time++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int discovery_time[no_of_nodes]</a:t>
            </a:r>
            <a:endParaRPr/>
          </a:p>
        </p:txBody>
      </p:sp>
      <p:sp>
        <p:nvSpPr>
          <p:cNvPr id="1605" name="Google Shape;1605;p7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store the discovery time of each node.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The time when it was first explored / visited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When we turn a node into </a:t>
            </a:r>
            <a:r>
              <a:rPr b="1" lang="en-US"/>
              <a:t>grey</a:t>
            </a:r>
            <a:r>
              <a:rPr lang="en-US"/>
              <a:t> -&gt; discovery_time[node] = 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int finish_time[no_of_nodes]</a:t>
            </a:r>
            <a:endParaRPr/>
          </a:p>
        </p:txBody>
      </p:sp>
      <p:sp>
        <p:nvSpPr>
          <p:cNvPr id="1611" name="Google Shape;1611;p7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store the finish time of each node.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The time when it was done exploring all it’s children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When we turn a node into </a:t>
            </a:r>
            <a:r>
              <a:rPr b="1" lang="en-US"/>
              <a:t>black</a:t>
            </a:r>
            <a:r>
              <a:rPr lang="en-US"/>
              <a:t> -&gt; finish_time[node] = 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7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verlock"/>
              <a:buNone/>
            </a:pPr>
            <a:r>
              <a:rPr lang="en-US">
                <a:latin typeface="Overlock"/>
                <a:ea typeface="Overlock"/>
                <a:cs typeface="Overlock"/>
                <a:sym typeface="Overlock"/>
              </a:rPr>
              <a:t>Code Implementation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2022-06-03T05:14:41Z</dcterms:created>
  <dc:creator>Student</dc:creator>
</cp:coreProperties>
</file>