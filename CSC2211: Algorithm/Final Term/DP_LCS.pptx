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embeddedFontLst>
    <p:embeddedFont>
      <p:font typeface="Oi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xjWunLKTWG1e/FlR6LTgY7TyF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customschemas.google.com/relationships/presentationmetadata" Target="metadata"/><Relationship Id="rId27" Type="http://schemas.openxmlformats.org/officeDocument/2006/relationships/font" Target="fonts/Oi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1adbbb55f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291adbbb55f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291adbbb55f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91adbbb55f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291adbbb55f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291adbbb55f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91adbbb55f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291adbbb55f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291adbbb55f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7" name="Google Shape;59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1" name="Google Shape;76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6" name="Google Shape;94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5" name="Google Shape;95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1" name="Google Shape;961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8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8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Dynamic Programming 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Longest Common Subsequence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ctrTitle"/>
          </p:nvPr>
        </p:nvSpPr>
        <p:spPr>
          <a:xfrm>
            <a:off x="1665600" y="223518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Longest Common Subsequence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the longest common subsequence? 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longest common subsequence (LCS) is defined as the longest subsequence that is common to all the given sequences,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provided that the elements of the subsequence are not required to occupy consecutive positions within the original sequences.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91adbbb55f_0_16"/>
          <p:cNvSpPr txBox="1"/>
          <p:nvPr>
            <p:ph type="title"/>
          </p:nvPr>
        </p:nvSpPr>
        <p:spPr>
          <a:xfrm>
            <a:off x="777513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Application of LCS</a:t>
            </a:r>
            <a:endParaRPr/>
          </a:p>
        </p:txBody>
      </p:sp>
      <p:sp>
        <p:nvSpPr>
          <p:cNvPr id="107" name="Google Shape;107;g291adbbb55f_0_16"/>
          <p:cNvSpPr txBox="1"/>
          <p:nvPr>
            <p:ph idx="1" type="body"/>
          </p:nvPr>
        </p:nvSpPr>
        <p:spPr>
          <a:xfrm>
            <a:off x="838200" y="1825625"/>
            <a:ext cx="46671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54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100"/>
              <a:buFont typeface="Calibri"/>
              <a:buChar char="●"/>
            </a:pPr>
            <a:r>
              <a:rPr lang="en-US" sz="2500"/>
              <a:t>Sequence Alignment</a:t>
            </a:r>
            <a:endParaRPr sz="2500"/>
          </a:p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US" sz="2500"/>
              <a:t>Genome Comparison</a:t>
            </a:r>
            <a:endParaRPr sz="2500"/>
          </a:p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US" sz="2500"/>
              <a:t>Protein Sequence Analysis</a:t>
            </a:r>
            <a:endParaRPr sz="2500"/>
          </a:p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US" sz="2500"/>
              <a:t>Phylogenetics</a:t>
            </a:r>
            <a:endParaRPr sz="2500"/>
          </a:p>
        </p:txBody>
      </p:sp>
      <p:pic>
        <p:nvPicPr>
          <p:cNvPr id="108" name="Google Shape;108;g291adbbb55f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7600" y="3746475"/>
            <a:ext cx="2679975" cy="267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291adbbb55f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475" y="1043450"/>
            <a:ext cx="6161444" cy="538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91adbbb55f_0_29"/>
          <p:cNvSpPr txBox="1"/>
          <p:nvPr>
            <p:ph type="title"/>
          </p:nvPr>
        </p:nvSpPr>
        <p:spPr>
          <a:xfrm>
            <a:off x="838200" y="365125"/>
            <a:ext cx="10515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/>
              <a:t>Application - Sequence Alignment</a:t>
            </a:r>
            <a:endParaRPr b="1" sz="4000"/>
          </a:p>
        </p:txBody>
      </p:sp>
      <p:sp>
        <p:nvSpPr>
          <p:cNvPr id="116" name="Google Shape;116;g291adbbb55f_0_29"/>
          <p:cNvSpPr txBox="1"/>
          <p:nvPr>
            <p:ph idx="1" type="body"/>
          </p:nvPr>
        </p:nvSpPr>
        <p:spPr>
          <a:xfrm>
            <a:off x="838200" y="1253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600"/>
              <a:t>DNA sequences can be viewed as strings of A, C, G, and T characters, which represent nucleotides</a:t>
            </a:r>
            <a:endParaRPr sz="2600"/>
          </a:p>
          <a:p>
            <a:pPr indent="-330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➢"/>
            </a:pPr>
            <a:r>
              <a:rPr lang="en-US" sz="2600"/>
              <a:t>Finding the best alignment between two DNA strings involves minimizing the number of changes to convert one string to the other. </a:t>
            </a:r>
            <a:endParaRPr sz="26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7" name="Google Shape;117;g291adbbb55f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3825" y="3248500"/>
            <a:ext cx="7670107" cy="2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291adbbb55f_0_29"/>
          <p:cNvSpPr txBox="1"/>
          <p:nvPr/>
        </p:nvSpPr>
        <p:spPr>
          <a:xfrm>
            <a:off x="838200" y="5853275"/>
            <a:ext cx="11160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Needleman-Wunsch algorithm  </a:t>
            </a:r>
            <a:endParaRPr b="0" i="1" sz="2000" u="none" cap="none" strike="noStrike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Smith-Waterman algorithm </a:t>
            </a:r>
            <a:endParaRPr b="0" i="1" sz="2000" u="none" cap="none" strike="noStrike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a sub sequence?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3342640" y="1776552"/>
            <a:ext cx="6096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 = {B, C, D, A, A, C, D}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745713" y="2748201"/>
            <a:ext cx="35882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 = {A, C, D, B, A, C}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5"/>
          <p:cNvCxnSpPr/>
          <p:nvPr/>
        </p:nvCxnSpPr>
        <p:spPr>
          <a:xfrm>
            <a:off x="4598457" y="2229644"/>
            <a:ext cx="1497543" cy="810944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" name="Google Shape;127;p5"/>
          <p:cNvCxnSpPr/>
          <p:nvPr/>
        </p:nvCxnSpPr>
        <p:spPr>
          <a:xfrm>
            <a:off x="5030976" y="2143781"/>
            <a:ext cx="1962097" cy="80854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" name="Google Shape;128;p5"/>
          <p:cNvCxnSpPr/>
          <p:nvPr/>
        </p:nvCxnSpPr>
        <p:spPr>
          <a:xfrm rot="10800000">
            <a:off x="6708850" y="2140571"/>
            <a:ext cx="284223" cy="81175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5"/>
          <p:cNvSpPr/>
          <p:nvPr/>
        </p:nvSpPr>
        <p:spPr>
          <a:xfrm>
            <a:off x="3865753" y="3942952"/>
            <a:ext cx="5147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So BC (length 2) is a subsequence of S1 and S2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a sub sequence?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3342640" y="1776552"/>
            <a:ext cx="6096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 = {B, C, D, A, A, C, D}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745713" y="2748201"/>
            <a:ext cx="35882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 = {A, C, D, B, A, C}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865753" y="3942952"/>
            <a:ext cx="53142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So DAC (length 3) is a subsequence of S1 and S2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6"/>
          <p:cNvCxnSpPr/>
          <p:nvPr/>
        </p:nvCxnSpPr>
        <p:spPr>
          <a:xfrm>
            <a:off x="5273040" y="2123440"/>
            <a:ext cx="386080" cy="83312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" name="Google Shape;139;p6"/>
          <p:cNvCxnSpPr/>
          <p:nvPr/>
        </p:nvCxnSpPr>
        <p:spPr>
          <a:xfrm>
            <a:off x="5770880" y="2145715"/>
            <a:ext cx="772160" cy="81084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0" name="Google Shape;140;p6"/>
          <p:cNvCxnSpPr/>
          <p:nvPr/>
        </p:nvCxnSpPr>
        <p:spPr>
          <a:xfrm>
            <a:off x="6654800" y="2138224"/>
            <a:ext cx="348939" cy="833079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a sub sequence?</a:t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3342640" y="1776552"/>
            <a:ext cx="6096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 = {B, C, D, A, A, C, D}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745713" y="2748201"/>
            <a:ext cx="35882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 = {A, C, D, B, A, C}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7"/>
          <p:cNvCxnSpPr/>
          <p:nvPr/>
        </p:nvCxnSpPr>
        <p:spPr>
          <a:xfrm flipH="1">
            <a:off x="4866640" y="2153920"/>
            <a:ext cx="802640" cy="78232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7"/>
          <p:cNvSpPr/>
          <p:nvPr/>
        </p:nvSpPr>
        <p:spPr>
          <a:xfrm>
            <a:off x="3865753" y="3942952"/>
            <a:ext cx="52886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So AAC (length 3) is a subsequence of S1 and S2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>
            <a:off x="6096000" y="2153920"/>
            <a:ext cx="386080" cy="78232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" name="Google Shape;151;p7"/>
          <p:cNvCxnSpPr/>
          <p:nvPr/>
        </p:nvCxnSpPr>
        <p:spPr>
          <a:xfrm>
            <a:off x="6614160" y="2153920"/>
            <a:ext cx="378913" cy="817383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>
            <p:ph type="title"/>
          </p:nvPr>
        </p:nvSpPr>
        <p:spPr>
          <a:xfrm>
            <a:off x="167640" y="-2196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a sub sequence?</a:t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80276" y="1138417"/>
            <a:ext cx="41259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 = {B, C, D, A, A, C, D}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83349" y="2110066"/>
            <a:ext cx="35882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 = {A, C, D, B, A, C}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8"/>
          <p:cNvCxnSpPr/>
          <p:nvPr/>
        </p:nvCxnSpPr>
        <p:spPr>
          <a:xfrm flipH="1">
            <a:off x="1604276" y="1515785"/>
            <a:ext cx="802640" cy="78232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p8"/>
          <p:cNvSpPr/>
          <p:nvPr/>
        </p:nvSpPr>
        <p:spPr>
          <a:xfrm>
            <a:off x="3128276" y="3882290"/>
            <a:ext cx="51348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So AC (length 2) is a subsequence of S1 and S2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8"/>
          <p:cNvCxnSpPr/>
          <p:nvPr/>
        </p:nvCxnSpPr>
        <p:spPr>
          <a:xfrm>
            <a:off x="3351796" y="1515785"/>
            <a:ext cx="378913" cy="817383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2" name="Google Shape;162;p8"/>
          <p:cNvSpPr/>
          <p:nvPr/>
        </p:nvSpPr>
        <p:spPr>
          <a:xfrm>
            <a:off x="4196822" y="1170921"/>
            <a:ext cx="4206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 = {B, C, D, A, A, C, D}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599895" y="2142570"/>
            <a:ext cx="35882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 = {A, C, D, B, A, C}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8"/>
          <p:cNvCxnSpPr/>
          <p:nvPr/>
        </p:nvCxnSpPr>
        <p:spPr>
          <a:xfrm flipH="1">
            <a:off x="5781041" y="1586221"/>
            <a:ext cx="802640" cy="78232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" name="Google Shape;165;p8"/>
          <p:cNvCxnSpPr/>
          <p:nvPr/>
        </p:nvCxnSpPr>
        <p:spPr>
          <a:xfrm flipH="1">
            <a:off x="6141451" y="1585070"/>
            <a:ext cx="1244449" cy="817383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p8"/>
          <p:cNvSpPr/>
          <p:nvPr/>
        </p:nvSpPr>
        <p:spPr>
          <a:xfrm>
            <a:off x="8188121" y="1170921"/>
            <a:ext cx="4206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 = {B, C, D, A, A, C, D}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8591194" y="2142570"/>
            <a:ext cx="35882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 = {A, C, D, B, A, C}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8"/>
          <p:cNvCxnSpPr/>
          <p:nvPr/>
        </p:nvCxnSpPr>
        <p:spPr>
          <a:xfrm>
            <a:off x="11043920" y="1585070"/>
            <a:ext cx="323861" cy="876954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" name="Google Shape;169;p8"/>
          <p:cNvCxnSpPr/>
          <p:nvPr/>
        </p:nvCxnSpPr>
        <p:spPr>
          <a:xfrm>
            <a:off x="11480800" y="1585070"/>
            <a:ext cx="325120" cy="817383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a sub sequence?</a:t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3342640" y="1776552"/>
            <a:ext cx="6096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 = {B, C, D, A, A, C, D}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3745713" y="2748201"/>
            <a:ext cx="35882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 = {A, C, D, B, A, C}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9"/>
          <p:cNvCxnSpPr/>
          <p:nvPr/>
        </p:nvCxnSpPr>
        <p:spPr>
          <a:xfrm>
            <a:off x="4866640" y="2113280"/>
            <a:ext cx="396240" cy="83312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" name="Google Shape;178;p9"/>
          <p:cNvCxnSpPr/>
          <p:nvPr/>
        </p:nvCxnSpPr>
        <p:spPr>
          <a:xfrm>
            <a:off x="5341706" y="2138204"/>
            <a:ext cx="396240" cy="83312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" name="Google Shape;179;p9"/>
          <p:cNvCxnSpPr/>
          <p:nvPr/>
        </p:nvCxnSpPr>
        <p:spPr>
          <a:xfrm>
            <a:off x="6185687" y="2138204"/>
            <a:ext cx="396240" cy="83312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" name="Google Shape;180;p9"/>
          <p:cNvCxnSpPr/>
          <p:nvPr/>
        </p:nvCxnSpPr>
        <p:spPr>
          <a:xfrm>
            <a:off x="6660753" y="2118202"/>
            <a:ext cx="396240" cy="83312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1" name="Google Shape;181;p9"/>
          <p:cNvSpPr/>
          <p:nvPr/>
        </p:nvSpPr>
        <p:spPr>
          <a:xfrm>
            <a:off x="3128276" y="3882290"/>
            <a:ext cx="54809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So CDAC (length 4) is a subsequence of S1 and S2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Characteristics of a subsequence that we can understand from the previous examples</a:t>
            </a:r>
            <a:endParaRPr/>
          </a:p>
        </p:txBody>
      </p:sp>
      <p:sp>
        <p:nvSpPr>
          <p:cNvPr id="187" name="Google Shape;18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 subsequence can be obtained from two strings if: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We match </a:t>
            </a:r>
            <a:r>
              <a:rPr b="1" lang="en-US"/>
              <a:t>character with character</a:t>
            </a:r>
            <a:r>
              <a:rPr lang="en-US"/>
              <a:t>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We keep on matching while going in the </a:t>
            </a:r>
            <a:r>
              <a:rPr b="1" lang="en-US"/>
              <a:t>same direction</a:t>
            </a:r>
            <a:r>
              <a:rPr lang="en-US"/>
              <a:t>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We keep/do not keep any gap between characters. (i.e. the </a:t>
            </a:r>
            <a:r>
              <a:rPr b="1" lang="en-US"/>
              <a:t>characters do not have to be consecutive</a:t>
            </a:r>
            <a:r>
              <a:rPr lang="en-US"/>
              <a:t>)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Following the above steps we obtained these subsequences (in prev slides):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2997200" y="5592188"/>
            <a:ext cx="540256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ACD   BC   DAC   AAC  AC   CDAC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7264400" y="5592188"/>
            <a:ext cx="1135369" cy="584775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8829040" y="6186806"/>
            <a:ext cx="31237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Longest Common Subsequence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10"/>
          <p:cNvCxnSpPr>
            <a:endCxn id="189" idx="6"/>
          </p:cNvCxnSpPr>
          <p:nvPr/>
        </p:nvCxnSpPr>
        <p:spPr>
          <a:xfrm rot="10800000">
            <a:off x="8399769" y="5884576"/>
            <a:ext cx="459900" cy="292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Defining the LCS problem </a:t>
            </a:r>
            <a:endParaRPr b="1"/>
          </a:p>
        </p:txBody>
      </p:sp>
      <p:sp>
        <p:nvSpPr>
          <p:cNvPr id="197" name="Google Shape;197;p11"/>
          <p:cNvSpPr txBox="1"/>
          <p:nvPr/>
        </p:nvSpPr>
        <p:spPr>
          <a:xfrm>
            <a:off x="1445319" y="3260521"/>
            <a:ext cx="324313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LCS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(ABCX,BZX)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6408189" y="3063313"/>
            <a:ext cx="540327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length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longest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common subsequence of the two strings ABCX and BZX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993360" y="3260521"/>
            <a:ext cx="5549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6538422" y="5147280"/>
            <a:ext cx="540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1445325" y="4915900"/>
            <a:ext cx="95958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(which we will solve using dynamic programming)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91adbbb55f_0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Optimal substructure of an LCS</a:t>
            </a:r>
            <a:endParaRPr b="1"/>
          </a:p>
        </p:txBody>
      </p:sp>
      <p:sp>
        <p:nvSpPr>
          <p:cNvPr id="208" name="Google Shape;208;g291adbbb55f_0_1"/>
          <p:cNvSpPr txBox="1"/>
          <p:nvPr>
            <p:ph idx="1" type="body"/>
          </p:nvPr>
        </p:nvSpPr>
        <p:spPr>
          <a:xfrm>
            <a:off x="838200" y="1490275"/>
            <a:ext cx="10515600" cy="46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b="1" lang="en-US" sz="3100">
                <a:latin typeface="Times New Roman"/>
                <a:ea typeface="Times New Roman"/>
                <a:cs typeface="Times New Roman"/>
                <a:sym typeface="Times New Roman"/>
              </a:rPr>
              <a:t>X ={x1, x2,.....xm}</a:t>
            </a: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3100">
                <a:latin typeface="Times New Roman"/>
                <a:ea typeface="Times New Roman"/>
                <a:cs typeface="Times New Roman"/>
                <a:sym typeface="Times New Roman"/>
              </a:rPr>
              <a:t>Y = {y1, y2,.....,yn}</a:t>
            </a: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 be sequences,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and let </a:t>
            </a:r>
            <a:r>
              <a:rPr b="1" lang="en-US" sz="3100">
                <a:latin typeface="Times New Roman"/>
                <a:ea typeface="Times New Roman"/>
                <a:cs typeface="Times New Roman"/>
                <a:sym typeface="Times New Roman"/>
              </a:rPr>
              <a:t>Z = {z1, z2, …., zk}</a:t>
            </a: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 be any LCS of X and Y .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" name="Google Shape;209;g291adbbb55f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058224"/>
            <a:ext cx="10515601" cy="18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Recursive Equation</a:t>
            </a:r>
            <a:endParaRPr/>
          </a:p>
        </p:txBody>
      </p:sp>
      <p:sp>
        <p:nvSpPr>
          <p:cNvPr id="215" name="Google Shape;215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16" name="Google Shape;2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50" y="2948853"/>
            <a:ext cx="10115500" cy="154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Recursive Equation</a:t>
            </a:r>
            <a:endParaRPr/>
          </a:p>
        </p:txBody>
      </p:sp>
      <p:sp>
        <p:nvSpPr>
          <p:cNvPr id="222" name="Google Shape;222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23" name="Google Shape;2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970" y="1485813"/>
            <a:ext cx="10115500" cy="154002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/>
          <p:nvPr/>
        </p:nvSpPr>
        <p:spPr>
          <a:xfrm>
            <a:off x="3210560" y="3556000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4378960" y="3556000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547360" y="3556000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3210560" y="4363561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4378960" y="4342318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5547360" y="4321075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6715760" y="3556000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6697980" y="4321075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3210560" y="5059144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4378960" y="5037901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547360" y="5016658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6697980" y="5016658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3210560" y="5754727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4378960" y="5733484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547360" y="5712241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6697980" y="5712241"/>
            <a:ext cx="833120" cy="518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547360" y="5028634"/>
            <a:ext cx="833120" cy="51816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(i,j)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4287520" y="4342318"/>
            <a:ext cx="915670" cy="51816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(i-1,j-1)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547360" y="4321075"/>
            <a:ext cx="833120" cy="5181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i-1,j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4367531" y="5037901"/>
            <a:ext cx="833120" cy="5181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i,j-1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 rot="-2012269">
            <a:off x="4261255" y="3247824"/>
            <a:ext cx="3088640" cy="56896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Last characters are eq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1225245" y="4982021"/>
            <a:ext cx="3300070" cy="6299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Last char not equal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6009640" y="4249957"/>
            <a:ext cx="3078480" cy="65354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Last char not equal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-129891" y="343975"/>
            <a:ext cx="10515600" cy="54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Bottom Up Approach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5473125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6425842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7378561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8331278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5473125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6425842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7378561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8331278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5473125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6425842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7378561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8331278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5473125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6425842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7378561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8331278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24"/>
          <p:cNvCxnSpPr/>
          <p:nvPr/>
        </p:nvCxnSpPr>
        <p:spPr>
          <a:xfrm rot="10800000">
            <a:off x="4846384" y="229122"/>
            <a:ext cx="626741" cy="456849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0" name="Google Shape;270;p24"/>
          <p:cNvSpPr txBox="1"/>
          <p:nvPr/>
        </p:nvSpPr>
        <p:spPr>
          <a:xfrm>
            <a:off x="4713939" y="1499662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6638755" y="0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4740565" y="2239220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4752738" y="2978779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4769445" y="3688956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5473125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6425842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7378560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8331276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9283996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9283997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9283997" y="219107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9283997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9283996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10236713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10236715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10236715" y="219107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10236715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10236714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5127912" y="8955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5139692" y="1628728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5151472" y="2361899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5105759" y="3076014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5127912" y="3809185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5639951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6627432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7614913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8602394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4"/>
          <p:cNvSpPr txBox="1"/>
          <p:nvPr/>
        </p:nvSpPr>
        <p:spPr>
          <a:xfrm>
            <a:off x="9589874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10577355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5473122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6425839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7378558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8331275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5473122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6425839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7378558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8331275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5473122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6425839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7378558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8331275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5473122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6425839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7378558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8331275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24"/>
          <p:cNvCxnSpPr/>
          <p:nvPr/>
        </p:nvCxnSpPr>
        <p:spPr>
          <a:xfrm rot="10800000">
            <a:off x="4846381" y="221900"/>
            <a:ext cx="626741" cy="456849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7" name="Google Shape;317;p24"/>
          <p:cNvSpPr/>
          <p:nvPr/>
        </p:nvSpPr>
        <p:spPr>
          <a:xfrm>
            <a:off x="5473122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6425839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7378557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8331273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9283993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9283994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9283994" y="218385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9283994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9283993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10236710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10236712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10236712" y="218385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10236712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 txBox="1"/>
          <p:nvPr/>
        </p:nvSpPr>
        <p:spPr>
          <a:xfrm>
            <a:off x="5127909" y="888334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 txBox="1"/>
          <p:nvPr/>
        </p:nvSpPr>
        <p:spPr>
          <a:xfrm>
            <a:off x="5139689" y="1621505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4"/>
          <p:cNvSpPr txBox="1"/>
          <p:nvPr/>
        </p:nvSpPr>
        <p:spPr>
          <a:xfrm>
            <a:off x="5151470" y="2354677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5105756" y="3068791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5127909" y="380196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 txBox="1"/>
          <p:nvPr/>
        </p:nvSpPr>
        <p:spPr>
          <a:xfrm>
            <a:off x="5639948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 txBox="1"/>
          <p:nvPr/>
        </p:nvSpPr>
        <p:spPr>
          <a:xfrm>
            <a:off x="6627429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4"/>
          <p:cNvSpPr txBox="1"/>
          <p:nvPr/>
        </p:nvSpPr>
        <p:spPr>
          <a:xfrm>
            <a:off x="7614910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4"/>
          <p:cNvSpPr txBox="1"/>
          <p:nvPr/>
        </p:nvSpPr>
        <p:spPr>
          <a:xfrm>
            <a:off x="8602391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4"/>
          <p:cNvSpPr txBox="1"/>
          <p:nvPr/>
        </p:nvSpPr>
        <p:spPr>
          <a:xfrm>
            <a:off x="9589872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 txBox="1"/>
          <p:nvPr/>
        </p:nvSpPr>
        <p:spPr>
          <a:xfrm>
            <a:off x="10577352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10236709" y="3681734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10236709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6616026" y="22675"/>
            <a:ext cx="56559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         G          G          T          A       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11244331" y="68080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11244333" y="1433360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11244333" y="218591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11244333" y="293846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11244332" y="369101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11244328" y="67358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11244330" y="1426138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11244330" y="217868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11244330" y="293124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11244327" y="3676571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11244327" y="368379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11478885" y="371182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4"/>
          <p:cNvSpPr txBox="1"/>
          <p:nvPr/>
        </p:nvSpPr>
        <p:spPr>
          <a:xfrm>
            <a:off x="4738075" y="4478484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5441755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6394473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7347190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8299907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9252626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10205344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5090840" y="459871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5441752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6394470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7347187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8299904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9252623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10205340" y="4471261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10205340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11212962" y="448054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11212957" y="4466099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4"/>
          <p:cNvSpPr/>
          <p:nvPr/>
        </p:nvSpPr>
        <p:spPr>
          <a:xfrm>
            <a:off x="11212957" y="447332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4"/>
          <p:cNvSpPr txBox="1"/>
          <p:nvPr/>
        </p:nvSpPr>
        <p:spPr>
          <a:xfrm>
            <a:off x="4706706" y="5268011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5410385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4"/>
          <p:cNvSpPr/>
          <p:nvPr/>
        </p:nvSpPr>
        <p:spPr>
          <a:xfrm>
            <a:off x="6363103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7315820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8268537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9221256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10173975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5059471" y="538824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5410382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6363100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7315817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8268534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9221253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10173970" y="5260789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10173970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11181592" y="52700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11181588" y="5255627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11181588" y="52628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 txBox="1"/>
          <p:nvPr/>
        </p:nvSpPr>
        <p:spPr>
          <a:xfrm>
            <a:off x="4675336" y="6057539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5379016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6331733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7284451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8237167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9189887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10142605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5028101" y="617776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5379013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6331730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7284448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/>
          <p:nvPr/>
        </p:nvSpPr>
        <p:spPr>
          <a:xfrm>
            <a:off x="8237164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4"/>
          <p:cNvSpPr/>
          <p:nvPr/>
        </p:nvSpPr>
        <p:spPr>
          <a:xfrm>
            <a:off x="9189884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10142600" y="6050317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4"/>
          <p:cNvSpPr/>
          <p:nvPr/>
        </p:nvSpPr>
        <p:spPr>
          <a:xfrm>
            <a:off x="10142600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11150223" y="6059599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/>
          <p:nvPr/>
        </p:nvSpPr>
        <p:spPr>
          <a:xfrm>
            <a:off x="11150218" y="6045155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11150218" y="6052377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24"/>
          <p:cNvPicPr preferRelativeResize="0"/>
          <p:nvPr/>
        </p:nvPicPr>
        <p:blipFill rotWithShape="1">
          <a:blip r:embed="rId3">
            <a:alphaModFix/>
          </a:blip>
          <a:srcRect b="0" l="2046" r="20500" t="0"/>
          <a:stretch/>
        </p:blipFill>
        <p:spPr>
          <a:xfrm>
            <a:off x="350650" y="1918050"/>
            <a:ext cx="4292225" cy="175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5"/>
          <p:cNvSpPr txBox="1"/>
          <p:nvPr>
            <p:ph type="title"/>
          </p:nvPr>
        </p:nvSpPr>
        <p:spPr>
          <a:xfrm>
            <a:off x="-129891" y="343975"/>
            <a:ext cx="10515600" cy="540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Bottom Up Approach</a:t>
            </a:r>
            <a:endParaRPr/>
          </a:p>
        </p:txBody>
      </p:sp>
      <p:sp>
        <p:nvSpPr>
          <p:cNvPr id="417" name="Google Shape;417;p25"/>
          <p:cNvSpPr/>
          <p:nvPr/>
        </p:nvSpPr>
        <p:spPr>
          <a:xfrm>
            <a:off x="5473125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5"/>
          <p:cNvSpPr/>
          <p:nvPr/>
        </p:nvSpPr>
        <p:spPr>
          <a:xfrm>
            <a:off x="6425842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7378561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5"/>
          <p:cNvSpPr/>
          <p:nvPr/>
        </p:nvSpPr>
        <p:spPr>
          <a:xfrm>
            <a:off x="8331278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5473125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5"/>
          <p:cNvSpPr/>
          <p:nvPr/>
        </p:nvSpPr>
        <p:spPr>
          <a:xfrm>
            <a:off x="6425842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5"/>
          <p:cNvSpPr/>
          <p:nvPr/>
        </p:nvSpPr>
        <p:spPr>
          <a:xfrm>
            <a:off x="7378561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5"/>
          <p:cNvSpPr/>
          <p:nvPr/>
        </p:nvSpPr>
        <p:spPr>
          <a:xfrm>
            <a:off x="8331278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5"/>
          <p:cNvSpPr/>
          <p:nvPr/>
        </p:nvSpPr>
        <p:spPr>
          <a:xfrm>
            <a:off x="5473125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5"/>
          <p:cNvSpPr/>
          <p:nvPr/>
        </p:nvSpPr>
        <p:spPr>
          <a:xfrm>
            <a:off x="6425842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7378561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5"/>
          <p:cNvSpPr/>
          <p:nvPr/>
        </p:nvSpPr>
        <p:spPr>
          <a:xfrm>
            <a:off x="8331278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5473125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5"/>
          <p:cNvSpPr/>
          <p:nvPr/>
        </p:nvSpPr>
        <p:spPr>
          <a:xfrm>
            <a:off x="6425842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7378561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8331278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25"/>
          <p:cNvCxnSpPr/>
          <p:nvPr/>
        </p:nvCxnSpPr>
        <p:spPr>
          <a:xfrm rot="10800000">
            <a:off x="4846384" y="229122"/>
            <a:ext cx="626741" cy="456849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4" name="Google Shape;434;p25"/>
          <p:cNvSpPr txBox="1"/>
          <p:nvPr/>
        </p:nvSpPr>
        <p:spPr>
          <a:xfrm>
            <a:off x="4713939" y="1499662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6638755" y="0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5"/>
          <p:cNvSpPr txBox="1"/>
          <p:nvPr/>
        </p:nvSpPr>
        <p:spPr>
          <a:xfrm>
            <a:off x="4740565" y="2239220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5"/>
          <p:cNvSpPr txBox="1"/>
          <p:nvPr/>
        </p:nvSpPr>
        <p:spPr>
          <a:xfrm>
            <a:off x="4752739" y="2978779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5"/>
          <p:cNvSpPr txBox="1"/>
          <p:nvPr/>
        </p:nvSpPr>
        <p:spPr>
          <a:xfrm>
            <a:off x="4769445" y="3688956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/>
          <p:nvPr/>
        </p:nvSpPr>
        <p:spPr>
          <a:xfrm>
            <a:off x="5473125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6425842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7378560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8331276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5"/>
          <p:cNvSpPr/>
          <p:nvPr/>
        </p:nvSpPr>
        <p:spPr>
          <a:xfrm>
            <a:off x="9283996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9283997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9283997" y="219107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9283997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9283996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10236713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10236715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5"/>
          <p:cNvSpPr/>
          <p:nvPr/>
        </p:nvSpPr>
        <p:spPr>
          <a:xfrm>
            <a:off x="10236715" y="219107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10236715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10236714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5"/>
          <p:cNvSpPr txBox="1"/>
          <p:nvPr/>
        </p:nvSpPr>
        <p:spPr>
          <a:xfrm>
            <a:off x="5127912" y="8955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5"/>
          <p:cNvSpPr txBox="1"/>
          <p:nvPr/>
        </p:nvSpPr>
        <p:spPr>
          <a:xfrm>
            <a:off x="5139693" y="1628728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5"/>
          <p:cNvSpPr txBox="1"/>
          <p:nvPr/>
        </p:nvSpPr>
        <p:spPr>
          <a:xfrm>
            <a:off x="5151473" y="2361899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5105760" y="3076014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5127912" y="3809185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5"/>
          <p:cNvSpPr txBox="1"/>
          <p:nvPr/>
        </p:nvSpPr>
        <p:spPr>
          <a:xfrm>
            <a:off x="5639951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5"/>
          <p:cNvSpPr txBox="1"/>
          <p:nvPr/>
        </p:nvSpPr>
        <p:spPr>
          <a:xfrm>
            <a:off x="6627432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5"/>
          <p:cNvSpPr txBox="1"/>
          <p:nvPr/>
        </p:nvSpPr>
        <p:spPr>
          <a:xfrm>
            <a:off x="7614913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5"/>
          <p:cNvSpPr txBox="1"/>
          <p:nvPr/>
        </p:nvSpPr>
        <p:spPr>
          <a:xfrm>
            <a:off x="8602394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5"/>
          <p:cNvSpPr txBox="1"/>
          <p:nvPr/>
        </p:nvSpPr>
        <p:spPr>
          <a:xfrm>
            <a:off x="9589875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5"/>
          <p:cNvSpPr txBox="1"/>
          <p:nvPr/>
        </p:nvSpPr>
        <p:spPr>
          <a:xfrm>
            <a:off x="10577355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5473122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5"/>
          <p:cNvSpPr/>
          <p:nvPr/>
        </p:nvSpPr>
        <p:spPr>
          <a:xfrm>
            <a:off x="6425840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7378558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8331275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5473122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6425840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5"/>
          <p:cNvSpPr/>
          <p:nvPr/>
        </p:nvSpPr>
        <p:spPr>
          <a:xfrm>
            <a:off x="7378558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5"/>
          <p:cNvSpPr/>
          <p:nvPr/>
        </p:nvSpPr>
        <p:spPr>
          <a:xfrm>
            <a:off x="8331275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5473122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6425840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7378558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8331275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5473122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6425840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5"/>
          <p:cNvSpPr/>
          <p:nvPr/>
        </p:nvSpPr>
        <p:spPr>
          <a:xfrm>
            <a:off x="7378558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8331275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0" name="Google Shape;480;p25"/>
          <p:cNvCxnSpPr/>
          <p:nvPr/>
        </p:nvCxnSpPr>
        <p:spPr>
          <a:xfrm rot="10800000">
            <a:off x="4846381" y="221900"/>
            <a:ext cx="626741" cy="456849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1" name="Google Shape;481;p25"/>
          <p:cNvSpPr/>
          <p:nvPr/>
        </p:nvSpPr>
        <p:spPr>
          <a:xfrm>
            <a:off x="5473122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5"/>
          <p:cNvSpPr/>
          <p:nvPr/>
        </p:nvSpPr>
        <p:spPr>
          <a:xfrm>
            <a:off x="6425840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7378557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5"/>
          <p:cNvSpPr/>
          <p:nvPr/>
        </p:nvSpPr>
        <p:spPr>
          <a:xfrm>
            <a:off x="8331273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5"/>
          <p:cNvSpPr/>
          <p:nvPr/>
        </p:nvSpPr>
        <p:spPr>
          <a:xfrm>
            <a:off x="9283993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9283994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5"/>
          <p:cNvSpPr/>
          <p:nvPr/>
        </p:nvSpPr>
        <p:spPr>
          <a:xfrm>
            <a:off x="9283994" y="218385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5"/>
          <p:cNvSpPr/>
          <p:nvPr/>
        </p:nvSpPr>
        <p:spPr>
          <a:xfrm>
            <a:off x="9283994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5"/>
          <p:cNvSpPr/>
          <p:nvPr/>
        </p:nvSpPr>
        <p:spPr>
          <a:xfrm>
            <a:off x="9283993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5"/>
          <p:cNvSpPr/>
          <p:nvPr/>
        </p:nvSpPr>
        <p:spPr>
          <a:xfrm>
            <a:off x="10236710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5"/>
          <p:cNvSpPr/>
          <p:nvPr/>
        </p:nvSpPr>
        <p:spPr>
          <a:xfrm>
            <a:off x="10236712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5"/>
          <p:cNvSpPr/>
          <p:nvPr/>
        </p:nvSpPr>
        <p:spPr>
          <a:xfrm>
            <a:off x="10236712" y="218385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10236712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 txBox="1"/>
          <p:nvPr/>
        </p:nvSpPr>
        <p:spPr>
          <a:xfrm>
            <a:off x="5127909" y="888334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 txBox="1"/>
          <p:nvPr/>
        </p:nvSpPr>
        <p:spPr>
          <a:xfrm>
            <a:off x="5139690" y="1621505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5"/>
          <p:cNvSpPr txBox="1"/>
          <p:nvPr/>
        </p:nvSpPr>
        <p:spPr>
          <a:xfrm>
            <a:off x="5151470" y="2354677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5105757" y="3068791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5127909" y="380196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 txBox="1"/>
          <p:nvPr/>
        </p:nvSpPr>
        <p:spPr>
          <a:xfrm>
            <a:off x="5639949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 txBox="1"/>
          <p:nvPr/>
        </p:nvSpPr>
        <p:spPr>
          <a:xfrm>
            <a:off x="6627429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5"/>
          <p:cNvSpPr txBox="1"/>
          <p:nvPr/>
        </p:nvSpPr>
        <p:spPr>
          <a:xfrm>
            <a:off x="7614910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5"/>
          <p:cNvSpPr txBox="1"/>
          <p:nvPr/>
        </p:nvSpPr>
        <p:spPr>
          <a:xfrm>
            <a:off x="8602391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5"/>
          <p:cNvSpPr txBox="1"/>
          <p:nvPr/>
        </p:nvSpPr>
        <p:spPr>
          <a:xfrm>
            <a:off x="9589872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 txBox="1"/>
          <p:nvPr/>
        </p:nvSpPr>
        <p:spPr>
          <a:xfrm>
            <a:off x="10577353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5"/>
          <p:cNvSpPr/>
          <p:nvPr/>
        </p:nvSpPr>
        <p:spPr>
          <a:xfrm>
            <a:off x="10236709" y="3681734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10236709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6671201" y="56525"/>
            <a:ext cx="5874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         G          G          T          A       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11244331" y="68080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11244333" y="1433360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11244333" y="218591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11244333" y="293846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11244332" y="369101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5"/>
          <p:cNvSpPr/>
          <p:nvPr/>
        </p:nvSpPr>
        <p:spPr>
          <a:xfrm>
            <a:off x="11244328" y="67358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5"/>
          <p:cNvSpPr/>
          <p:nvPr/>
        </p:nvSpPr>
        <p:spPr>
          <a:xfrm>
            <a:off x="11244330" y="1426138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/>
          <p:nvPr/>
        </p:nvSpPr>
        <p:spPr>
          <a:xfrm>
            <a:off x="11244330" y="217868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11244330" y="293124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5"/>
          <p:cNvSpPr/>
          <p:nvPr/>
        </p:nvSpPr>
        <p:spPr>
          <a:xfrm>
            <a:off x="11244327" y="3676571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5"/>
          <p:cNvSpPr/>
          <p:nvPr/>
        </p:nvSpPr>
        <p:spPr>
          <a:xfrm>
            <a:off x="11244327" y="368379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5"/>
          <p:cNvSpPr txBox="1"/>
          <p:nvPr/>
        </p:nvSpPr>
        <p:spPr>
          <a:xfrm>
            <a:off x="11478885" y="371182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 txBox="1"/>
          <p:nvPr/>
        </p:nvSpPr>
        <p:spPr>
          <a:xfrm>
            <a:off x="4738076" y="4478484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5"/>
          <p:cNvSpPr/>
          <p:nvPr/>
        </p:nvSpPr>
        <p:spPr>
          <a:xfrm>
            <a:off x="5441755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6394473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5"/>
          <p:cNvSpPr/>
          <p:nvPr/>
        </p:nvSpPr>
        <p:spPr>
          <a:xfrm>
            <a:off x="7347190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5"/>
          <p:cNvSpPr/>
          <p:nvPr/>
        </p:nvSpPr>
        <p:spPr>
          <a:xfrm>
            <a:off x="8299907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/>
          <p:nvPr/>
        </p:nvSpPr>
        <p:spPr>
          <a:xfrm>
            <a:off x="9252626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5"/>
          <p:cNvSpPr/>
          <p:nvPr/>
        </p:nvSpPr>
        <p:spPr>
          <a:xfrm>
            <a:off x="10205344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5"/>
          <p:cNvSpPr/>
          <p:nvPr/>
        </p:nvSpPr>
        <p:spPr>
          <a:xfrm>
            <a:off x="5090841" y="459871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5"/>
          <p:cNvSpPr/>
          <p:nvPr/>
        </p:nvSpPr>
        <p:spPr>
          <a:xfrm>
            <a:off x="5441752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5"/>
          <p:cNvSpPr/>
          <p:nvPr/>
        </p:nvSpPr>
        <p:spPr>
          <a:xfrm>
            <a:off x="6394470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5"/>
          <p:cNvSpPr/>
          <p:nvPr/>
        </p:nvSpPr>
        <p:spPr>
          <a:xfrm>
            <a:off x="7347187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5"/>
          <p:cNvSpPr/>
          <p:nvPr/>
        </p:nvSpPr>
        <p:spPr>
          <a:xfrm>
            <a:off x="8299904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5"/>
          <p:cNvSpPr/>
          <p:nvPr/>
        </p:nvSpPr>
        <p:spPr>
          <a:xfrm>
            <a:off x="9252623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10205340" y="4471261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5"/>
          <p:cNvSpPr/>
          <p:nvPr/>
        </p:nvSpPr>
        <p:spPr>
          <a:xfrm>
            <a:off x="10205340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5"/>
          <p:cNvSpPr/>
          <p:nvPr/>
        </p:nvSpPr>
        <p:spPr>
          <a:xfrm>
            <a:off x="11212962" y="448054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5"/>
          <p:cNvSpPr/>
          <p:nvPr/>
        </p:nvSpPr>
        <p:spPr>
          <a:xfrm>
            <a:off x="11212957" y="4466099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5"/>
          <p:cNvSpPr/>
          <p:nvPr/>
        </p:nvSpPr>
        <p:spPr>
          <a:xfrm>
            <a:off x="11212957" y="447332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5"/>
          <p:cNvSpPr txBox="1"/>
          <p:nvPr/>
        </p:nvSpPr>
        <p:spPr>
          <a:xfrm>
            <a:off x="4706706" y="5268011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5"/>
          <p:cNvSpPr/>
          <p:nvPr/>
        </p:nvSpPr>
        <p:spPr>
          <a:xfrm>
            <a:off x="5410386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5"/>
          <p:cNvSpPr/>
          <p:nvPr/>
        </p:nvSpPr>
        <p:spPr>
          <a:xfrm>
            <a:off x="6363103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7315821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8268537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9221256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5"/>
          <p:cNvSpPr/>
          <p:nvPr/>
        </p:nvSpPr>
        <p:spPr>
          <a:xfrm>
            <a:off x="10173975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5059471" y="538824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5"/>
          <p:cNvSpPr/>
          <p:nvPr/>
        </p:nvSpPr>
        <p:spPr>
          <a:xfrm>
            <a:off x="5410383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5"/>
          <p:cNvSpPr/>
          <p:nvPr/>
        </p:nvSpPr>
        <p:spPr>
          <a:xfrm>
            <a:off x="6363100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5"/>
          <p:cNvSpPr/>
          <p:nvPr/>
        </p:nvSpPr>
        <p:spPr>
          <a:xfrm>
            <a:off x="7315818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5"/>
          <p:cNvSpPr/>
          <p:nvPr/>
        </p:nvSpPr>
        <p:spPr>
          <a:xfrm>
            <a:off x="8268534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5"/>
          <p:cNvSpPr/>
          <p:nvPr/>
        </p:nvSpPr>
        <p:spPr>
          <a:xfrm>
            <a:off x="9221254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5"/>
          <p:cNvSpPr/>
          <p:nvPr/>
        </p:nvSpPr>
        <p:spPr>
          <a:xfrm>
            <a:off x="10173970" y="5260789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5"/>
          <p:cNvSpPr/>
          <p:nvPr/>
        </p:nvSpPr>
        <p:spPr>
          <a:xfrm>
            <a:off x="10173970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5"/>
          <p:cNvSpPr/>
          <p:nvPr/>
        </p:nvSpPr>
        <p:spPr>
          <a:xfrm>
            <a:off x="11181593" y="52700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5"/>
          <p:cNvSpPr/>
          <p:nvPr/>
        </p:nvSpPr>
        <p:spPr>
          <a:xfrm>
            <a:off x="11181588" y="5255627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5"/>
          <p:cNvSpPr/>
          <p:nvPr/>
        </p:nvSpPr>
        <p:spPr>
          <a:xfrm>
            <a:off x="11181588" y="52628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5"/>
          <p:cNvSpPr txBox="1"/>
          <p:nvPr/>
        </p:nvSpPr>
        <p:spPr>
          <a:xfrm>
            <a:off x="4675336" y="6057539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5"/>
          <p:cNvSpPr/>
          <p:nvPr/>
        </p:nvSpPr>
        <p:spPr>
          <a:xfrm>
            <a:off x="5379016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5"/>
          <p:cNvSpPr/>
          <p:nvPr/>
        </p:nvSpPr>
        <p:spPr>
          <a:xfrm>
            <a:off x="6331733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5"/>
          <p:cNvSpPr/>
          <p:nvPr/>
        </p:nvSpPr>
        <p:spPr>
          <a:xfrm>
            <a:off x="7284451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5"/>
          <p:cNvSpPr/>
          <p:nvPr/>
        </p:nvSpPr>
        <p:spPr>
          <a:xfrm>
            <a:off x="8237167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5"/>
          <p:cNvSpPr/>
          <p:nvPr/>
        </p:nvSpPr>
        <p:spPr>
          <a:xfrm>
            <a:off x="9189887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5"/>
          <p:cNvSpPr/>
          <p:nvPr/>
        </p:nvSpPr>
        <p:spPr>
          <a:xfrm>
            <a:off x="10142605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5"/>
          <p:cNvSpPr/>
          <p:nvPr/>
        </p:nvSpPr>
        <p:spPr>
          <a:xfrm>
            <a:off x="5028101" y="617776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5"/>
          <p:cNvSpPr/>
          <p:nvPr/>
        </p:nvSpPr>
        <p:spPr>
          <a:xfrm>
            <a:off x="5379013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5"/>
          <p:cNvSpPr/>
          <p:nvPr/>
        </p:nvSpPr>
        <p:spPr>
          <a:xfrm>
            <a:off x="6331731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5"/>
          <p:cNvSpPr/>
          <p:nvPr/>
        </p:nvSpPr>
        <p:spPr>
          <a:xfrm>
            <a:off x="7284448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5"/>
          <p:cNvSpPr/>
          <p:nvPr/>
        </p:nvSpPr>
        <p:spPr>
          <a:xfrm>
            <a:off x="8237164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5"/>
          <p:cNvSpPr/>
          <p:nvPr/>
        </p:nvSpPr>
        <p:spPr>
          <a:xfrm>
            <a:off x="9189884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5"/>
          <p:cNvSpPr/>
          <p:nvPr/>
        </p:nvSpPr>
        <p:spPr>
          <a:xfrm>
            <a:off x="10142600" y="6050317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5"/>
          <p:cNvSpPr/>
          <p:nvPr/>
        </p:nvSpPr>
        <p:spPr>
          <a:xfrm>
            <a:off x="10142600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5"/>
          <p:cNvSpPr/>
          <p:nvPr/>
        </p:nvSpPr>
        <p:spPr>
          <a:xfrm>
            <a:off x="11150223" y="6059599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5"/>
          <p:cNvSpPr/>
          <p:nvPr/>
        </p:nvSpPr>
        <p:spPr>
          <a:xfrm>
            <a:off x="11150218" y="6045155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5"/>
          <p:cNvSpPr/>
          <p:nvPr/>
        </p:nvSpPr>
        <p:spPr>
          <a:xfrm>
            <a:off x="11150218" y="6052377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5"/>
          <p:cNvSpPr txBox="1"/>
          <p:nvPr/>
        </p:nvSpPr>
        <p:spPr>
          <a:xfrm>
            <a:off x="1984228" y="5410518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5"/>
          <p:cNvSpPr txBox="1"/>
          <p:nvPr/>
        </p:nvSpPr>
        <p:spPr>
          <a:xfrm>
            <a:off x="1352284" y="5398701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6" name="Google Shape;576;p25"/>
          <p:cNvPicPr preferRelativeResize="0"/>
          <p:nvPr/>
        </p:nvPicPr>
        <p:blipFill rotWithShape="1">
          <a:blip r:embed="rId3">
            <a:alphaModFix/>
          </a:blip>
          <a:srcRect b="0" l="2046" r="20500" t="0"/>
          <a:stretch/>
        </p:blipFill>
        <p:spPr>
          <a:xfrm>
            <a:off x="10160" y="1918045"/>
            <a:ext cx="4632717" cy="175852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5"/>
          <p:cNvSpPr/>
          <p:nvPr/>
        </p:nvSpPr>
        <p:spPr>
          <a:xfrm rot="2135667">
            <a:off x="10746329" y="5774532"/>
            <a:ext cx="729205" cy="4587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/>
          <p:nvPr/>
        </p:nvSpPr>
        <p:spPr>
          <a:xfrm>
            <a:off x="11244327" y="5989321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5"/>
          <p:cNvSpPr/>
          <p:nvPr/>
        </p:nvSpPr>
        <p:spPr>
          <a:xfrm>
            <a:off x="10218619" y="5249726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5"/>
          <p:cNvSpPr/>
          <p:nvPr/>
        </p:nvSpPr>
        <p:spPr>
          <a:xfrm>
            <a:off x="10208317" y="4440719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5"/>
          <p:cNvSpPr/>
          <p:nvPr/>
        </p:nvSpPr>
        <p:spPr>
          <a:xfrm>
            <a:off x="9307016" y="3668755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5"/>
          <p:cNvSpPr/>
          <p:nvPr/>
        </p:nvSpPr>
        <p:spPr>
          <a:xfrm>
            <a:off x="9307856" y="2931241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5"/>
          <p:cNvSpPr/>
          <p:nvPr/>
        </p:nvSpPr>
        <p:spPr>
          <a:xfrm>
            <a:off x="8339619" y="2205455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5"/>
          <p:cNvSpPr/>
          <p:nvPr/>
        </p:nvSpPr>
        <p:spPr>
          <a:xfrm>
            <a:off x="8386173" y="1409848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5"/>
          <p:cNvSpPr/>
          <p:nvPr/>
        </p:nvSpPr>
        <p:spPr>
          <a:xfrm>
            <a:off x="7402765" y="681933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5"/>
          <p:cNvSpPr/>
          <p:nvPr/>
        </p:nvSpPr>
        <p:spPr>
          <a:xfrm rot="2135667">
            <a:off x="9696123" y="4191000"/>
            <a:ext cx="729205" cy="4587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5"/>
          <p:cNvSpPr/>
          <p:nvPr/>
        </p:nvSpPr>
        <p:spPr>
          <a:xfrm rot="2135667">
            <a:off x="8795585" y="2640617"/>
            <a:ext cx="729205" cy="4587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5"/>
          <p:cNvSpPr/>
          <p:nvPr/>
        </p:nvSpPr>
        <p:spPr>
          <a:xfrm rot="2135667">
            <a:off x="7895047" y="1090234"/>
            <a:ext cx="729205" cy="4587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5"/>
          <p:cNvSpPr/>
          <p:nvPr/>
        </p:nvSpPr>
        <p:spPr>
          <a:xfrm rot="5400000">
            <a:off x="8504896" y="1883350"/>
            <a:ext cx="417542" cy="4587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5"/>
          <p:cNvSpPr/>
          <p:nvPr/>
        </p:nvSpPr>
        <p:spPr>
          <a:xfrm rot="5400000">
            <a:off x="9439569" y="3429120"/>
            <a:ext cx="417542" cy="4587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5"/>
          <p:cNvSpPr/>
          <p:nvPr/>
        </p:nvSpPr>
        <p:spPr>
          <a:xfrm rot="5400000">
            <a:off x="10374242" y="4974890"/>
            <a:ext cx="417542" cy="4587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5"/>
          <p:cNvSpPr txBox="1"/>
          <p:nvPr/>
        </p:nvSpPr>
        <p:spPr>
          <a:xfrm>
            <a:off x="716166" y="5422892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5"/>
          <p:cNvSpPr txBox="1"/>
          <p:nvPr/>
        </p:nvSpPr>
        <p:spPr>
          <a:xfrm>
            <a:off x="2639460" y="5388240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6"/>
          <p:cNvSpPr txBox="1"/>
          <p:nvPr>
            <p:ph type="title"/>
          </p:nvPr>
        </p:nvSpPr>
        <p:spPr>
          <a:xfrm>
            <a:off x="2336" y="333434"/>
            <a:ext cx="5103420" cy="1277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Bottom Up Approach (Tracking)</a:t>
            </a:r>
            <a:endParaRPr/>
          </a:p>
        </p:txBody>
      </p:sp>
      <p:sp>
        <p:nvSpPr>
          <p:cNvPr id="600" name="Google Shape;600;p26"/>
          <p:cNvSpPr/>
          <p:nvPr/>
        </p:nvSpPr>
        <p:spPr>
          <a:xfrm>
            <a:off x="5473125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6"/>
          <p:cNvSpPr/>
          <p:nvPr/>
        </p:nvSpPr>
        <p:spPr>
          <a:xfrm>
            <a:off x="6425842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6"/>
          <p:cNvSpPr/>
          <p:nvPr/>
        </p:nvSpPr>
        <p:spPr>
          <a:xfrm>
            <a:off x="7378561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6"/>
          <p:cNvSpPr/>
          <p:nvPr/>
        </p:nvSpPr>
        <p:spPr>
          <a:xfrm>
            <a:off x="8331278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6"/>
          <p:cNvSpPr/>
          <p:nvPr/>
        </p:nvSpPr>
        <p:spPr>
          <a:xfrm>
            <a:off x="5473125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6"/>
          <p:cNvSpPr/>
          <p:nvPr/>
        </p:nvSpPr>
        <p:spPr>
          <a:xfrm>
            <a:off x="6425842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6"/>
          <p:cNvSpPr/>
          <p:nvPr/>
        </p:nvSpPr>
        <p:spPr>
          <a:xfrm>
            <a:off x="7378561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6"/>
          <p:cNvSpPr/>
          <p:nvPr/>
        </p:nvSpPr>
        <p:spPr>
          <a:xfrm>
            <a:off x="8331278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6"/>
          <p:cNvSpPr/>
          <p:nvPr/>
        </p:nvSpPr>
        <p:spPr>
          <a:xfrm>
            <a:off x="5473125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6"/>
          <p:cNvSpPr/>
          <p:nvPr/>
        </p:nvSpPr>
        <p:spPr>
          <a:xfrm>
            <a:off x="6425842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6"/>
          <p:cNvSpPr/>
          <p:nvPr/>
        </p:nvSpPr>
        <p:spPr>
          <a:xfrm>
            <a:off x="7378561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6"/>
          <p:cNvSpPr/>
          <p:nvPr/>
        </p:nvSpPr>
        <p:spPr>
          <a:xfrm>
            <a:off x="8331278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6"/>
          <p:cNvSpPr/>
          <p:nvPr/>
        </p:nvSpPr>
        <p:spPr>
          <a:xfrm>
            <a:off x="5473125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6"/>
          <p:cNvSpPr/>
          <p:nvPr/>
        </p:nvSpPr>
        <p:spPr>
          <a:xfrm>
            <a:off x="6425842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6"/>
          <p:cNvSpPr/>
          <p:nvPr/>
        </p:nvSpPr>
        <p:spPr>
          <a:xfrm>
            <a:off x="7378561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8331278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6" name="Google Shape;616;p26"/>
          <p:cNvCxnSpPr/>
          <p:nvPr/>
        </p:nvCxnSpPr>
        <p:spPr>
          <a:xfrm rot="10800000">
            <a:off x="4846384" y="229122"/>
            <a:ext cx="626741" cy="456849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7" name="Google Shape;617;p26"/>
          <p:cNvSpPr txBox="1"/>
          <p:nvPr/>
        </p:nvSpPr>
        <p:spPr>
          <a:xfrm>
            <a:off x="4713939" y="1499662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6"/>
          <p:cNvSpPr txBox="1"/>
          <p:nvPr/>
        </p:nvSpPr>
        <p:spPr>
          <a:xfrm>
            <a:off x="6638755" y="0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6"/>
          <p:cNvSpPr txBox="1"/>
          <p:nvPr/>
        </p:nvSpPr>
        <p:spPr>
          <a:xfrm>
            <a:off x="4740565" y="2239220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6"/>
          <p:cNvSpPr txBox="1"/>
          <p:nvPr/>
        </p:nvSpPr>
        <p:spPr>
          <a:xfrm>
            <a:off x="4752738" y="2978779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6"/>
          <p:cNvSpPr txBox="1"/>
          <p:nvPr/>
        </p:nvSpPr>
        <p:spPr>
          <a:xfrm>
            <a:off x="4769445" y="3688956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6"/>
          <p:cNvSpPr/>
          <p:nvPr/>
        </p:nvSpPr>
        <p:spPr>
          <a:xfrm>
            <a:off x="5473125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6"/>
          <p:cNvSpPr/>
          <p:nvPr/>
        </p:nvSpPr>
        <p:spPr>
          <a:xfrm>
            <a:off x="6425842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6"/>
          <p:cNvSpPr/>
          <p:nvPr/>
        </p:nvSpPr>
        <p:spPr>
          <a:xfrm>
            <a:off x="7378560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6"/>
          <p:cNvSpPr/>
          <p:nvPr/>
        </p:nvSpPr>
        <p:spPr>
          <a:xfrm>
            <a:off x="8331276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6"/>
          <p:cNvSpPr/>
          <p:nvPr/>
        </p:nvSpPr>
        <p:spPr>
          <a:xfrm>
            <a:off x="9283996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9283997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6"/>
          <p:cNvSpPr/>
          <p:nvPr/>
        </p:nvSpPr>
        <p:spPr>
          <a:xfrm>
            <a:off x="9283997" y="219107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6"/>
          <p:cNvSpPr/>
          <p:nvPr/>
        </p:nvSpPr>
        <p:spPr>
          <a:xfrm>
            <a:off x="9283997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6"/>
          <p:cNvSpPr/>
          <p:nvPr/>
        </p:nvSpPr>
        <p:spPr>
          <a:xfrm>
            <a:off x="9283996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6"/>
          <p:cNvSpPr/>
          <p:nvPr/>
        </p:nvSpPr>
        <p:spPr>
          <a:xfrm>
            <a:off x="10236713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6"/>
          <p:cNvSpPr/>
          <p:nvPr/>
        </p:nvSpPr>
        <p:spPr>
          <a:xfrm>
            <a:off x="10236715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6"/>
          <p:cNvSpPr/>
          <p:nvPr/>
        </p:nvSpPr>
        <p:spPr>
          <a:xfrm>
            <a:off x="10236715" y="219107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6"/>
          <p:cNvSpPr/>
          <p:nvPr/>
        </p:nvSpPr>
        <p:spPr>
          <a:xfrm>
            <a:off x="10236715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6"/>
          <p:cNvSpPr/>
          <p:nvPr/>
        </p:nvSpPr>
        <p:spPr>
          <a:xfrm>
            <a:off x="10236714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6"/>
          <p:cNvSpPr txBox="1"/>
          <p:nvPr/>
        </p:nvSpPr>
        <p:spPr>
          <a:xfrm>
            <a:off x="5127912" y="8955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6"/>
          <p:cNvSpPr txBox="1"/>
          <p:nvPr/>
        </p:nvSpPr>
        <p:spPr>
          <a:xfrm>
            <a:off x="5139692" y="1628728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6"/>
          <p:cNvSpPr txBox="1"/>
          <p:nvPr/>
        </p:nvSpPr>
        <p:spPr>
          <a:xfrm>
            <a:off x="5151472" y="2361899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6"/>
          <p:cNvSpPr/>
          <p:nvPr/>
        </p:nvSpPr>
        <p:spPr>
          <a:xfrm>
            <a:off x="5105759" y="3076014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6"/>
          <p:cNvSpPr/>
          <p:nvPr/>
        </p:nvSpPr>
        <p:spPr>
          <a:xfrm>
            <a:off x="5127912" y="3809185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6"/>
          <p:cNvSpPr txBox="1"/>
          <p:nvPr/>
        </p:nvSpPr>
        <p:spPr>
          <a:xfrm>
            <a:off x="5639951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6"/>
          <p:cNvSpPr txBox="1"/>
          <p:nvPr/>
        </p:nvSpPr>
        <p:spPr>
          <a:xfrm>
            <a:off x="6627432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6"/>
          <p:cNvSpPr txBox="1"/>
          <p:nvPr/>
        </p:nvSpPr>
        <p:spPr>
          <a:xfrm>
            <a:off x="7614913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6"/>
          <p:cNvSpPr txBox="1"/>
          <p:nvPr/>
        </p:nvSpPr>
        <p:spPr>
          <a:xfrm>
            <a:off x="8602394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6"/>
          <p:cNvSpPr txBox="1"/>
          <p:nvPr/>
        </p:nvSpPr>
        <p:spPr>
          <a:xfrm>
            <a:off x="9589874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6"/>
          <p:cNvSpPr txBox="1"/>
          <p:nvPr/>
        </p:nvSpPr>
        <p:spPr>
          <a:xfrm>
            <a:off x="10577355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473122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6"/>
          <p:cNvSpPr/>
          <p:nvPr/>
        </p:nvSpPr>
        <p:spPr>
          <a:xfrm>
            <a:off x="6425839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6"/>
          <p:cNvSpPr/>
          <p:nvPr/>
        </p:nvSpPr>
        <p:spPr>
          <a:xfrm>
            <a:off x="7378558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6"/>
          <p:cNvSpPr/>
          <p:nvPr/>
        </p:nvSpPr>
        <p:spPr>
          <a:xfrm>
            <a:off x="8331275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6"/>
          <p:cNvSpPr/>
          <p:nvPr/>
        </p:nvSpPr>
        <p:spPr>
          <a:xfrm>
            <a:off x="5473122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6"/>
          <p:cNvSpPr/>
          <p:nvPr/>
        </p:nvSpPr>
        <p:spPr>
          <a:xfrm>
            <a:off x="6425839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6"/>
          <p:cNvSpPr/>
          <p:nvPr/>
        </p:nvSpPr>
        <p:spPr>
          <a:xfrm>
            <a:off x="7378558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6"/>
          <p:cNvSpPr/>
          <p:nvPr/>
        </p:nvSpPr>
        <p:spPr>
          <a:xfrm>
            <a:off x="8331275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6"/>
          <p:cNvSpPr/>
          <p:nvPr/>
        </p:nvSpPr>
        <p:spPr>
          <a:xfrm>
            <a:off x="5473122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6"/>
          <p:cNvSpPr/>
          <p:nvPr/>
        </p:nvSpPr>
        <p:spPr>
          <a:xfrm>
            <a:off x="6425839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6"/>
          <p:cNvSpPr/>
          <p:nvPr/>
        </p:nvSpPr>
        <p:spPr>
          <a:xfrm>
            <a:off x="7378558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6"/>
          <p:cNvSpPr/>
          <p:nvPr/>
        </p:nvSpPr>
        <p:spPr>
          <a:xfrm>
            <a:off x="8331275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6"/>
          <p:cNvSpPr/>
          <p:nvPr/>
        </p:nvSpPr>
        <p:spPr>
          <a:xfrm>
            <a:off x="5473122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6"/>
          <p:cNvSpPr/>
          <p:nvPr/>
        </p:nvSpPr>
        <p:spPr>
          <a:xfrm>
            <a:off x="6425839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6"/>
          <p:cNvSpPr/>
          <p:nvPr/>
        </p:nvSpPr>
        <p:spPr>
          <a:xfrm>
            <a:off x="7378558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8331275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3" name="Google Shape;663;p26"/>
          <p:cNvCxnSpPr/>
          <p:nvPr/>
        </p:nvCxnSpPr>
        <p:spPr>
          <a:xfrm rot="10800000">
            <a:off x="4846381" y="221900"/>
            <a:ext cx="626741" cy="456849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4" name="Google Shape;664;p26"/>
          <p:cNvSpPr/>
          <p:nvPr/>
        </p:nvSpPr>
        <p:spPr>
          <a:xfrm>
            <a:off x="5473122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6"/>
          <p:cNvSpPr/>
          <p:nvPr/>
        </p:nvSpPr>
        <p:spPr>
          <a:xfrm>
            <a:off x="6425839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6"/>
          <p:cNvSpPr/>
          <p:nvPr/>
        </p:nvSpPr>
        <p:spPr>
          <a:xfrm>
            <a:off x="7378557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6"/>
          <p:cNvSpPr/>
          <p:nvPr/>
        </p:nvSpPr>
        <p:spPr>
          <a:xfrm>
            <a:off x="8331273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6"/>
          <p:cNvSpPr/>
          <p:nvPr/>
        </p:nvSpPr>
        <p:spPr>
          <a:xfrm>
            <a:off x="9283993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6"/>
          <p:cNvSpPr/>
          <p:nvPr/>
        </p:nvSpPr>
        <p:spPr>
          <a:xfrm>
            <a:off x="9283994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6"/>
          <p:cNvSpPr/>
          <p:nvPr/>
        </p:nvSpPr>
        <p:spPr>
          <a:xfrm>
            <a:off x="9283994" y="218385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6"/>
          <p:cNvSpPr/>
          <p:nvPr/>
        </p:nvSpPr>
        <p:spPr>
          <a:xfrm>
            <a:off x="9283994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6"/>
          <p:cNvSpPr/>
          <p:nvPr/>
        </p:nvSpPr>
        <p:spPr>
          <a:xfrm>
            <a:off x="9283993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6"/>
          <p:cNvSpPr/>
          <p:nvPr/>
        </p:nvSpPr>
        <p:spPr>
          <a:xfrm>
            <a:off x="10236710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6"/>
          <p:cNvSpPr/>
          <p:nvPr/>
        </p:nvSpPr>
        <p:spPr>
          <a:xfrm>
            <a:off x="10236712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6"/>
          <p:cNvSpPr/>
          <p:nvPr/>
        </p:nvSpPr>
        <p:spPr>
          <a:xfrm>
            <a:off x="10236712" y="218385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6"/>
          <p:cNvSpPr/>
          <p:nvPr/>
        </p:nvSpPr>
        <p:spPr>
          <a:xfrm>
            <a:off x="10236712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6"/>
          <p:cNvSpPr txBox="1"/>
          <p:nvPr/>
        </p:nvSpPr>
        <p:spPr>
          <a:xfrm>
            <a:off x="5127909" y="888334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6"/>
          <p:cNvSpPr txBox="1"/>
          <p:nvPr/>
        </p:nvSpPr>
        <p:spPr>
          <a:xfrm>
            <a:off x="5139689" y="1621505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6"/>
          <p:cNvSpPr txBox="1"/>
          <p:nvPr/>
        </p:nvSpPr>
        <p:spPr>
          <a:xfrm>
            <a:off x="5151470" y="2354677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6"/>
          <p:cNvSpPr/>
          <p:nvPr/>
        </p:nvSpPr>
        <p:spPr>
          <a:xfrm>
            <a:off x="5105756" y="3068791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6"/>
          <p:cNvSpPr/>
          <p:nvPr/>
        </p:nvSpPr>
        <p:spPr>
          <a:xfrm>
            <a:off x="5127909" y="380196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6"/>
          <p:cNvSpPr txBox="1"/>
          <p:nvPr/>
        </p:nvSpPr>
        <p:spPr>
          <a:xfrm>
            <a:off x="5639948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6"/>
          <p:cNvSpPr txBox="1"/>
          <p:nvPr/>
        </p:nvSpPr>
        <p:spPr>
          <a:xfrm>
            <a:off x="6627429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6"/>
          <p:cNvSpPr txBox="1"/>
          <p:nvPr/>
        </p:nvSpPr>
        <p:spPr>
          <a:xfrm>
            <a:off x="7614910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6"/>
          <p:cNvSpPr txBox="1"/>
          <p:nvPr/>
        </p:nvSpPr>
        <p:spPr>
          <a:xfrm>
            <a:off x="8602391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6"/>
          <p:cNvSpPr txBox="1"/>
          <p:nvPr/>
        </p:nvSpPr>
        <p:spPr>
          <a:xfrm>
            <a:off x="9589872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6"/>
          <p:cNvSpPr txBox="1"/>
          <p:nvPr/>
        </p:nvSpPr>
        <p:spPr>
          <a:xfrm>
            <a:off x="10577352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6"/>
          <p:cNvSpPr/>
          <p:nvPr/>
        </p:nvSpPr>
        <p:spPr>
          <a:xfrm>
            <a:off x="10236709" y="3681734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6"/>
          <p:cNvSpPr/>
          <p:nvPr/>
        </p:nvSpPr>
        <p:spPr>
          <a:xfrm>
            <a:off x="10236709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6"/>
          <p:cNvSpPr/>
          <p:nvPr/>
        </p:nvSpPr>
        <p:spPr>
          <a:xfrm>
            <a:off x="6616026" y="56525"/>
            <a:ext cx="57774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         G          G          T          A       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6"/>
          <p:cNvSpPr/>
          <p:nvPr/>
        </p:nvSpPr>
        <p:spPr>
          <a:xfrm>
            <a:off x="11244331" y="68080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6"/>
          <p:cNvSpPr/>
          <p:nvPr/>
        </p:nvSpPr>
        <p:spPr>
          <a:xfrm>
            <a:off x="11244333" y="1433360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6"/>
          <p:cNvSpPr/>
          <p:nvPr/>
        </p:nvSpPr>
        <p:spPr>
          <a:xfrm>
            <a:off x="11244333" y="218591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6"/>
          <p:cNvSpPr/>
          <p:nvPr/>
        </p:nvSpPr>
        <p:spPr>
          <a:xfrm>
            <a:off x="11244333" y="293846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6"/>
          <p:cNvSpPr/>
          <p:nvPr/>
        </p:nvSpPr>
        <p:spPr>
          <a:xfrm>
            <a:off x="11244332" y="369101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6"/>
          <p:cNvSpPr/>
          <p:nvPr/>
        </p:nvSpPr>
        <p:spPr>
          <a:xfrm>
            <a:off x="11244328" y="67358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6"/>
          <p:cNvSpPr/>
          <p:nvPr/>
        </p:nvSpPr>
        <p:spPr>
          <a:xfrm>
            <a:off x="11244330" y="1426138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6"/>
          <p:cNvSpPr/>
          <p:nvPr/>
        </p:nvSpPr>
        <p:spPr>
          <a:xfrm>
            <a:off x="11244330" y="217868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6"/>
          <p:cNvSpPr/>
          <p:nvPr/>
        </p:nvSpPr>
        <p:spPr>
          <a:xfrm>
            <a:off x="11244330" y="293124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6"/>
          <p:cNvSpPr/>
          <p:nvPr/>
        </p:nvSpPr>
        <p:spPr>
          <a:xfrm>
            <a:off x="11244327" y="3676571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6"/>
          <p:cNvSpPr/>
          <p:nvPr/>
        </p:nvSpPr>
        <p:spPr>
          <a:xfrm>
            <a:off x="11244327" y="368379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6"/>
          <p:cNvSpPr txBox="1"/>
          <p:nvPr/>
        </p:nvSpPr>
        <p:spPr>
          <a:xfrm>
            <a:off x="11478885" y="371182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6"/>
          <p:cNvSpPr txBox="1"/>
          <p:nvPr/>
        </p:nvSpPr>
        <p:spPr>
          <a:xfrm>
            <a:off x="4738075" y="4478484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6"/>
          <p:cNvSpPr/>
          <p:nvPr/>
        </p:nvSpPr>
        <p:spPr>
          <a:xfrm>
            <a:off x="5441755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6"/>
          <p:cNvSpPr/>
          <p:nvPr/>
        </p:nvSpPr>
        <p:spPr>
          <a:xfrm>
            <a:off x="6394473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6"/>
          <p:cNvSpPr/>
          <p:nvPr/>
        </p:nvSpPr>
        <p:spPr>
          <a:xfrm>
            <a:off x="7347190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6"/>
          <p:cNvSpPr/>
          <p:nvPr/>
        </p:nvSpPr>
        <p:spPr>
          <a:xfrm>
            <a:off x="8299907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6"/>
          <p:cNvSpPr/>
          <p:nvPr/>
        </p:nvSpPr>
        <p:spPr>
          <a:xfrm>
            <a:off x="9252626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6"/>
          <p:cNvSpPr/>
          <p:nvPr/>
        </p:nvSpPr>
        <p:spPr>
          <a:xfrm>
            <a:off x="10205344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6"/>
          <p:cNvSpPr/>
          <p:nvPr/>
        </p:nvSpPr>
        <p:spPr>
          <a:xfrm>
            <a:off x="5090840" y="459871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6"/>
          <p:cNvSpPr/>
          <p:nvPr/>
        </p:nvSpPr>
        <p:spPr>
          <a:xfrm>
            <a:off x="5441752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6"/>
          <p:cNvSpPr/>
          <p:nvPr/>
        </p:nvSpPr>
        <p:spPr>
          <a:xfrm>
            <a:off x="6394470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6"/>
          <p:cNvSpPr/>
          <p:nvPr/>
        </p:nvSpPr>
        <p:spPr>
          <a:xfrm>
            <a:off x="7347187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6"/>
          <p:cNvSpPr/>
          <p:nvPr/>
        </p:nvSpPr>
        <p:spPr>
          <a:xfrm>
            <a:off x="8299904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6"/>
          <p:cNvSpPr/>
          <p:nvPr/>
        </p:nvSpPr>
        <p:spPr>
          <a:xfrm>
            <a:off x="9252623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6"/>
          <p:cNvSpPr/>
          <p:nvPr/>
        </p:nvSpPr>
        <p:spPr>
          <a:xfrm>
            <a:off x="10205340" y="4471261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6"/>
          <p:cNvSpPr/>
          <p:nvPr/>
        </p:nvSpPr>
        <p:spPr>
          <a:xfrm>
            <a:off x="10205340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6"/>
          <p:cNvSpPr/>
          <p:nvPr/>
        </p:nvSpPr>
        <p:spPr>
          <a:xfrm>
            <a:off x="11212962" y="448054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6"/>
          <p:cNvSpPr/>
          <p:nvPr/>
        </p:nvSpPr>
        <p:spPr>
          <a:xfrm>
            <a:off x="11212957" y="4466099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6"/>
          <p:cNvSpPr/>
          <p:nvPr/>
        </p:nvSpPr>
        <p:spPr>
          <a:xfrm>
            <a:off x="11212957" y="447332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6"/>
          <p:cNvSpPr txBox="1"/>
          <p:nvPr/>
        </p:nvSpPr>
        <p:spPr>
          <a:xfrm>
            <a:off x="4706706" y="5268011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6"/>
          <p:cNvSpPr/>
          <p:nvPr/>
        </p:nvSpPr>
        <p:spPr>
          <a:xfrm>
            <a:off x="5410385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6"/>
          <p:cNvSpPr/>
          <p:nvPr/>
        </p:nvSpPr>
        <p:spPr>
          <a:xfrm>
            <a:off x="6363103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6"/>
          <p:cNvSpPr/>
          <p:nvPr/>
        </p:nvSpPr>
        <p:spPr>
          <a:xfrm>
            <a:off x="7315820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6"/>
          <p:cNvSpPr/>
          <p:nvPr/>
        </p:nvSpPr>
        <p:spPr>
          <a:xfrm>
            <a:off x="8268537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6"/>
          <p:cNvSpPr/>
          <p:nvPr/>
        </p:nvSpPr>
        <p:spPr>
          <a:xfrm>
            <a:off x="9221256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6"/>
          <p:cNvSpPr/>
          <p:nvPr/>
        </p:nvSpPr>
        <p:spPr>
          <a:xfrm>
            <a:off x="10173975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6"/>
          <p:cNvSpPr/>
          <p:nvPr/>
        </p:nvSpPr>
        <p:spPr>
          <a:xfrm>
            <a:off x="5059471" y="538824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6"/>
          <p:cNvSpPr/>
          <p:nvPr/>
        </p:nvSpPr>
        <p:spPr>
          <a:xfrm>
            <a:off x="5410382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6"/>
          <p:cNvSpPr/>
          <p:nvPr/>
        </p:nvSpPr>
        <p:spPr>
          <a:xfrm>
            <a:off x="6363100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6"/>
          <p:cNvSpPr/>
          <p:nvPr/>
        </p:nvSpPr>
        <p:spPr>
          <a:xfrm>
            <a:off x="7315817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6"/>
          <p:cNvSpPr/>
          <p:nvPr/>
        </p:nvSpPr>
        <p:spPr>
          <a:xfrm>
            <a:off x="8268534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6"/>
          <p:cNvSpPr/>
          <p:nvPr/>
        </p:nvSpPr>
        <p:spPr>
          <a:xfrm>
            <a:off x="9221253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6"/>
          <p:cNvSpPr/>
          <p:nvPr/>
        </p:nvSpPr>
        <p:spPr>
          <a:xfrm>
            <a:off x="10173970" y="5260789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6"/>
          <p:cNvSpPr/>
          <p:nvPr/>
        </p:nvSpPr>
        <p:spPr>
          <a:xfrm>
            <a:off x="10173970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6"/>
          <p:cNvSpPr/>
          <p:nvPr/>
        </p:nvSpPr>
        <p:spPr>
          <a:xfrm>
            <a:off x="11181592" y="52700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6"/>
          <p:cNvSpPr/>
          <p:nvPr/>
        </p:nvSpPr>
        <p:spPr>
          <a:xfrm>
            <a:off x="11181588" y="5255627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6"/>
          <p:cNvSpPr/>
          <p:nvPr/>
        </p:nvSpPr>
        <p:spPr>
          <a:xfrm>
            <a:off x="11181588" y="52628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6"/>
          <p:cNvSpPr txBox="1"/>
          <p:nvPr/>
        </p:nvSpPr>
        <p:spPr>
          <a:xfrm>
            <a:off x="4675336" y="6057539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6"/>
          <p:cNvSpPr/>
          <p:nvPr/>
        </p:nvSpPr>
        <p:spPr>
          <a:xfrm>
            <a:off x="5379016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6"/>
          <p:cNvSpPr/>
          <p:nvPr/>
        </p:nvSpPr>
        <p:spPr>
          <a:xfrm>
            <a:off x="6331733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6"/>
          <p:cNvSpPr/>
          <p:nvPr/>
        </p:nvSpPr>
        <p:spPr>
          <a:xfrm>
            <a:off x="7284451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6"/>
          <p:cNvSpPr/>
          <p:nvPr/>
        </p:nvSpPr>
        <p:spPr>
          <a:xfrm>
            <a:off x="8237167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6"/>
          <p:cNvSpPr/>
          <p:nvPr/>
        </p:nvSpPr>
        <p:spPr>
          <a:xfrm>
            <a:off x="9189887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6"/>
          <p:cNvSpPr/>
          <p:nvPr/>
        </p:nvSpPr>
        <p:spPr>
          <a:xfrm>
            <a:off x="10142605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6"/>
          <p:cNvSpPr/>
          <p:nvPr/>
        </p:nvSpPr>
        <p:spPr>
          <a:xfrm>
            <a:off x="5028101" y="617776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6"/>
          <p:cNvSpPr/>
          <p:nvPr/>
        </p:nvSpPr>
        <p:spPr>
          <a:xfrm>
            <a:off x="5379013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6"/>
          <p:cNvSpPr/>
          <p:nvPr/>
        </p:nvSpPr>
        <p:spPr>
          <a:xfrm>
            <a:off x="6331730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6"/>
          <p:cNvSpPr/>
          <p:nvPr/>
        </p:nvSpPr>
        <p:spPr>
          <a:xfrm>
            <a:off x="7284448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6"/>
          <p:cNvSpPr/>
          <p:nvPr/>
        </p:nvSpPr>
        <p:spPr>
          <a:xfrm>
            <a:off x="8237164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6"/>
          <p:cNvSpPr/>
          <p:nvPr/>
        </p:nvSpPr>
        <p:spPr>
          <a:xfrm>
            <a:off x="9189884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6"/>
          <p:cNvSpPr/>
          <p:nvPr/>
        </p:nvSpPr>
        <p:spPr>
          <a:xfrm>
            <a:off x="10142600" y="6050317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6"/>
          <p:cNvSpPr/>
          <p:nvPr/>
        </p:nvSpPr>
        <p:spPr>
          <a:xfrm>
            <a:off x="10142600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6"/>
          <p:cNvSpPr/>
          <p:nvPr/>
        </p:nvSpPr>
        <p:spPr>
          <a:xfrm>
            <a:off x="11150223" y="6059599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6"/>
          <p:cNvSpPr/>
          <p:nvPr/>
        </p:nvSpPr>
        <p:spPr>
          <a:xfrm>
            <a:off x="11150218" y="6045155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6"/>
          <p:cNvSpPr/>
          <p:nvPr/>
        </p:nvSpPr>
        <p:spPr>
          <a:xfrm>
            <a:off x="11150218" y="6052377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7" name="Google Shape;757;p26"/>
          <p:cNvPicPr preferRelativeResize="0"/>
          <p:nvPr/>
        </p:nvPicPr>
        <p:blipFill rotWithShape="1">
          <a:blip r:embed="rId3">
            <a:alphaModFix/>
          </a:blip>
          <a:srcRect b="0" l="2046" r="20500" t="0"/>
          <a:stretch/>
        </p:blipFill>
        <p:spPr>
          <a:xfrm>
            <a:off x="10160" y="1918045"/>
            <a:ext cx="4632717" cy="175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7"/>
          <p:cNvSpPr txBox="1"/>
          <p:nvPr>
            <p:ph type="title"/>
          </p:nvPr>
        </p:nvSpPr>
        <p:spPr>
          <a:xfrm>
            <a:off x="2336" y="333434"/>
            <a:ext cx="5103420" cy="1277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Bottom Up Approach (Tracking)</a:t>
            </a:r>
            <a:endParaRPr/>
          </a:p>
        </p:txBody>
      </p:sp>
      <p:sp>
        <p:nvSpPr>
          <p:cNvPr id="764" name="Google Shape;764;p27"/>
          <p:cNvSpPr/>
          <p:nvPr/>
        </p:nvSpPr>
        <p:spPr>
          <a:xfrm>
            <a:off x="5473125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7"/>
          <p:cNvSpPr/>
          <p:nvPr/>
        </p:nvSpPr>
        <p:spPr>
          <a:xfrm>
            <a:off x="6425842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7"/>
          <p:cNvSpPr/>
          <p:nvPr/>
        </p:nvSpPr>
        <p:spPr>
          <a:xfrm>
            <a:off x="7378561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7"/>
          <p:cNvSpPr/>
          <p:nvPr/>
        </p:nvSpPr>
        <p:spPr>
          <a:xfrm>
            <a:off x="8331278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7"/>
          <p:cNvSpPr/>
          <p:nvPr/>
        </p:nvSpPr>
        <p:spPr>
          <a:xfrm>
            <a:off x="5473125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7"/>
          <p:cNvSpPr/>
          <p:nvPr/>
        </p:nvSpPr>
        <p:spPr>
          <a:xfrm>
            <a:off x="6425842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7"/>
          <p:cNvSpPr/>
          <p:nvPr/>
        </p:nvSpPr>
        <p:spPr>
          <a:xfrm>
            <a:off x="7378561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7"/>
          <p:cNvSpPr/>
          <p:nvPr/>
        </p:nvSpPr>
        <p:spPr>
          <a:xfrm>
            <a:off x="8331278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7"/>
          <p:cNvSpPr/>
          <p:nvPr/>
        </p:nvSpPr>
        <p:spPr>
          <a:xfrm>
            <a:off x="5473125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7"/>
          <p:cNvSpPr/>
          <p:nvPr/>
        </p:nvSpPr>
        <p:spPr>
          <a:xfrm>
            <a:off x="6425842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7"/>
          <p:cNvSpPr/>
          <p:nvPr/>
        </p:nvSpPr>
        <p:spPr>
          <a:xfrm>
            <a:off x="7378561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7"/>
          <p:cNvSpPr/>
          <p:nvPr/>
        </p:nvSpPr>
        <p:spPr>
          <a:xfrm>
            <a:off x="8331278" y="2191074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7"/>
          <p:cNvSpPr/>
          <p:nvPr/>
        </p:nvSpPr>
        <p:spPr>
          <a:xfrm>
            <a:off x="5473125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7"/>
          <p:cNvSpPr/>
          <p:nvPr/>
        </p:nvSpPr>
        <p:spPr>
          <a:xfrm>
            <a:off x="6425842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7"/>
          <p:cNvSpPr/>
          <p:nvPr/>
        </p:nvSpPr>
        <p:spPr>
          <a:xfrm>
            <a:off x="7378561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7"/>
          <p:cNvSpPr/>
          <p:nvPr/>
        </p:nvSpPr>
        <p:spPr>
          <a:xfrm>
            <a:off x="8331278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0" name="Google Shape;780;p27"/>
          <p:cNvCxnSpPr/>
          <p:nvPr/>
        </p:nvCxnSpPr>
        <p:spPr>
          <a:xfrm rot="10800000">
            <a:off x="4846384" y="229122"/>
            <a:ext cx="626741" cy="456849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1" name="Google Shape;781;p27"/>
          <p:cNvSpPr txBox="1"/>
          <p:nvPr/>
        </p:nvSpPr>
        <p:spPr>
          <a:xfrm>
            <a:off x="4713939" y="1499662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7"/>
          <p:cNvSpPr txBox="1"/>
          <p:nvPr/>
        </p:nvSpPr>
        <p:spPr>
          <a:xfrm>
            <a:off x="6638755" y="0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7"/>
          <p:cNvSpPr txBox="1"/>
          <p:nvPr/>
        </p:nvSpPr>
        <p:spPr>
          <a:xfrm>
            <a:off x="4740565" y="2239220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7"/>
          <p:cNvSpPr txBox="1"/>
          <p:nvPr/>
        </p:nvSpPr>
        <p:spPr>
          <a:xfrm>
            <a:off x="4752738" y="2978779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7"/>
          <p:cNvSpPr txBox="1"/>
          <p:nvPr/>
        </p:nvSpPr>
        <p:spPr>
          <a:xfrm>
            <a:off x="4769445" y="3688956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7"/>
          <p:cNvSpPr/>
          <p:nvPr/>
        </p:nvSpPr>
        <p:spPr>
          <a:xfrm>
            <a:off x="5473125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7"/>
          <p:cNvSpPr/>
          <p:nvPr/>
        </p:nvSpPr>
        <p:spPr>
          <a:xfrm>
            <a:off x="6425842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7"/>
          <p:cNvSpPr/>
          <p:nvPr/>
        </p:nvSpPr>
        <p:spPr>
          <a:xfrm>
            <a:off x="7378560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7"/>
          <p:cNvSpPr/>
          <p:nvPr/>
        </p:nvSpPr>
        <p:spPr>
          <a:xfrm>
            <a:off x="8331276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7"/>
          <p:cNvSpPr/>
          <p:nvPr/>
        </p:nvSpPr>
        <p:spPr>
          <a:xfrm>
            <a:off x="9283996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7"/>
          <p:cNvSpPr/>
          <p:nvPr/>
        </p:nvSpPr>
        <p:spPr>
          <a:xfrm>
            <a:off x="9283997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7"/>
          <p:cNvSpPr/>
          <p:nvPr/>
        </p:nvSpPr>
        <p:spPr>
          <a:xfrm>
            <a:off x="9283997" y="219107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7"/>
          <p:cNvSpPr/>
          <p:nvPr/>
        </p:nvSpPr>
        <p:spPr>
          <a:xfrm>
            <a:off x="9283997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7"/>
          <p:cNvSpPr/>
          <p:nvPr/>
        </p:nvSpPr>
        <p:spPr>
          <a:xfrm>
            <a:off x="9283996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7"/>
          <p:cNvSpPr/>
          <p:nvPr/>
        </p:nvSpPr>
        <p:spPr>
          <a:xfrm>
            <a:off x="10236713" y="6859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7"/>
          <p:cNvSpPr/>
          <p:nvPr/>
        </p:nvSpPr>
        <p:spPr>
          <a:xfrm>
            <a:off x="10236715" y="1438522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7"/>
          <p:cNvSpPr/>
          <p:nvPr/>
        </p:nvSpPr>
        <p:spPr>
          <a:xfrm>
            <a:off x="10236715" y="219107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7"/>
          <p:cNvSpPr/>
          <p:nvPr/>
        </p:nvSpPr>
        <p:spPr>
          <a:xfrm>
            <a:off x="10236715" y="294362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7"/>
          <p:cNvSpPr/>
          <p:nvPr/>
        </p:nvSpPr>
        <p:spPr>
          <a:xfrm>
            <a:off x="10236714" y="369617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7"/>
          <p:cNvSpPr txBox="1"/>
          <p:nvPr/>
        </p:nvSpPr>
        <p:spPr>
          <a:xfrm>
            <a:off x="5127912" y="8955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7"/>
          <p:cNvSpPr txBox="1"/>
          <p:nvPr/>
        </p:nvSpPr>
        <p:spPr>
          <a:xfrm>
            <a:off x="5139692" y="1628728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7"/>
          <p:cNvSpPr txBox="1"/>
          <p:nvPr/>
        </p:nvSpPr>
        <p:spPr>
          <a:xfrm>
            <a:off x="5151472" y="2361899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7"/>
          <p:cNvSpPr/>
          <p:nvPr/>
        </p:nvSpPr>
        <p:spPr>
          <a:xfrm>
            <a:off x="5105759" y="3076014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7"/>
          <p:cNvSpPr/>
          <p:nvPr/>
        </p:nvSpPr>
        <p:spPr>
          <a:xfrm>
            <a:off x="5127912" y="3809185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7"/>
          <p:cNvSpPr txBox="1"/>
          <p:nvPr/>
        </p:nvSpPr>
        <p:spPr>
          <a:xfrm>
            <a:off x="5639951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7"/>
          <p:cNvSpPr txBox="1"/>
          <p:nvPr/>
        </p:nvSpPr>
        <p:spPr>
          <a:xfrm>
            <a:off x="6627432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7"/>
          <p:cNvSpPr txBox="1"/>
          <p:nvPr/>
        </p:nvSpPr>
        <p:spPr>
          <a:xfrm>
            <a:off x="7614913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7"/>
          <p:cNvSpPr txBox="1"/>
          <p:nvPr/>
        </p:nvSpPr>
        <p:spPr>
          <a:xfrm>
            <a:off x="8602394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7"/>
          <p:cNvSpPr txBox="1"/>
          <p:nvPr/>
        </p:nvSpPr>
        <p:spPr>
          <a:xfrm>
            <a:off x="9589874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7"/>
          <p:cNvSpPr txBox="1"/>
          <p:nvPr/>
        </p:nvSpPr>
        <p:spPr>
          <a:xfrm>
            <a:off x="10577355" y="39815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7"/>
          <p:cNvSpPr/>
          <p:nvPr/>
        </p:nvSpPr>
        <p:spPr>
          <a:xfrm>
            <a:off x="5473122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7"/>
          <p:cNvSpPr/>
          <p:nvPr/>
        </p:nvSpPr>
        <p:spPr>
          <a:xfrm>
            <a:off x="6425839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7"/>
          <p:cNvSpPr/>
          <p:nvPr/>
        </p:nvSpPr>
        <p:spPr>
          <a:xfrm>
            <a:off x="7378558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7"/>
          <p:cNvSpPr/>
          <p:nvPr/>
        </p:nvSpPr>
        <p:spPr>
          <a:xfrm>
            <a:off x="8331275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7"/>
          <p:cNvSpPr/>
          <p:nvPr/>
        </p:nvSpPr>
        <p:spPr>
          <a:xfrm>
            <a:off x="5473122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7"/>
          <p:cNvSpPr/>
          <p:nvPr/>
        </p:nvSpPr>
        <p:spPr>
          <a:xfrm>
            <a:off x="6425839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7"/>
          <p:cNvSpPr/>
          <p:nvPr/>
        </p:nvSpPr>
        <p:spPr>
          <a:xfrm>
            <a:off x="7378558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7"/>
          <p:cNvSpPr/>
          <p:nvPr/>
        </p:nvSpPr>
        <p:spPr>
          <a:xfrm>
            <a:off x="8331275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7"/>
          <p:cNvSpPr/>
          <p:nvPr/>
        </p:nvSpPr>
        <p:spPr>
          <a:xfrm>
            <a:off x="5473122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7"/>
          <p:cNvSpPr/>
          <p:nvPr/>
        </p:nvSpPr>
        <p:spPr>
          <a:xfrm>
            <a:off x="6425839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7"/>
          <p:cNvSpPr/>
          <p:nvPr/>
        </p:nvSpPr>
        <p:spPr>
          <a:xfrm>
            <a:off x="7378558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7"/>
          <p:cNvSpPr/>
          <p:nvPr/>
        </p:nvSpPr>
        <p:spPr>
          <a:xfrm>
            <a:off x="8331275" y="2183852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7"/>
          <p:cNvSpPr/>
          <p:nvPr/>
        </p:nvSpPr>
        <p:spPr>
          <a:xfrm>
            <a:off x="5473122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7"/>
          <p:cNvSpPr/>
          <p:nvPr/>
        </p:nvSpPr>
        <p:spPr>
          <a:xfrm>
            <a:off x="6425839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7"/>
          <p:cNvSpPr/>
          <p:nvPr/>
        </p:nvSpPr>
        <p:spPr>
          <a:xfrm>
            <a:off x="7378558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7"/>
          <p:cNvSpPr/>
          <p:nvPr/>
        </p:nvSpPr>
        <p:spPr>
          <a:xfrm>
            <a:off x="8331275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7" name="Google Shape;827;p27"/>
          <p:cNvCxnSpPr/>
          <p:nvPr/>
        </p:nvCxnSpPr>
        <p:spPr>
          <a:xfrm rot="10800000">
            <a:off x="4846381" y="221900"/>
            <a:ext cx="626741" cy="456849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8" name="Google Shape;828;p27"/>
          <p:cNvSpPr/>
          <p:nvPr/>
        </p:nvSpPr>
        <p:spPr>
          <a:xfrm>
            <a:off x="5473122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7"/>
          <p:cNvSpPr/>
          <p:nvPr/>
        </p:nvSpPr>
        <p:spPr>
          <a:xfrm>
            <a:off x="6425839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7"/>
          <p:cNvSpPr/>
          <p:nvPr/>
        </p:nvSpPr>
        <p:spPr>
          <a:xfrm>
            <a:off x="7378557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7"/>
          <p:cNvSpPr/>
          <p:nvPr/>
        </p:nvSpPr>
        <p:spPr>
          <a:xfrm>
            <a:off x="8331273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7"/>
          <p:cNvSpPr/>
          <p:nvPr/>
        </p:nvSpPr>
        <p:spPr>
          <a:xfrm>
            <a:off x="9283993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7"/>
          <p:cNvSpPr/>
          <p:nvPr/>
        </p:nvSpPr>
        <p:spPr>
          <a:xfrm>
            <a:off x="9283994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7"/>
          <p:cNvSpPr/>
          <p:nvPr/>
        </p:nvSpPr>
        <p:spPr>
          <a:xfrm>
            <a:off x="9283994" y="218385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7"/>
          <p:cNvSpPr/>
          <p:nvPr/>
        </p:nvSpPr>
        <p:spPr>
          <a:xfrm>
            <a:off x="9283994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7"/>
          <p:cNvSpPr/>
          <p:nvPr/>
        </p:nvSpPr>
        <p:spPr>
          <a:xfrm>
            <a:off x="9283993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7"/>
          <p:cNvSpPr/>
          <p:nvPr/>
        </p:nvSpPr>
        <p:spPr>
          <a:xfrm>
            <a:off x="10236710" y="6787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7"/>
          <p:cNvSpPr/>
          <p:nvPr/>
        </p:nvSpPr>
        <p:spPr>
          <a:xfrm>
            <a:off x="10236712" y="1431300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7"/>
          <p:cNvSpPr/>
          <p:nvPr/>
        </p:nvSpPr>
        <p:spPr>
          <a:xfrm>
            <a:off x="10236712" y="218385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7"/>
          <p:cNvSpPr/>
          <p:nvPr/>
        </p:nvSpPr>
        <p:spPr>
          <a:xfrm>
            <a:off x="10236712" y="293640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7"/>
          <p:cNvSpPr txBox="1"/>
          <p:nvPr/>
        </p:nvSpPr>
        <p:spPr>
          <a:xfrm>
            <a:off x="5127909" y="888334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7"/>
          <p:cNvSpPr txBox="1"/>
          <p:nvPr/>
        </p:nvSpPr>
        <p:spPr>
          <a:xfrm>
            <a:off x="5139689" y="1621505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7"/>
          <p:cNvSpPr txBox="1"/>
          <p:nvPr/>
        </p:nvSpPr>
        <p:spPr>
          <a:xfrm>
            <a:off x="5151470" y="2354677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7"/>
          <p:cNvSpPr/>
          <p:nvPr/>
        </p:nvSpPr>
        <p:spPr>
          <a:xfrm>
            <a:off x="5105756" y="3068791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7"/>
          <p:cNvSpPr/>
          <p:nvPr/>
        </p:nvSpPr>
        <p:spPr>
          <a:xfrm>
            <a:off x="5127909" y="380196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7"/>
          <p:cNvSpPr txBox="1"/>
          <p:nvPr/>
        </p:nvSpPr>
        <p:spPr>
          <a:xfrm>
            <a:off x="5639948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7"/>
          <p:cNvSpPr txBox="1"/>
          <p:nvPr/>
        </p:nvSpPr>
        <p:spPr>
          <a:xfrm>
            <a:off x="6627429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7"/>
          <p:cNvSpPr txBox="1"/>
          <p:nvPr/>
        </p:nvSpPr>
        <p:spPr>
          <a:xfrm>
            <a:off x="7614910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7"/>
          <p:cNvSpPr txBox="1"/>
          <p:nvPr/>
        </p:nvSpPr>
        <p:spPr>
          <a:xfrm>
            <a:off x="8602391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7"/>
          <p:cNvSpPr txBox="1"/>
          <p:nvPr/>
        </p:nvSpPr>
        <p:spPr>
          <a:xfrm>
            <a:off x="9589872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7"/>
          <p:cNvSpPr txBox="1"/>
          <p:nvPr/>
        </p:nvSpPr>
        <p:spPr>
          <a:xfrm>
            <a:off x="10577352" y="39093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7"/>
          <p:cNvSpPr/>
          <p:nvPr/>
        </p:nvSpPr>
        <p:spPr>
          <a:xfrm>
            <a:off x="10236709" y="3681734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7"/>
          <p:cNvSpPr/>
          <p:nvPr/>
        </p:nvSpPr>
        <p:spPr>
          <a:xfrm>
            <a:off x="10236709" y="368895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7"/>
          <p:cNvSpPr/>
          <p:nvPr/>
        </p:nvSpPr>
        <p:spPr>
          <a:xfrm>
            <a:off x="6640576" y="56525"/>
            <a:ext cx="54153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         G          G          T          A       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7"/>
          <p:cNvSpPr/>
          <p:nvPr/>
        </p:nvSpPr>
        <p:spPr>
          <a:xfrm>
            <a:off x="11244331" y="680808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7"/>
          <p:cNvSpPr/>
          <p:nvPr/>
        </p:nvSpPr>
        <p:spPr>
          <a:xfrm>
            <a:off x="11244333" y="1433360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7"/>
          <p:cNvSpPr/>
          <p:nvPr/>
        </p:nvSpPr>
        <p:spPr>
          <a:xfrm>
            <a:off x="11244333" y="218591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7"/>
          <p:cNvSpPr/>
          <p:nvPr/>
        </p:nvSpPr>
        <p:spPr>
          <a:xfrm>
            <a:off x="11244333" y="293846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7"/>
          <p:cNvSpPr/>
          <p:nvPr/>
        </p:nvSpPr>
        <p:spPr>
          <a:xfrm>
            <a:off x="11244332" y="369101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7"/>
          <p:cNvSpPr/>
          <p:nvPr/>
        </p:nvSpPr>
        <p:spPr>
          <a:xfrm>
            <a:off x="11244328" y="673586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7"/>
          <p:cNvSpPr/>
          <p:nvPr/>
        </p:nvSpPr>
        <p:spPr>
          <a:xfrm>
            <a:off x="11244330" y="1426138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7"/>
          <p:cNvSpPr/>
          <p:nvPr/>
        </p:nvSpPr>
        <p:spPr>
          <a:xfrm>
            <a:off x="11244330" y="217868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7"/>
          <p:cNvSpPr/>
          <p:nvPr/>
        </p:nvSpPr>
        <p:spPr>
          <a:xfrm>
            <a:off x="11244330" y="293124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7"/>
          <p:cNvSpPr/>
          <p:nvPr/>
        </p:nvSpPr>
        <p:spPr>
          <a:xfrm>
            <a:off x="11244327" y="3676571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7"/>
          <p:cNvSpPr/>
          <p:nvPr/>
        </p:nvSpPr>
        <p:spPr>
          <a:xfrm>
            <a:off x="11244327" y="368379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7"/>
          <p:cNvSpPr txBox="1"/>
          <p:nvPr/>
        </p:nvSpPr>
        <p:spPr>
          <a:xfrm>
            <a:off x="11478885" y="371182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7"/>
          <p:cNvSpPr txBox="1"/>
          <p:nvPr/>
        </p:nvSpPr>
        <p:spPr>
          <a:xfrm>
            <a:off x="4738075" y="4478484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7"/>
          <p:cNvSpPr/>
          <p:nvPr/>
        </p:nvSpPr>
        <p:spPr>
          <a:xfrm>
            <a:off x="5441755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7"/>
          <p:cNvSpPr/>
          <p:nvPr/>
        </p:nvSpPr>
        <p:spPr>
          <a:xfrm>
            <a:off x="6394473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7"/>
          <p:cNvSpPr/>
          <p:nvPr/>
        </p:nvSpPr>
        <p:spPr>
          <a:xfrm>
            <a:off x="7347190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7"/>
          <p:cNvSpPr/>
          <p:nvPr/>
        </p:nvSpPr>
        <p:spPr>
          <a:xfrm>
            <a:off x="8299907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7"/>
          <p:cNvSpPr/>
          <p:nvPr/>
        </p:nvSpPr>
        <p:spPr>
          <a:xfrm>
            <a:off x="9252626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7"/>
          <p:cNvSpPr/>
          <p:nvPr/>
        </p:nvSpPr>
        <p:spPr>
          <a:xfrm>
            <a:off x="10205344" y="4485706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7"/>
          <p:cNvSpPr/>
          <p:nvPr/>
        </p:nvSpPr>
        <p:spPr>
          <a:xfrm>
            <a:off x="5096542" y="4598713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7"/>
          <p:cNvSpPr/>
          <p:nvPr/>
        </p:nvSpPr>
        <p:spPr>
          <a:xfrm>
            <a:off x="5441752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7"/>
          <p:cNvSpPr/>
          <p:nvPr/>
        </p:nvSpPr>
        <p:spPr>
          <a:xfrm>
            <a:off x="6394470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7"/>
          <p:cNvSpPr/>
          <p:nvPr/>
        </p:nvSpPr>
        <p:spPr>
          <a:xfrm>
            <a:off x="7347187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7"/>
          <p:cNvSpPr/>
          <p:nvPr/>
        </p:nvSpPr>
        <p:spPr>
          <a:xfrm>
            <a:off x="8299904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7"/>
          <p:cNvSpPr/>
          <p:nvPr/>
        </p:nvSpPr>
        <p:spPr>
          <a:xfrm>
            <a:off x="9252623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7"/>
          <p:cNvSpPr/>
          <p:nvPr/>
        </p:nvSpPr>
        <p:spPr>
          <a:xfrm>
            <a:off x="5096539" y="4591491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7"/>
          <p:cNvSpPr/>
          <p:nvPr/>
        </p:nvSpPr>
        <p:spPr>
          <a:xfrm>
            <a:off x="10205340" y="4471261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7"/>
          <p:cNvSpPr/>
          <p:nvPr/>
        </p:nvSpPr>
        <p:spPr>
          <a:xfrm>
            <a:off x="10205340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7"/>
          <p:cNvSpPr/>
          <p:nvPr/>
        </p:nvSpPr>
        <p:spPr>
          <a:xfrm>
            <a:off x="11212962" y="448054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7"/>
          <p:cNvSpPr/>
          <p:nvPr/>
        </p:nvSpPr>
        <p:spPr>
          <a:xfrm>
            <a:off x="11212957" y="4466099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7"/>
          <p:cNvSpPr/>
          <p:nvPr/>
        </p:nvSpPr>
        <p:spPr>
          <a:xfrm>
            <a:off x="11212957" y="447332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7"/>
          <p:cNvSpPr txBox="1"/>
          <p:nvPr/>
        </p:nvSpPr>
        <p:spPr>
          <a:xfrm>
            <a:off x="4706706" y="5268011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27"/>
          <p:cNvSpPr/>
          <p:nvPr/>
        </p:nvSpPr>
        <p:spPr>
          <a:xfrm>
            <a:off x="5410385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7"/>
          <p:cNvSpPr/>
          <p:nvPr/>
        </p:nvSpPr>
        <p:spPr>
          <a:xfrm>
            <a:off x="6363103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7"/>
          <p:cNvSpPr/>
          <p:nvPr/>
        </p:nvSpPr>
        <p:spPr>
          <a:xfrm>
            <a:off x="7315820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7"/>
          <p:cNvSpPr/>
          <p:nvPr/>
        </p:nvSpPr>
        <p:spPr>
          <a:xfrm>
            <a:off x="8268537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7"/>
          <p:cNvSpPr/>
          <p:nvPr/>
        </p:nvSpPr>
        <p:spPr>
          <a:xfrm>
            <a:off x="9221256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7"/>
          <p:cNvSpPr/>
          <p:nvPr/>
        </p:nvSpPr>
        <p:spPr>
          <a:xfrm>
            <a:off x="10173975" y="5275233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7"/>
          <p:cNvSpPr/>
          <p:nvPr/>
        </p:nvSpPr>
        <p:spPr>
          <a:xfrm>
            <a:off x="5065173" y="5388240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7"/>
          <p:cNvSpPr/>
          <p:nvPr/>
        </p:nvSpPr>
        <p:spPr>
          <a:xfrm>
            <a:off x="5410382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7"/>
          <p:cNvSpPr/>
          <p:nvPr/>
        </p:nvSpPr>
        <p:spPr>
          <a:xfrm>
            <a:off x="6363100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7"/>
          <p:cNvSpPr/>
          <p:nvPr/>
        </p:nvSpPr>
        <p:spPr>
          <a:xfrm>
            <a:off x="7315817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7"/>
          <p:cNvSpPr/>
          <p:nvPr/>
        </p:nvSpPr>
        <p:spPr>
          <a:xfrm>
            <a:off x="8268534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7"/>
          <p:cNvSpPr/>
          <p:nvPr/>
        </p:nvSpPr>
        <p:spPr>
          <a:xfrm>
            <a:off x="9221253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7"/>
          <p:cNvSpPr/>
          <p:nvPr/>
        </p:nvSpPr>
        <p:spPr>
          <a:xfrm>
            <a:off x="5065170" y="5381018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7"/>
          <p:cNvSpPr/>
          <p:nvPr/>
        </p:nvSpPr>
        <p:spPr>
          <a:xfrm>
            <a:off x="10173970" y="5260789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7"/>
          <p:cNvSpPr/>
          <p:nvPr/>
        </p:nvSpPr>
        <p:spPr>
          <a:xfrm>
            <a:off x="10173970" y="5268011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7"/>
          <p:cNvSpPr/>
          <p:nvPr/>
        </p:nvSpPr>
        <p:spPr>
          <a:xfrm>
            <a:off x="11181592" y="527007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7"/>
          <p:cNvSpPr/>
          <p:nvPr/>
        </p:nvSpPr>
        <p:spPr>
          <a:xfrm>
            <a:off x="11181588" y="5255627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7"/>
          <p:cNvSpPr/>
          <p:nvPr/>
        </p:nvSpPr>
        <p:spPr>
          <a:xfrm>
            <a:off x="11181588" y="526284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7"/>
          <p:cNvSpPr txBox="1"/>
          <p:nvPr/>
        </p:nvSpPr>
        <p:spPr>
          <a:xfrm>
            <a:off x="4675336" y="6057539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27"/>
          <p:cNvSpPr/>
          <p:nvPr/>
        </p:nvSpPr>
        <p:spPr>
          <a:xfrm>
            <a:off x="5379016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7"/>
          <p:cNvSpPr/>
          <p:nvPr/>
        </p:nvSpPr>
        <p:spPr>
          <a:xfrm>
            <a:off x="6331733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7"/>
          <p:cNvSpPr/>
          <p:nvPr/>
        </p:nvSpPr>
        <p:spPr>
          <a:xfrm>
            <a:off x="7284451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7"/>
          <p:cNvSpPr/>
          <p:nvPr/>
        </p:nvSpPr>
        <p:spPr>
          <a:xfrm>
            <a:off x="8237167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7"/>
          <p:cNvSpPr/>
          <p:nvPr/>
        </p:nvSpPr>
        <p:spPr>
          <a:xfrm>
            <a:off x="9189887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7"/>
          <p:cNvSpPr/>
          <p:nvPr/>
        </p:nvSpPr>
        <p:spPr>
          <a:xfrm>
            <a:off x="10142605" y="6064761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7"/>
          <p:cNvSpPr/>
          <p:nvPr/>
        </p:nvSpPr>
        <p:spPr>
          <a:xfrm>
            <a:off x="5033803" y="6177768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7"/>
          <p:cNvSpPr/>
          <p:nvPr/>
        </p:nvSpPr>
        <p:spPr>
          <a:xfrm>
            <a:off x="5379013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7"/>
          <p:cNvSpPr/>
          <p:nvPr/>
        </p:nvSpPr>
        <p:spPr>
          <a:xfrm>
            <a:off x="6331730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7"/>
          <p:cNvSpPr/>
          <p:nvPr/>
        </p:nvSpPr>
        <p:spPr>
          <a:xfrm>
            <a:off x="7284448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7"/>
          <p:cNvSpPr/>
          <p:nvPr/>
        </p:nvSpPr>
        <p:spPr>
          <a:xfrm>
            <a:off x="8237164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7"/>
          <p:cNvSpPr/>
          <p:nvPr/>
        </p:nvSpPr>
        <p:spPr>
          <a:xfrm>
            <a:off x="9189884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7"/>
          <p:cNvSpPr/>
          <p:nvPr/>
        </p:nvSpPr>
        <p:spPr>
          <a:xfrm>
            <a:off x="5033800" y="6170546"/>
            <a:ext cx="290283" cy="333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7"/>
          <p:cNvSpPr/>
          <p:nvPr/>
        </p:nvSpPr>
        <p:spPr>
          <a:xfrm>
            <a:off x="10142600" y="6050317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7"/>
          <p:cNvSpPr/>
          <p:nvPr/>
        </p:nvSpPr>
        <p:spPr>
          <a:xfrm>
            <a:off x="10142600" y="6057539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7"/>
          <p:cNvSpPr/>
          <p:nvPr/>
        </p:nvSpPr>
        <p:spPr>
          <a:xfrm>
            <a:off x="11150223" y="6059599"/>
            <a:ext cx="842858" cy="6501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7"/>
          <p:cNvSpPr/>
          <p:nvPr/>
        </p:nvSpPr>
        <p:spPr>
          <a:xfrm>
            <a:off x="11150218" y="6045155"/>
            <a:ext cx="842858" cy="65013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7"/>
          <p:cNvSpPr/>
          <p:nvPr/>
        </p:nvSpPr>
        <p:spPr>
          <a:xfrm>
            <a:off x="11150218" y="6052377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4" name="Google Shape;924;p27"/>
          <p:cNvPicPr preferRelativeResize="0"/>
          <p:nvPr/>
        </p:nvPicPr>
        <p:blipFill rotWithShape="1">
          <a:blip r:embed="rId3">
            <a:alphaModFix/>
          </a:blip>
          <a:srcRect b="0" l="2046" r="20500" t="0"/>
          <a:stretch/>
        </p:blipFill>
        <p:spPr>
          <a:xfrm>
            <a:off x="10160" y="1918045"/>
            <a:ext cx="4632717" cy="175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27"/>
          <p:cNvSpPr/>
          <p:nvPr/>
        </p:nvSpPr>
        <p:spPr>
          <a:xfrm>
            <a:off x="10205340" y="4478484"/>
            <a:ext cx="842858" cy="65013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7"/>
          <p:cNvSpPr txBox="1"/>
          <p:nvPr/>
        </p:nvSpPr>
        <p:spPr>
          <a:xfrm>
            <a:off x="1984228" y="5410518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27"/>
          <p:cNvSpPr txBox="1"/>
          <p:nvPr/>
        </p:nvSpPr>
        <p:spPr>
          <a:xfrm>
            <a:off x="1352284" y="5398701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7"/>
          <p:cNvSpPr/>
          <p:nvPr/>
        </p:nvSpPr>
        <p:spPr>
          <a:xfrm rot="2135667">
            <a:off x="10746329" y="5774532"/>
            <a:ext cx="729205" cy="4587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7"/>
          <p:cNvSpPr/>
          <p:nvPr/>
        </p:nvSpPr>
        <p:spPr>
          <a:xfrm>
            <a:off x="11244327" y="5989321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7"/>
          <p:cNvSpPr/>
          <p:nvPr/>
        </p:nvSpPr>
        <p:spPr>
          <a:xfrm>
            <a:off x="10218619" y="5249726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7"/>
          <p:cNvSpPr/>
          <p:nvPr/>
        </p:nvSpPr>
        <p:spPr>
          <a:xfrm>
            <a:off x="9307016" y="3668755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7"/>
          <p:cNvSpPr/>
          <p:nvPr/>
        </p:nvSpPr>
        <p:spPr>
          <a:xfrm>
            <a:off x="9307856" y="2931241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7"/>
          <p:cNvSpPr/>
          <p:nvPr/>
        </p:nvSpPr>
        <p:spPr>
          <a:xfrm>
            <a:off x="8339619" y="2205455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7"/>
          <p:cNvSpPr/>
          <p:nvPr/>
        </p:nvSpPr>
        <p:spPr>
          <a:xfrm>
            <a:off x="8386173" y="1409848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7"/>
          <p:cNvSpPr/>
          <p:nvPr/>
        </p:nvSpPr>
        <p:spPr>
          <a:xfrm>
            <a:off x="7402765" y="681933"/>
            <a:ext cx="671331" cy="711593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7"/>
          <p:cNvSpPr/>
          <p:nvPr/>
        </p:nvSpPr>
        <p:spPr>
          <a:xfrm rot="2135667">
            <a:off x="9696123" y="4191000"/>
            <a:ext cx="729205" cy="4587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7"/>
          <p:cNvSpPr/>
          <p:nvPr/>
        </p:nvSpPr>
        <p:spPr>
          <a:xfrm rot="2135667">
            <a:off x="8795585" y="2640617"/>
            <a:ext cx="729205" cy="4587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7"/>
          <p:cNvSpPr/>
          <p:nvPr/>
        </p:nvSpPr>
        <p:spPr>
          <a:xfrm rot="2135667">
            <a:off x="7895047" y="1090234"/>
            <a:ext cx="729205" cy="4587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7"/>
          <p:cNvSpPr/>
          <p:nvPr/>
        </p:nvSpPr>
        <p:spPr>
          <a:xfrm rot="5400000">
            <a:off x="8504896" y="1883350"/>
            <a:ext cx="417542" cy="4587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7"/>
          <p:cNvSpPr/>
          <p:nvPr/>
        </p:nvSpPr>
        <p:spPr>
          <a:xfrm rot="5400000">
            <a:off x="9439569" y="3429120"/>
            <a:ext cx="417542" cy="4587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7"/>
          <p:cNvSpPr/>
          <p:nvPr/>
        </p:nvSpPr>
        <p:spPr>
          <a:xfrm rot="5400000">
            <a:off x="10374242" y="4974890"/>
            <a:ext cx="417542" cy="45877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7"/>
          <p:cNvSpPr txBox="1"/>
          <p:nvPr/>
        </p:nvSpPr>
        <p:spPr>
          <a:xfrm>
            <a:off x="716166" y="5422892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27"/>
          <p:cNvSpPr txBox="1"/>
          <p:nvPr/>
        </p:nvSpPr>
        <p:spPr>
          <a:xfrm>
            <a:off x="2639460" y="5388240"/>
            <a:ext cx="259590" cy="52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29"/>
          <p:cNvSpPr txBox="1"/>
          <p:nvPr>
            <p:ph type="title"/>
          </p:nvPr>
        </p:nvSpPr>
        <p:spPr>
          <a:xfrm>
            <a:off x="33481" y="201601"/>
            <a:ext cx="10411691" cy="660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Bottom Up Approach</a:t>
            </a:r>
            <a:endParaRPr/>
          </a:p>
        </p:txBody>
      </p:sp>
      <p:sp>
        <p:nvSpPr>
          <p:cNvPr id="949" name="Google Shape;949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Solve: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S1=ABCBDAB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S2=BDCABA</a:t>
            </a:r>
            <a:endParaRPr/>
          </a:p>
        </p:txBody>
      </p:sp>
      <p:pic>
        <p:nvPicPr>
          <p:cNvPr id="950" name="Google Shape;9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8552" y="648352"/>
            <a:ext cx="6384175" cy="5779654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29"/>
          <p:cNvSpPr/>
          <p:nvPr/>
        </p:nvSpPr>
        <p:spPr>
          <a:xfrm>
            <a:off x="6096000" y="617872"/>
            <a:ext cx="4349172" cy="487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9"/>
          <p:cNvSpPr/>
          <p:nvPr/>
        </p:nvSpPr>
        <p:spPr>
          <a:xfrm rot="5400000">
            <a:off x="2820900" y="3884059"/>
            <a:ext cx="4349172" cy="487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700" y="114625"/>
            <a:ext cx="5239926" cy="663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9650" y="1547150"/>
            <a:ext cx="4364649" cy="300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7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964" name="Google Shape;964;p7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2022-09-16T13:10:20Z</dcterms:created>
  <dc:creator>lenovo</dc:creator>
</cp:coreProperties>
</file>