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65AAA-5E81-4B6B-94AD-43B318F38315}" v="10" dt="2025-11-04T02:06:57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</pc:sldChg>
    </pc:docChg>
  </pc:docChgLst>
  <pc:docChgLst>
    <pc:chgData name="MD. RAIHAN MAHMUD" userId="4a62f7df-4410-48f1-90fd-18890a1620a6" providerId="ADAL" clId="{199ABB1F-63E5-4F98-A4AD-82979F3C4904}"/>
    <pc:docChg chg="custSel modSld">
      <pc:chgData name="MD. RAIHAN MAHMUD" userId="4a62f7df-4410-48f1-90fd-18890a1620a6" providerId="ADAL" clId="{199ABB1F-63E5-4F98-A4AD-82979F3C4904}" dt="2025-10-29T09:24:10.135" v="7" actId="1076"/>
      <pc:docMkLst>
        <pc:docMk/>
      </pc:docMkLst>
      <pc:sldChg chg="delSp modSp mod">
        <pc:chgData name="MD. RAIHAN MAHMUD" userId="4a62f7df-4410-48f1-90fd-18890a1620a6" providerId="ADAL" clId="{199ABB1F-63E5-4F98-A4AD-82979F3C4904}" dt="2025-10-29T09:24:10.135" v="7" actId="1076"/>
        <pc:sldMkLst>
          <pc:docMk/>
          <pc:sldMk cId="2664565021" sldId="256"/>
        </pc:sldMkLst>
        <pc:spChg chg="mod">
          <ac:chgData name="MD. RAIHAN MAHMUD" userId="4a62f7df-4410-48f1-90fd-18890a1620a6" providerId="ADAL" clId="{199ABB1F-63E5-4F98-A4AD-82979F3C4904}" dt="2025-10-29T09:24:10.135" v="7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411684674" sldId="29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373323169" sldId="295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373323169" sldId="295"/>
            <ac:spMk id="4" creationId="{5D6D9ECC-68FF-8D7D-811B-14DD60441EAC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731836009" sldId="296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731836009" sldId="296"/>
            <ac:spMk id="3" creationId="{0A303E40-ADDA-0C78-EA84-D404D5D51F3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925133192" sldId="298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925133192" sldId="298"/>
            <ac:spMk id="4" creationId="{DB2F2794-2A4A-41F1-381E-0501570FF32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2769073409" sldId="299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2769073409" sldId="299"/>
            <ac:spMk id="4" creationId="{25CDD077-DB25-5B43-C3F8-958B39DDA0A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7044653" sldId="30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7044653" sldId="303"/>
            <ac:spMk id="4" creationId="{59C10A0D-78A2-BF7F-A7E4-9820261191B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7168265" sldId="311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7168265" sldId="311"/>
            <ac:spMk id="3" creationId="{01149773-2BDA-ACC8-8895-B0E381214C7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1272034" sldId="312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1272034" sldId="312"/>
            <ac:spMk id="3" creationId="{9164E10F-2430-EE4F-3CEE-3FB90BB588D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039236" sldId="314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039236" sldId="314"/>
            <ac:spMk id="4" creationId="{25428DD3-CABA-9384-F30E-42C6A72F954F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  <pc:docChgLst>
    <pc:chgData name="MD. RAIHAN MAHMUD" userId="4a62f7df-4410-48f1-90fd-18890a1620a6" providerId="ADAL" clId="{B2039104-45D9-4CD2-BD34-02CB124718E6}"/>
    <pc:docChg chg="undo custSel addSld delSld modSld">
      <pc:chgData name="MD. RAIHAN MAHMUD" userId="4a62f7df-4410-48f1-90fd-18890a1620a6" providerId="ADAL" clId="{B2039104-45D9-4CD2-BD34-02CB124718E6}" dt="2025-11-04T02:06:57.668" v="9" actId="2890"/>
      <pc:docMkLst>
        <pc:docMk/>
      </pc:docMkLst>
      <pc:sldChg chg="addSp delSp modSp add del mod">
        <pc:chgData name="MD. RAIHAN MAHMUD" userId="4a62f7df-4410-48f1-90fd-18890a1620a6" providerId="ADAL" clId="{B2039104-45D9-4CD2-BD34-02CB124718E6}" dt="2025-11-04T02:06:57.668" v="9" actId="2890"/>
        <pc:sldMkLst>
          <pc:docMk/>
          <pc:sldMk cId="3899943343" sldId="315"/>
        </pc:sldMkLst>
        <pc:spChg chg="add del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3" creationId="{A411F630-F308-B059-3D58-50F99D34814F}"/>
          </ac:spMkLst>
        </pc:spChg>
        <pc:spChg chg="add del mod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8" creationId="{AEFBFA36-D375-90CC-D99D-0401C54239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7370233" y="4628242"/>
            <a:ext cx="4660900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</a:rPr>
              <a:t>ahammadmejbah@aiub.edu</a:t>
            </a:r>
            <a:endParaRPr lang="en-US" sz="3200" cap="none" dirty="0">
              <a:latin typeface="Georgia" panose="02040502050405020303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V-Model is an extension of the waterfall model and is based on an association of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This is a highly disciplined model, and the next phase starts only after the completion of the previous phase.</a:t>
            </a:r>
            <a:endParaRPr lang="en-GB" sz="20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Requirements are not precise, and the p</a:t>
            </a:r>
            <a:r>
              <a:rPr lang="en-GB" sz="2200"/>
              <a:t>rototype serves as a mechanism for identifying software requirements</a:t>
            </a:r>
            <a:endParaRPr lang="en-GB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/>
              <a:t>System requirements ALWAYS evolve during a project, so process iteration is proper where earlier stages are reworked and is always part of the process for large systems</a:t>
            </a:r>
            <a:endParaRPr lang="en-GB" sz="22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/>
              <a:t>Incremental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Rather than </a:t>
            </a:r>
            <a:r>
              <a:rPr lang="en-US" sz="2000">
                <a:latin typeface="+mj-lt"/>
              </a:rPr>
              <a:t>delivering the system as a single delivery, development and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T</a:t>
            </a:r>
            <a:r>
              <a:rPr lang="en-US" sz="200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User requirements are prioritized, and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Once the development of an increment is started,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In the RAD model, the components or functions are </a:t>
            </a:r>
            <a:r>
              <a:rPr lang="en-US" sz="2000">
                <a:solidFill>
                  <a:srgbClr val="C00000"/>
                </a:solidFill>
              </a:rPr>
              <a:t>developed in parallel </a:t>
            </a:r>
            <a:r>
              <a:rPr lang="en-US" sz="200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/>
              <a:t>Delivers a fully functional system in </a:t>
            </a:r>
            <a:r>
              <a:rPr lang="en-GB" altLang="en-US" sz="2000">
                <a:solidFill>
                  <a:srgbClr val="C00000"/>
                </a:solidFill>
              </a:rPr>
              <a:t>90 days</a:t>
            </a:r>
            <a:r>
              <a:rPr lang="en-GB" altLang="en-US" sz="2000"/>
              <a:t>, give or take 30 days</a:t>
            </a:r>
            <a:r>
              <a:rPr lang="en-US" sz="200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User Design </a:t>
            </a:r>
            <a:r>
              <a:rPr lang="en-GB" altLang="en-US" sz="200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Construction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Cutover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(testing, changeover to new system, user training)</a:t>
            </a:r>
            <a:endParaRPr lang="en-US" sz="2200" b="1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Rational Unified Process (RUP)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Risk profile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Widescreen</PresentationFormat>
  <Paragraphs>88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Bell MT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MEJBAH AHAMMAD</cp:lastModifiedBy>
  <cp:revision>2</cp:revision>
  <dcterms:created xsi:type="dcterms:W3CDTF">2019-05-13T08:37:20Z</dcterms:created>
  <dcterms:modified xsi:type="dcterms:W3CDTF">2026-02-06T20:26:39Z</dcterms:modified>
</cp:coreProperties>
</file>