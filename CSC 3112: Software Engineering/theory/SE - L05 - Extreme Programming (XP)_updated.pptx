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sldIdLst>
    <p:sldId id="256" r:id="rId2"/>
    <p:sldId id="293" r:id="rId3"/>
    <p:sldId id="294" r:id="rId4"/>
    <p:sldId id="295" r:id="rId5"/>
    <p:sldId id="296" r:id="rId6"/>
    <p:sldId id="318" r:id="rId7"/>
    <p:sldId id="297" r:id="rId8"/>
    <p:sldId id="316" r:id="rId9"/>
    <p:sldId id="298" r:id="rId10"/>
    <p:sldId id="299" r:id="rId11"/>
    <p:sldId id="300" r:id="rId12"/>
    <p:sldId id="301" r:id="rId13"/>
    <p:sldId id="302" r:id="rId14"/>
    <p:sldId id="304" r:id="rId15"/>
    <p:sldId id="307" r:id="rId16"/>
    <p:sldId id="308" r:id="rId17"/>
    <p:sldId id="309" r:id="rId18"/>
    <p:sldId id="310" r:id="rId19"/>
    <p:sldId id="31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90" y="36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7CC48164-155B-473F-8576-0FCDCB472B86}"/>
    <pc:docChg chg="undo custSel modSld">
      <pc:chgData name="Saikat Baul" userId="dae859d7-ea3e-4a5d-83a1-d953f3940120" providerId="ADAL" clId="{7CC48164-155B-473F-8576-0FCDCB472B86}" dt="2025-03-01T08:45:21.022" v="56"/>
      <pc:docMkLst>
        <pc:docMk/>
      </pc:docMkLst>
      <pc:sldChg chg="delSp modSp mod">
        <pc:chgData name="Saikat Baul" userId="dae859d7-ea3e-4a5d-83a1-d953f3940120" providerId="ADAL" clId="{7CC48164-155B-473F-8576-0FCDCB472B86}" dt="2025-03-01T08:40:35.471" v="5" actId="1076"/>
        <pc:sldMkLst>
          <pc:docMk/>
          <pc:sldMk cId="2664565021" sldId="256"/>
        </pc:sldMkLst>
        <pc:spChg chg="mod">
          <ac:chgData name="Saikat Baul" userId="dae859d7-ea3e-4a5d-83a1-d953f3940120" providerId="ADAL" clId="{7CC48164-155B-473F-8576-0FCDCB472B86}" dt="2025-03-01T08:40:35.471" v="5" actId="1076"/>
          <ac:spMkLst>
            <pc:docMk/>
            <pc:sldMk cId="2664565021" sldId="256"/>
            <ac:spMk id="24" creationId="{C2082529-78D7-4EA7-BFF9-A1D1F62040C8}"/>
          </ac:spMkLst>
        </pc:spChg>
      </pc:sldChg>
      <pc:sldChg chg="addSp delSp modSp mod">
        <pc:chgData name="Saikat Baul" userId="dae859d7-ea3e-4a5d-83a1-d953f3940120" providerId="ADAL" clId="{7CC48164-155B-473F-8576-0FCDCB472B86}" dt="2025-03-01T08:43:25.466" v="13" actId="122"/>
        <pc:sldMkLst>
          <pc:docMk/>
          <pc:sldMk cId="3411684674" sldId="293"/>
        </pc:sldMkLst>
        <pc:spChg chg="add del mod">
          <ac:chgData name="Saikat Baul" userId="dae859d7-ea3e-4a5d-83a1-d953f3940120" providerId="ADAL" clId="{7CC48164-155B-473F-8576-0FCDCB472B86}" dt="2025-03-01T08:43:25.466" v="13" actId="122"/>
          <ac:spMkLst>
            <pc:docMk/>
            <pc:sldMk cId="3411684674" sldId="293"/>
            <ac:spMk id="6" creationId="{00000000-0000-0000-0000-000000000000}"/>
          </ac:spMkLst>
        </pc:spChg>
      </pc:sldChg>
      <pc:sldChg chg="addSp delSp modSp mod">
        <pc:chgData name="Saikat Baul" userId="dae859d7-ea3e-4a5d-83a1-d953f3940120" providerId="ADAL" clId="{7CC48164-155B-473F-8576-0FCDCB472B86}" dt="2025-03-01T08:43:33.600" v="15"/>
        <pc:sldMkLst>
          <pc:docMk/>
          <pc:sldMk cId="204856136" sldId="294"/>
        </pc:sldMkLst>
        <pc:spChg chg="add mod">
          <ac:chgData name="Saikat Baul" userId="dae859d7-ea3e-4a5d-83a1-d953f3940120" providerId="ADAL" clId="{7CC48164-155B-473F-8576-0FCDCB472B86}" dt="2025-03-01T08:43:33.600" v="15"/>
          <ac:spMkLst>
            <pc:docMk/>
            <pc:sldMk cId="204856136" sldId="294"/>
            <ac:spMk id="4" creationId="{42EE4F1E-F9BA-72A7-0D4D-4C2837E33A8B}"/>
          </ac:spMkLst>
        </pc:spChg>
      </pc:sldChg>
      <pc:sldChg chg="addSp delSp modSp mod">
        <pc:chgData name="Saikat Baul" userId="dae859d7-ea3e-4a5d-83a1-d953f3940120" providerId="ADAL" clId="{7CC48164-155B-473F-8576-0FCDCB472B86}" dt="2025-03-01T08:43:38.400" v="17"/>
        <pc:sldMkLst>
          <pc:docMk/>
          <pc:sldMk cId="1598377919" sldId="295"/>
        </pc:sldMkLst>
        <pc:spChg chg="add mod">
          <ac:chgData name="Saikat Baul" userId="dae859d7-ea3e-4a5d-83a1-d953f3940120" providerId="ADAL" clId="{7CC48164-155B-473F-8576-0FCDCB472B86}" dt="2025-03-01T08:43:38.400" v="17"/>
          <ac:spMkLst>
            <pc:docMk/>
            <pc:sldMk cId="1598377919" sldId="295"/>
            <ac:spMk id="4" creationId="{2564BB65-E7F2-0F1C-C7D5-340031657196}"/>
          </ac:spMkLst>
        </pc:spChg>
      </pc:sldChg>
      <pc:sldChg chg="addSp delSp modSp mod">
        <pc:chgData name="Saikat Baul" userId="dae859d7-ea3e-4a5d-83a1-d953f3940120" providerId="ADAL" clId="{7CC48164-155B-473F-8576-0FCDCB472B86}" dt="2025-03-01T08:43:48.690" v="21"/>
        <pc:sldMkLst>
          <pc:docMk/>
          <pc:sldMk cId="2007902615" sldId="296"/>
        </pc:sldMkLst>
        <pc:spChg chg="add mod">
          <ac:chgData name="Saikat Baul" userId="dae859d7-ea3e-4a5d-83a1-d953f3940120" providerId="ADAL" clId="{7CC48164-155B-473F-8576-0FCDCB472B86}" dt="2025-03-01T08:43:48.690" v="21"/>
          <ac:spMkLst>
            <pc:docMk/>
            <pc:sldMk cId="2007902615" sldId="296"/>
            <ac:spMk id="8" creationId="{C20D80D1-2ADD-519C-D70B-4281AFB41D54}"/>
          </ac:spMkLst>
        </pc:spChg>
      </pc:sldChg>
      <pc:sldChg chg="addSp delSp modSp mod">
        <pc:chgData name="Saikat Baul" userId="dae859d7-ea3e-4a5d-83a1-d953f3940120" providerId="ADAL" clId="{7CC48164-155B-473F-8576-0FCDCB472B86}" dt="2025-03-01T08:43:53.404" v="23"/>
        <pc:sldMkLst>
          <pc:docMk/>
          <pc:sldMk cId="3331093358" sldId="297"/>
        </pc:sldMkLst>
        <pc:spChg chg="add mod">
          <ac:chgData name="Saikat Baul" userId="dae859d7-ea3e-4a5d-83a1-d953f3940120" providerId="ADAL" clId="{7CC48164-155B-473F-8576-0FCDCB472B86}" dt="2025-03-01T08:43:53.404" v="23"/>
          <ac:spMkLst>
            <pc:docMk/>
            <pc:sldMk cId="3331093358" sldId="297"/>
            <ac:spMk id="4" creationId="{549EA4D4-A414-1C23-0356-2BD205654232}"/>
          </ac:spMkLst>
        </pc:spChg>
      </pc:sldChg>
      <pc:sldChg chg="addSp delSp modSp mod">
        <pc:chgData name="Saikat Baul" userId="dae859d7-ea3e-4a5d-83a1-d953f3940120" providerId="ADAL" clId="{7CC48164-155B-473F-8576-0FCDCB472B86}" dt="2025-03-01T08:44:02.439" v="27"/>
        <pc:sldMkLst>
          <pc:docMk/>
          <pc:sldMk cId="4110094451" sldId="298"/>
        </pc:sldMkLst>
        <pc:spChg chg="add mod">
          <ac:chgData name="Saikat Baul" userId="dae859d7-ea3e-4a5d-83a1-d953f3940120" providerId="ADAL" clId="{7CC48164-155B-473F-8576-0FCDCB472B86}" dt="2025-03-01T08:44:02.439" v="27"/>
          <ac:spMkLst>
            <pc:docMk/>
            <pc:sldMk cId="4110094451" sldId="298"/>
            <ac:spMk id="4" creationId="{C7AA78CB-5C47-7278-5207-FCBD400694B0}"/>
          </ac:spMkLst>
        </pc:spChg>
      </pc:sldChg>
      <pc:sldChg chg="addSp delSp modSp mod">
        <pc:chgData name="Saikat Baul" userId="dae859d7-ea3e-4a5d-83a1-d953f3940120" providerId="ADAL" clId="{7CC48164-155B-473F-8576-0FCDCB472B86}" dt="2025-03-01T08:44:06.686" v="29"/>
        <pc:sldMkLst>
          <pc:docMk/>
          <pc:sldMk cId="4160308108" sldId="299"/>
        </pc:sldMkLst>
        <pc:spChg chg="add mod">
          <ac:chgData name="Saikat Baul" userId="dae859d7-ea3e-4a5d-83a1-d953f3940120" providerId="ADAL" clId="{7CC48164-155B-473F-8576-0FCDCB472B86}" dt="2025-03-01T08:44:06.686" v="29"/>
          <ac:spMkLst>
            <pc:docMk/>
            <pc:sldMk cId="4160308108" sldId="299"/>
            <ac:spMk id="4" creationId="{5AA38D6A-10E5-3E11-9366-CC00A31BC50F}"/>
          </ac:spMkLst>
        </pc:spChg>
      </pc:sldChg>
      <pc:sldChg chg="addSp delSp modSp mod">
        <pc:chgData name="Saikat Baul" userId="dae859d7-ea3e-4a5d-83a1-d953f3940120" providerId="ADAL" clId="{7CC48164-155B-473F-8576-0FCDCB472B86}" dt="2025-03-01T08:44:12.539" v="31"/>
        <pc:sldMkLst>
          <pc:docMk/>
          <pc:sldMk cId="3665196880" sldId="300"/>
        </pc:sldMkLst>
        <pc:spChg chg="add mod">
          <ac:chgData name="Saikat Baul" userId="dae859d7-ea3e-4a5d-83a1-d953f3940120" providerId="ADAL" clId="{7CC48164-155B-473F-8576-0FCDCB472B86}" dt="2025-03-01T08:44:12.539" v="31"/>
          <ac:spMkLst>
            <pc:docMk/>
            <pc:sldMk cId="3665196880" sldId="300"/>
            <ac:spMk id="4" creationId="{DCC0D28D-6310-4D9A-C9D1-ED8D7F7EDD1B}"/>
          </ac:spMkLst>
        </pc:spChg>
      </pc:sldChg>
      <pc:sldChg chg="addSp delSp modSp mod">
        <pc:chgData name="Saikat Baul" userId="dae859d7-ea3e-4a5d-83a1-d953f3940120" providerId="ADAL" clId="{7CC48164-155B-473F-8576-0FCDCB472B86}" dt="2025-03-01T08:44:16.982" v="33"/>
        <pc:sldMkLst>
          <pc:docMk/>
          <pc:sldMk cId="1152092329" sldId="301"/>
        </pc:sldMkLst>
        <pc:spChg chg="add mod">
          <ac:chgData name="Saikat Baul" userId="dae859d7-ea3e-4a5d-83a1-d953f3940120" providerId="ADAL" clId="{7CC48164-155B-473F-8576-0FCDCB472B86}" dt="2025-03-01T08:44:16.982" v="33"/>
          <ac:spMkLst>
            <pc:docMk/>
            <pc:sldMk cId="1152092329" sldId="301"/>
            <ac:spMk id="4" creationId="{53AFDDA1-A8F1-02F0-7576-3EFA76DFA2D1}"/>
          </ac:spMkLst>
        </pc:spChg>
      </pc:sldChg>
      <pc:sldChg chg="addSp delSp modSp mod">
        <pc:chgData name="Saikat Baul" userId="dae859d7-ea3e-4a5d-83a1-d953f3940120" providerId="ADAL" clId="{7CC48164-155B-473F-8576-0FCDCB472B86}" dt="2025-03-01T08:44:21.731" v="35"/>
        <pc:sldMkLst>
          <pc:docMk/>
          <pc:sldMk cId="680601753" sldId="302"/>
        </pc:sldMkLst>
        <pc:spChg chg="add mod">
          <ac:chgData name="Saikat Baul" userId="dae859d7-ea3e-4a5d-83a1-d953f3940120" providerId="ADAL" clId="{7CC48164-155B-473F-8576-0FCDCB472B86}" dt="2025-03-01T08:44:21.731" v="35"/>
          <ac:spMkLst>
            <pc:docMk/>
            <pc:sldMk cId="680601753" sldId="302"/>
            <ac:spMk id="4" creationId="{2B0C160E-C44E-30A3-0B7D-718CC4D82A40}"/>
          </ac:spMkLst>
        </pc:spChg>
      </pc:sldChg>
      <pc:sldChg chg="addSp delSp modSp mod">
        <pc:chgData name="Saikat Baul" userId="dae859d7-ea3e-4a5d-83a1-d953f3940120" providerId="ADAL" clId="{7CC48164-155B-473F-8576-0FCDCB472B86}" dt="2025-03-01T08:44:28.617" v="37"/>
        <pc:sldMkLst>
          <pc:docMk/>
          <pc:sldMk cId="2590582224" sldId="303"/>
        </pc:sldMkLst>
        <pc:spChg chg="add mod">
          <ac:chgData name="Saikat Baul" userId="dae859d7-ea3e-4a5d-83a1-d953f3940120" providerId="ADAL" clId="{7CC48164-155B-473F-8576-0FCDCB472B86}" dt="2025-03-01T08:44:28.617" v="37"/>
          <ac:spMkLst>
            <pc:docMk/>
            <pc:sldMk cId="2590582224" sldId="303"/>
            <ac:spMk id="4" creationId="{50730F7E-8333-6459-AA1E-60995BF60AF2}"/>
          </ac:spMkLst>
        </pc:spChg>
      </pc:sldChg>
      <pc:sldChg chg="addSp delSp modSp mod">
        <pc:chgData name="Saikat Baul" userId="dae859d7-ea3e-4a5d-83a1-d953f3940120" providerId="ADAL" clId="{7CC48164-155B-473F-8576-0FCDCB472B86}" dt="2025-03-01T08:44:35.235" v="39"/>
        <pc:sldMkLst>
          <pc:docMk/>
          <pc:sldMk cId="2789910790" sldId="304"/>
        </pc:sldMkLst>
        <pc:spChg chg="add mod">
          <ac:chgData name="Saikat Baul" userId="dae859d7-ea3e-4a5d-83a1-d953f3940120" providerId="ADAL" clId="{7CC48164-155B-473F-8576-0FCDCB472B86}" dt="2025-03-01T08:44:35.235" v="39"/>
          <ac:spMkLst>
            <pc:docMk/>
            <pc:sldMk cId="2789910790" sldId="304"/>
            <ac:spMk id="4" creationId="{16002555-535B-369B-30E4-01D529A04EA4}"/>
          </ac:spMkLst>
        </pc:spChg>
      </pc:sldChg>
      <pc:sldChg chg="addSp delSp modSp mod">
        <pc:chgData name="Saikat Baul" userId="dae859d7-ea3e-4a5d-83a1-d953f3940120" providerId="ADAL" clId="{7CC48164-155B-473F-8576-0FCDCB472B86}" dt="2025-03-01T08:44:39.674" v="41"/>
        <pc:sldMkLst>
          <pc:docMk/>
          <pc:sldMk cId="246700235" sldId="305"/>
        </pc:sldMkLst>
        <pc:spChg chg="add mod">
          <ac:chgData name="Saikat Baul" userId="dae859d7-ea3e-4a5d-83a1-d953f3940120" providerId="ADAL" clId="{7CC48164-155B-473F-8576-0FCDCB472B86}" dt="2025-03-01T08:44:39.674" v="41"/>
          <ac:spMkLst>
            <pc:docMk/>
            <pc:sldMk cId="246700235" sldId="305"/>
            <ac:spMk id="4" creationId="{E1D660CA-0510-2F04-B3E8-DD5EFADF174F}"/>
          </ac:spMkLst>
        </pc:spChg>
      </pc:sldChg>
      <pc:sldChg chg="addSp delSp modSp mod">
        <pc:chgData name="Saikat Baul" userId="dae859d7-ea3e-4a5d-83a1-d953f3940120" providerId="ADAL" clId="{7CC48164-155B-473F-8576-0FCDCB472B86}" dt="2025-03-01T08:44:44.745" v="43"/>
        <pc:sldMkLst>
          <pc:docMk/>
          <pc:sldMk cId="3421859561" sldId="307"/>
        </pc:sldMkLst>
        <pc:spChg chg="add mod">
          <ac:chgData name="Saikat Baul" userId="dae859d7-ea3e-4a5d-83a1-d953f3940120" providerId="ADAL" clId="{7CC48164-155B-473F-8576-0FCDCB472B86}" dt="2025-03-01T08:44:44.745" v="43"/>
          <ac:spMkLst>
            <pc:docMk/>
            <pc:sldMk cId="3421859561" sldId="307"/>
            <ac:spMk id="4" creationId="{1FD078E8-1545-EC2E-1DE3-A7D7FE304CD1}"/>
          </ac:spMkLst>
        </pc:spChg>
      </pc:sldChg>
      <pc:sldChg chg="addSp delSp modSp mod">
        <pc:chgData name="Saikat Baul" userId="dae859d7-ea3e-4a5d-83a1-d953f3940120" providerId="ADAL" clId="{7CC48164-155B-473F-8576-0FCDCB472B86}" dt="2025-03-01T08:44:49.152" v="45"/>
        <pc:sldMkLst>
          <pc:docMk/>
          <pc:sldMk cId="1348119521" sldId="308"/>
        </pc:sldMkLst>
        <pc:spChg chg="add mod">
          <ac:chgData name="Saikat Baul" userId="dae859d7-ea3e-4a5d-83a1-d953f3940120" providerId="ADAL" clId="{7CC48164-155B-473F-8576-0FCDCB472B86}" dt="2025-03-01T08:44:49.152" v="45"/>
          <ac:spMkLst>
            <pc:docMk/>
            <pc:sldMk cId="1348119521" sldId="308"/>
            <ac:spMk id="4" creationId="{CCF7BB0F-3A71-5D3E-F081-F7EA457B404D}"/>
          </ac:spMkLst>
        </pc:spChg>
      </pc:sldChg>
      <pc:sldChg chg="addSp delSp modSp mod">
        <pc:chgData name="Saikat Baul" userId="dae859d7-ea3e-4a5d-83a1-d953f3940120" providerId="ADAL" clId="{7CC48164-155B-473F-8576-0FCDCB472B86}" dt="2025-03-01T08:44:54.858" v="47"/>
        <pc:sldMkLst>
          <pc:docMk/>
          <pc:sldMk cId="3576337627" sldId="309"/>
        </pc:sldMkLst>
        <pc:spChg chg="add mod">
          <ac:chgData name="Saikat Baul" userId="dae859d7-ea3e-4a5d-83a1-d953f3940120" providerId="ADAL" clId="{7CC48164-155B-473F-8576-0FCDCB472B86}" dt="2025-03-01T08:44:54.858" v="47"/>
          <ac:spMkLst>
            <pc:docMk/>
            <pc:sldMk cId="3576337627" sldId="309"/>
            <ac:spMk id="4" creationId="{7A66233B-CFA4-2420-9DFC-4190EB8D6B49}"/>
          </ac:spMkLst>
        </pc:spChg>
      </pc:sldChg>
      <pc:sldChg chg="addSp delSp modSp mod">
        <pc:chgData name="Saikat Baul" userId="dae859d7-ea3e-4a5d-83a1-d953f3940120" providerId="ADAL" clId="{7CC48164-155B-473F-8576-0FCDCB472B86}" dt="2025-03-01T08:45:02.420" v="49"/>
        <pc:sldMkLst>
          <pc:docMk/>
          <pc:sldMk cId="3097644037" sldId="310"/>
        </pc:sldMkLst>
        <pc:spChg chg="add mod">
          <ac:chgData name="Saikat Baul" userId="dae859d7-ea3e-4a5d-83a1-d953f3940120" providerId="ADAL" clId="{7CC48164-155B-473F-8576-0FCDCB472B86}" dt="2025-03-01T08:45:02.420" v="49"/>
          <ac:spMkLst>
            <pc:docMk/>
            <pc:sldMk cId="3097644037" sldId="310"/>
            <ac:spMk id="4" creationId="{9EE84790-9FD8-4D9D-A886-76CCFED6B79E}"/>
          </ac:spMkLst>
        </pc:spChg>
      </pc:sldChg>
      <pc:sldChg chg="addSp modSp">
        <pc:chgData name="Saikat Baul" userId="dae859d7-ea3e-4a5d-83a1-d953f3940120" providerId="ADAL" clId="{7CC48164-155B-473F-8576-0FCDCB472B86}" dt="2025-03-01T08:45:21.022" v="56"/>
        <pc:sldMkLst>
          <pc:docMk/>
          <pc:sldMk cId="64039236" sldId="311"/>
        </pc:sldMkLst>
        <pc:spChg chg="add mod">
          <ac:chgData name="Saikat Baul" userId="dae859d7-ea3e-4a5d-83a1-d953f3940120" providerId="ADAL" clId="{7CC48164-155B-473F-8576-0FCDCB472B86}" dt="2025-03-01T08:45:21.022" v="56"/>
          <ac:spMkLst>
            <pc:docMk/>
            <pc:sldMk cId="64039236" sldId="311"/>
            <ac:spMk id="4" creationId="{9EA8292A-47B1-92CF-FBB2-3522E404C3EF}"/>
          </ac:spMkLst>
        </pc:spChg>
      </pc:sldChg>
      <pc:sldChg chg="addSp delSp modSp mod">
        <pc:chgData name="Saikat Baul" userId="dae859d7-ea3e-4a5d-83a1-d953f3940120" providerId="ADAL" clId="{7CC48164-155B-473F-8576-0FCDCB472B86}" dt="2025-03-01T08:45:18.313" v="55"/>
        <pc:sldMkLst>
          <pc:docMk/>
          <pc:sldMk cId="3870200761" sldId="312"/>
        </pc:sldMkLst>
        <pc:spChg chg="add mod">
          <ac:chgData name="Saikat Baul" userId="dae859d7-ea3e-4a5d-83a1-d953f3940120" providerId="ADAL" clId="{7CC48164-155B-473F-8576-0FCDCB472B86}" dt="2025-03-01T08:45:18.313" v="55"/>
          <ac:spMkLst>
            <pc:docMk/>
            <pc:sldMk cId="3870200761" sldId="312"/>
            <ac:spMk id="3" creationId="{953F04FC-02D4-6AF3-54E3-9F0CE5C4AD7D}"/>
          </ac:spMkLst>
        </pc:spChg>
      </pc:sldChg>
      <pc:sldChg chg="addSp delSp modSp mod">
        <pc:chgData name="Saikat Baul" userId="dae859d7-ea3e-4a5d-83a1-d953f3940120" providerId="ADAL" clId="{7CC48164-155B-473F-8576-0FCDCB472B86}" dt="2025-03-01T08:45:12.973" v="53"/>
        <pc:sldMkLst>
          <pc:docMk/>
          <pc:sldMk cId="1405625210" sldId="313"/>
        </pc:sldMkLst>
        <pc:spChg chg="add mod">
          <ac:chgData name="Saikat Baul" userId="dae859d7-ea3e-4a5d-83a1-d953f3940120" providerId="ADAL" clId="{7CC48164-155B-473F-8576-0FCDCB472B86}" dt="2025-03-01T08:45:12.973" v="53"/>
          <ac:spMkLst>
            <pc:docMk/>
            <pc:sldMk cId="1405625210" sldId="313"/>
            <ac:spMk id="4" creationId="{550C0A04-660A-9E74-8428-7BF86D0BC17F}"/>
          </ac:spMkLst>
        </pc:spChg>
      </pc:sldChg>
      <pc:sldChg chg="addSp delSp modSp mod">
        <pc:chgData name="Saikat Baul" userId="dae859d7-ea3e-4a5d-83a1-d953f3940120" providerId="ADAL" clId="{7CC48164-155B-473F-8576-0FCDCB472B86}" dt="2025-03-01T08:43:58.082" v="25"/>
        <pc:sldMkLst>
          <pc:docMk/>
          <pc:sldMk cId="3074703197" sldId="316"/>
        </pc:sldMkLst>
        <pc:spChg chg="add mod">
          <ac:chgData name="Saikat Baul" userId="dae859d7-ea3e-4a5d-83a1-d953f3940120" providerId="ADAL" clId="{7CC48164-155B-473F-8576-0FCDCB472B86}" dt="2025-03-01T08:43:58.082" v="25"/>
          <ac:spMkLst>
            <pc:docMk/>
            <pc:sldMk cId="3074703197" sldId="316"/>
            <ac:spMk id="4" creationId="{49AE249D-2DD0-1B25-712C-EC8D472B9D49}"/>
          </ac:spMkLst>
        </pc:spChg>
      </pc:sldChg>
      <pc:sldChg chg="addSp delSp modSp mod">
        <pc:chgData name="Saikat Baul" userId="dae859d7-ea3e-4a5d-83a1-d953f3940120" providerId="ADAL" clId="{7CC48164-155B-473F-8576-0FCDCB472B86}" dt="2025-03-01T08:45:07.489" v="51"/>
        <pc:sldMkLst>
          <pc:docMk/>
          <pc:sldMk cId="1687546258" sldId="317"/>
        </pc:sldMkLst>
        <pc:spChg chg="add mod">
          <ac:chgData name="Saikat Baul" userId="dae859d7-ea3e-4a5d-83a1-d953f3940120" providerId="ADAL" clId="{7CC48164-155B-473F-8576-0FCDCB472B86}" dt="2025-03-01T08:45:07.489" v="51"/>
          <ac:spMkLst>
            <pc:docMk/>
            <pc:sldMk cId="1687546258" sldId="317"/>
            <ac:spMk id="4" creationId="{0B0CE6CD-7ED2-310E-2BAB-94A038259A41}"/>
          </ac:spMkLst>
        </pc:spChg>
      </pc:sldChg>
    </pc:docChg>
  </pc:docChgLst>
  <pc:docChgLst>
    <pc:chgData name="Saikat Baul" userId="dae859d7-ea3e-4a5d-83a1-d953f3940120" providerId="ADAL" clId="{632F6D24-D8BE-41CA-A06C-A3A22EA1DF55}"/>
    <pc:docChg chg="modSld">
      <pc:chgData name="Saikat Baul" userId="dae859d7-ea3e-4a5d-83a1-d953f3940120" providerId="ADAL" clId="{632F6D24-D8BE-41CA-A06C-A3A22EA1DF55}" dt="2025-03-22T03:50:21.494" v="8" actId="207"/>
      <pc:docMkLst>
        <pc:docMk/>
      </pc:docMkLst>
      <pc:sldChg chg="modSp mod">
        <pc:chgData name="Saikat Baul" userId="dae859d7-ea3e-4a5d-83a1-d953f3940120" providerId="ADAL" clId="{632F6D24-D8BE-41CA-A06C-A3A22EA1DF55}" dt="2025-03-22T03:41:20.325" v="6" actId="20577"/>
        <pc:sldMkLst>
          <pc:docMk/>
          <pc:sldMk cId="4110094451" sldId="298"/>
        </pc:sldMkLst>
        <pc:spChg chg="mod">
          <ac:chgData name="Saikat Baul" userId="dae859d7-ea3e-4a5d-83a1-d953f3940120" providerId="ADAL" clId="{632F6D24-D8BE-41CA-A06C-A3A22EA1DF55}" dt="2025-03-22T03:41:20.325" v="6" actId="20577"/>
          <ac:spMkLst>
            <pc:docMk/>
            <pc:sldMk cId="4110094451" sldId="298"/>
            <ac:spMk id="3" creationId="{00000000-0000-0000-0000-000000000000}"/>
          </ac:spMkLst>
        </pc:spChg>
      </pc:sldChg>
      <pc:sldChg chg="modSp mod">
        <pc:chgData name="Saikat Baul" userId="dae859d7-ea3e-4a5d-83a1-d953f3940120" providerId="ADAL" clId="{632F6D24-D8BE-41CA-A06C-A3A22EA1DF55}" dt="2025-03-22T03:43:03.902" v="7" actId="207"/>
        <pc:sldMkLst>
          <pc:docMk/>
          <pc:sldMk cId="4160308108" sldId="299"/>
        </pc:sldMkLst>
        <pc:spChg chg="mod">
          <ac:chgData name="Saikat Baul" userId="dae859d7-ea3e-4a5d-83a1-d953f3940120" providerId="ADAL" clId="{632F6D24-D8BE-41CA-A06C-A3A22EA1DF55}" dt="2025-03-22T03:43:03.902" v="7" actId="207"/>
          <ac:spMkLst>
            <pc:docMk/>
            <pc:sldMk cId="4160308108" sldId="299"/>
            <ac:spMk id="3" creationId="{00000000-0000-0000-0000-000000000000}"/>
          </ac:spMkLst>
        </pc:spChg>
      </pc:sldChg>
      <pc:sldChg chg="modSp mod">
        <pc:chgData name="Saikat Baul" userId="dae859d7-ea3e-4a5d-83a1-d953f3940120" providerId="ADAL" clId="{632F6D24-D8BE-41CA-A06C-A3A22EA1DF55}" dt="2025-03-22T03:50:21.494" v="8" actId="207"/>
        <pc:sldMkLst>
          <pc:docMk/>
          <pc:sldMk cId="2789910790" sldId="304"/>
        </pc:sldMkLst>
        <pc:spChg chg="mod">
          <ac:chgData name="Saikat Baul" userId="dae859d7-ea3e-4a5d-83a1-d953f3940120" providerId="ADAL" clId="{632F6D24-D8BE-41CA-A06C-A3A22EA1DF55}" dt="2025-03-22T03:50:21.494" v="8" actId="207"/>
          <ac:spMkLst>
            <pc:docMk/>
            <pc:sldMk cId="2789910790" sldId="304"/>
            <ac:spMk id="3" creationId="{00000000-0000-0000-0000-000000000000}"/>
          </ac:spMkLst>
        </pc:spChg>
      </pc:sldChg>
    </pc:docChg>
  </pc:docChgLst>
  <pc:docChgLst>
    <pc:chgData name="MD. RAIHAN MAHMUD" userId="4a62f7df-4410-48f1-90fd-18890a1620a6" providerId="ADAL" clId="{D6BF3D2A-8CFE-4388-A180-6A36FA7C8FFD}"/>
    <pc:docChg chg="custSel modSld">
      <pc:chgData name="MD. RAIHAN MAHMUD" userId="4a62f7df-4410-48f1-90fd-18890a1620a6" providerId="ADAL" clId="{D6BF3D2A-8CFE-4388-A180-6A36FA7C8FFD}" dt="2025-10-29T09:26:48.048" v="7"/>
      <pc:docMkLst>
        <pc:docMk/>
      </pc:docMkLst>
      <pc:sldChg chg="delSp modSp mod">
        <pc:chgData name="MD. RAIHAN MAHMUD" userId="4a62f7df-4410-48f1-90fd-18890a1620a6" providerId="ADAL" clId="{D6BF3D2A-8CFE-4388-A180-6A36FA7C8FFD}" dt="2025-10-29T09:26:39.109" v="6" actId="1076"/>
        <pc:sldMkLst>
          <pc:docMk/>
          <pc:sldMk cId="2664565021" sldId="256"/>
        </pc:sldMkLst>
        <pc:spChg chg="del">
          <ac:chgData name="MD. RAIHAN MAHMUD" userId="4a62f7df-4410-48f1-90fd-18890a1620a6" providerId="ADAL" clId="{D6BF3D2A-8CFE-4388-A180-6A36FA7C8FFD}" dt="2025-10-29T09:26:35.505" v="5" actId="478"/>
          <ac:spMkLst>
            <pc:docMk/>
            <pc:sldMk cId="2664565021" sldId="256"/>
            <ac:spMk id="4" creationId="{A5E58126-070F-C5E2-C89A-E3217395F03F}"/>
          </ac:spMkLst>
        </pc:spChg>
        <pc:spChg chg="mod">
          <ac:chgData name="MD. RAIHAN MAHMUD" userId="4a62f7df-4410-48f1-90fd-18890a1620a6" providerId="ADAL" clId="{D6BF3D2A-8CFE-4388-A180-6A36FA7C8FFD}" dt="2025-10-29T09:26:39.109" v="6" actId="1076"/>
          <ac:spMkLst>
            <pc:docMk/>
            <pc:sldMk cId="2664565021" sldId="256"/>
            <ac:spMk id="24" creationId="{C2082529-78D7-4EA7-BFF9-A1D1F62040C8}"/>
          </ac:spMkLst>
        </pc:spChg>
        <pc:picChg chg="del">
          <ac:chgData name="MD. RAIHAN MAHMUD" userId="4a62f7df-4410-48f1-90fd-18890a1620a6" providerId="ADAL" clId="{D6BF3D2A-8CFE-4388-A180-6A36FA7C8FFD}" dt="2025-10-29T09:26:34.126" v="4" actId="478"/>
          <ac:picMkLst>
            <pc:docMk/>
            <pc:sldMk cId="2664565021" sldId="256"/>
            <ac:picMk id="2" creationId="{0FC0B1E3-0608-A66B-53E3-7715C760D479}"/>
          </ac:picMkLst>
        </pc:picChg>
      </pc:sldChg>
      <pc:sldChg chg="modSp">
        <pc:chgData name="MD. RAIHAN MAHMUD" userId="4a62f7df-4410-48f1-90fd-18890a1620a6" providerId="ADAL" clId="{D6BF3D2A-8CFE-4388-A180-6A36FA7C8FFD}" dt="2025-10-29T09:26:48.048" v="7"/>
        <pc:sldMkLst>
          <pc:docMk/>
          <pc:sldMk cId="3411684674" sldId="293"/>
        </pc:sldMkLst>
        <pc:spChg chg="mod">
          <ac:chgData name="MD. RAIHAN MAHMUD" userId="4a62f7df-4410-48f1-90fd-18890a1620a6" providerId="ADAL" clId="{D6BF3D2A-8CFE-4388-A180-6A36FA7C8FFD}" dt="2025-10-29T09:26:48.048" v="7"/>
          <ac:spMkLst>
            <pc:docMk/>
            <pc:sldMk cId="3411684674" sldId="293"/>
            <ac:spMk id="6" creationId="{00000000-0000-0000-0000-000000000000}"/>
          </ac:spMkLst>
        </pc:spChg>
      </pc:sldChg>
      <pc:sldChg chg="modSp">
        <pc:chgData name="MD. RAIHAN MAHMUD" userId="4a62f7df-4410-48f1-90fd-18890a1620a6" providerId="ADAL" clId="{D6BF3D2A-8CFE-4388-A180-6A36FA7C8FFD}" dt="2025-10-29T09:26:48.048" v="7"/>
        <pc:sldMkLst>
          <pc:docMk/>
          <pc:sldMk cId="204856136" sldId="294"/>
        </pc:sldMkLst>
        <pc:spChg chg="mod">
          <ac:chgData name="MD. RAIHAN MAHMUD" userId="4a62f7df-4410-48f1-90fd-18890a1620a6" providerId="ADAL" clId="{D6BF3D2A-8CFE-4388-A180-6A36FA7C8FFD}" dt="2025-10-29T09:26:48.048" v="7"/>
          <ac:spMkLst>
            <pc:docMk/>
            <pc:sldMk cId="204856136" sldId="294"/>
            <ac:spMk id="4" creationId="{42EE4F1E-F9BA-72A7-0D4D-4C2837E33A8B}"/>
          </ac:spMkLst>
        </pc:spChg>
      </pc:sldChg>
      <pc:sldChg chg="modSp">
        <pc:chgData name="MD. RAIHAN MAHMUD" userId="4a62f7df-4410-48f1-90fd-18890a1620a6" providerId="ADAL" clId="{D6BF3D2A-8CFE-4388-A180-6A36FA7C8FFD}" dt="2025-10-29T09:26:48.048" v="7"/>
        <pc:sldMkLst>
          <pc:docMk/>
          <pc:sldMk cId="1598377919" sldId="295"/>
        </pc:sldMkLst>
        <pc:spChg chg="mod">
          <ac:chgData name="MD. RAIHAN MAHMUD" userId="4a62f7df-4410-48f1-90fd-18890a1620a6" providerId="ADAL" clId="{D6BF3D2A-8CFE-4388-A180-6A36FA7C8FFD}" dt="2025-10-29T09:26:48.048" v="7"/>
          <ac:spMkLst>
            <pc:docMk/>
            <pc:sldMk cId="1598377919" sldId="295"/>
            <ac:spMk id="4" creationId="{2564BB65-E7F2-0F1C-C7D5-340031657196}"/>
          </ac:spMkLst>
        </pc:spChg>
      </pc:sldChg>
      <pc:sldChg chg="modSp">
        <pc:chgData name="MD. RAIHAN MAHMUD" userId="4a62f7df-4410-48f1-90fd-18890a1620a6" providerId="ADAL" clId="{D6BF3D2A-8CFE-4388-A180-6A36FA7C8FFD}" dt="2025-10-29T09:26:48.048" v="7"/>
        <pc:sldMkLst>
          <pc:docMk/>
          <pc:sldMk cId="2007902615" sldId="296"/>
        </pc:sldMkLst>
        <pc:spChg chg="mod">
          <ac:chgData name="MD. RAIHAN MAHMUD" userId="4a62f7df-4410-48f1-90fd-18890a1620a6" providerId="ADAL" clId="{D6BF3D2A-8CFE-4388-A180-6A36FA7C8FFD}" dt="2025-10-29T09:26:48.048" v="7"/>
          <ac:spMkLst>
            <pc:docMk/>
            <pc:sldMk cId="2007902615" sldId="296"/>
            <ac:spMk id="8" creationId="{C20D80D1-2ADD-519C-D70B-4281AFB41D54}"/>
          </ac:spMkLst>
        </pc:spChg>
      </pc:sldChg>
      <pc:sldChg chg="modSp">
        <pc:chgData name="MD. RAIHAN MAHMUD" userId="4a62f7df-4410-48f1-90fd-18890a1620a6" providerId="ADAL" clId="{D6BF3D2A-8CFE-4388-A180-6A36FA7C8FFD}" dt="2025-10-29T09:26:48.048" v="7"/>
        <pc:sldMkLst>
          <pc:docMk/>
          <pc:sldMk cId="3331093358" sldId="297"/>
        </pc:sldMkLst>
        <pc:spChg chg="mod">
          <ac:chgData name="MD. RAIHAN MAHMUD" userId="4a62f7df-4410-48f1-90fd-18890a1620a6" providerId="ADAL" clId="{D6BF3D2A-8CFE-4388-A180-6A36FA7C8FFD}" dt="2025-10-29T09:26:48.048" v="7"/>
          <ac:spMkLst>
            <pc:docMk/>
            <pc:sldMk cId="3331093358" sldId="297"/>
            <ac:spMk id="4" creationId="{549EA4D4-A414-1C23-0356-2BD205654232}"/>
          </ac:spMkLst>
        </pc:spChg>
      </pc:sldChg>
      <pc:sldChg chg="modSp">
        <pc:chgData name="MD. RAIHAN MAHMUD" userId="4a62f7df-4410-48f1-90fd-18890a1620a6" providerId="ADAL" clId="{D6BF3D2A-8CFE-4388-A180-6A36FA7C8FFD}" dt="2025-10-29T09:26:48.048" v="7"/>
        <pc:sldMkLst>
          <pc:docMk/>
          <pc:sldMk cId="4110094451" sldId="298"/>
        </pc:sldMkLst>
        <pc:spChg chg="mod">
          <ac:chgData name="MD. RAIHAN MAHMUD" userId="4a62f7df-4410-48f1-90fd-18890a1620a6" providerId="ADAL" clId="{D6BF3D2A-8CFE-4388-A180-6A36FA7C8FFD}" dt="2025-10-29T09:26:48.048" v="7"/>
          <ac:spMkLst>
            <pc:docMk/>
            <pc:sldMk cId="4110094451" sldId="298"/>
            <ac:spMk id="4" creationId="{C7AA78CB-5C47-7278-5207-FCBD400694B0}"/>
          </ac:spMkLst>
        </pc:spChg>
      </pc:sldChg>
      <pc:sldChg chg="modSp">
        <pc:chgData name="MD. RAIHAN MAHMUD" userId="4a62f7df-4410-48f1-90fd-18890a1620a6" providerId="ADAL" clId="{D6BF3D2A-8CFE-4388-A180-6A36FA7C8FFD}" dt="2025-10-29T09:26:48.048" v="7"/>
        <pc:sldMkLst>
          <pc:docMk/>
          <pc:sldMk cId="4160308108" sldId="299"/>
        </pc:sldMkLst>
        <pc:spChg chg="mod">
          <ac:chgData name="MD. RAIHAN MAHMUD" userId="4a62f7df-4410-48f1-90fd-18890a1620a6" providerId="ADAL" clId="{D6BF3D2A-8CFE-4388-A180-6A36FA7C8FFD}" dt="2025-10-29T09:26:48.048" v="7"/>
          <ac:spMkLst>
            <pc:docMk/>
            <pc:sldMk cId="4160308108" sldId="299"/>
            <ac:spMk id="4" creationId="{5AA38D6A-10E5-3E11-9366-CC00A31BC50F}"/>
          </ac:spMkLst>
        </pc:spChg>
      </pc:sldChg>
      <pc:sldChg chg="modSp">
        <pc:chgData name="MD. RAIHAN MAHMUD" userId="4a62f7df-4410-48f1-90fd-18890a1620a6" providerId="ADAL" clId="{D6BF3D2A-8CFE-4388-A180-6A36FA7C8FFD}" dt="2025-10-29T09:26:48.048" v="7"/>
        <pc:sldMkLst>
          <pc:docMk/>
          <pc:sldMk cId="3665196880" sldId="300"/>
        </pc:sldMkLst>
        <pc:spChg chg="mod">
          <ac:chgData name="MD. RAIHAN MAHMUD" userId="4a62f7df-4410-48f1-90fd-18890a1620a6" providerId="ADAL" clId="{D6BF3D2A-8CFE-4388-A180-6A36FA7C8FFD}" dt="2025-10-29T09:26:48.048" v="7"/>
          <ac:spMkLst>
            <pc:docMk/>
            <pc:sldMk cId="3665196880" sldId="300"/>
            <ac:spMk id="4" creationId="{DCC0D28D-6310-4D9A-C9D1-ED8D7F7EDD1B}"/>
          </ac:spMkLst>
        </pc:spChg>
      </pc:sldChg>
      <pc:sldChg chg="modSp">
        <pc:chgData name="MD. RAIHAN MAHMUD" userId="4a62f7df-4410-48f1-90fd-18890a1620a6" providerId="ADAL" clId="{D6BF3D2A-8CFE-4388-A180-6A36FA7C8FFD}" dt="2025-10-29T09:26:48.048" v="7"/>
        <pc:sldMkLst>
          <pc:docMk/>
          <pc:sldMk cId="1152092329" sldId="301"/>
        </pc:sldMkLst>
        <pc:spChg chg="mod">
          <ac:chgData name="MD. RAIHAN MAHMUD" userId="4a62f7df-4410-48f1-90fd-18890a1620a6" providerId="ADAL" clId="{D6BF3D2A-8CFE-4388-A180-6A36FA7C8FFD}" dt="2025-10-29T09:26:48.048" v="7"/>
          <ac:spMkLst>
            <pc:docMk/>
            <pc:sldMk cId="1152092329" sldId="301"/>
            <ac:spMk id="4" creationId="{53AFDDA1-A8F1-02F0-7576-3EFA76DFA2D1}"/>
          </ac:spMkLst>
        </pc:spChg>
      </pc:sldChg>
      <pc:sldChg chg="modSp">
        <pc:chgData name="MD. RAIHAN MAHMUD" userId="4a62f7df-4410-48f1-90fd-18890a1620a6" providerId="ADAL" clId="{D6BF3D2A-8CFE-4388-A180-6A36FA7C8FFD}" dt="2025-10-29T09:26:48.048" v="7"/>
        <pc:sldMkLst>
          <pc:docMk/>
          <pc:sldMk cId="680601753" sldId="302"/>
        </pc:sldMkLst>
        <pc:spChg chg="mod">
          <ac:chgData name="MD. RAIHAN MAHMUD" userId="4a62f7df-4410-48f1-90fd-18890a1620a6" providerId="ADAL" clId="{D6BF3D2A-8CFE-4388-A180-6A36FA7C8FFD}" dt="2025-10-29T09:26:48.048" v="7"/>
          <ac:spMkLst>
            <pc:docMk/>
            <pc:sldMk cId="680601753" sldId="302"/>
            <ac:spMk id="4" creationId="{2B0C160E-C44E-30A3-0B7D-718CC4D82A40}"/>
          </ac:spMkLst>
        </pc:spChg>
      </pc:sldChg>
      <pc:sldChg chg="modSp">
        <pc:chgData name="MD. RAIHAN MAHMUD" userId="4a62f7df-4410-48f1-90fd-18890a1620a6" providerId="ADAL" clId="{D6BF3D2A-8CFE-4388-A180-6A36FA7C8FFD}" dt="2025-10-29T09:26:48.048" v="7"/>
        <pc:sldMkLst>
          <pc:docMk/>
          <pc:sldMk cId="2789910790" sldId="304"/>
        </pc:sldMkLst>
        <pc:spChg chg="mod">
          <ac:chgData name="MD. RAIHAN MAHMUD" userId="4a62f7df-4410-48f1-90fd-18890a1620a6" providerId="ADAL" clId="{D6BF3D2A-8CFE-4388-A180-6A36FA7C8FFD}" dt="2025-10-29T09:26:48.048" v="7"/>
          <ac:spMkLst>
            <pc:docMk/>
            <pc:sldMk cId="2789910790" sldId="304"/>
            <ac:spMk id="4" creationId="{16002555-535B-369B-30E4-01D529A04EA4}"/>
          </ac:spMkLst>
        </pc:spChg>
      </pc:sldChg>
      <pc:sldChg chg="modSp">
        <pc:chgData name="MD. RAIHAN MAHMUD" userId="4a62f7df-4410-48f1-90fd-18890a1620a6" providerId="ADAL" clId="{D6BF3D2A-8CFE-4388-A180-6A36FA7C8FFD}" dt="2025-10-29T09:26:48.048" v="7"/>
        <pc:sldMkLst>
          <pc:docMk/>
          <pc:sldMk cId="3421859561" sldId="307"/>
        </pc:sldMkLst>
        <pc:spChg chg="mod">
          <ac:chgData name="MD. RAIHAN MAHMUD" userId="4a62f7df-4410-48f1-90fd-18890a1620a6" providerId="ADAL" clId="{D6BF3D2A-8CFE-4388-A180-6A36FA7C8FFD}" dt="2025-10-29T09:26:48.048" v="7"/>
          <ac:spMkLst>
            <pc:docMk/>
            <pc:sldMk cId="3421859561" sldId="307"/>
            <ac:spMk id="4" creationId="{1FD078E8-1545-EC2E-1DE3-A7D7FE304CD1}"/>
          </ac:spMkLst>
        </pc:spChg>
      </pc:sldChg>
      <pc:sldChg chg="modSp">
        <pc:chgData name="MD. RAIHAN MAHMUD" userId="4a62f7df-4410-48f1-90fd-18890a1620a6" providerId="ADAL" clId="{D6BF3D2A-8CFE-4388-A180-6A36FA7C8FFD}" dt="2025-10-29T09:26:48.048" v="7"/>
        <pc:sldMkLst>
          <pc:docMk/>
          <pc:sldMk cId="1348119521" sldId="308"/>
        </pc:sldMkLst>
        <pc:spChg chg="mod">
          <ac:chgData name="MD. RAIHAN MAHMUD" userId="4a62f7df-4410-48f1-90fd-18890a1620a6" providerId="ADAL" clId="{D6BF3D2A-8CFE-4388-A180-6A36FA7C8FFD}" dt="2025-10-29T09:26:48.048" v="7"/>
          <ac:spMkLst>
            <pc:docMk/>
            <pc:sldMk cId="1348119521" sldId="308"/>
            <ac:spMk id="4" creationId="{CCF7BB0F-3A71-5D3E-F081-F7EA457B404D}"/>
          </ac:spMkLst>
        </pc:spChg>
      </pc:sldChg>
      <pc:sldChg chg="modSp">
        <pc:chgData name="MD. RAIHAN MAHMUD" userId="4a62f7df-4410-48f1-90fd-18890a1620a6" providerId="ADAL" clId="{D6BF3D2A-8CFE-4388-A180-6A36FA7C8FFD}" dt="2025-10-29T09:26:48.048" v="7"/>
        <pc:sldMkLst>
          <pc:docMk/>
          <pc:sldMk cId="3576337627" sldId="309"/>
        </pc:sldMkLst>
        <pc:spChg chg="mod">
          <ac:chgData name="MD. RAIHAN MAHMUD" userId="4a62f7df-4410-48f1-90fd-18890a1620a6" providerId="ADAL" clId="{D6BF3D2A-8CFE-4388-A180-6A36FA7C8FFD}" dt="2025-10-29T09:26:48.048" v="7"/>
          <ac:spMkLst>
            <pc:docMk/>
            <pc:sldMk cId="3576337627" sldId="309"/>
            <ac:spMk id="4" creationId="{7A66233B-CFA4-2420-9DFC-4190EB8D6B49}"/>
          </ac:spMkLst>
        </pc:spChg>
      </pc:sldChg>
      <pc:sldChg chg="modSp">
        <pc:chgData name="MD. RAIHAN MAHMUD" userId="4a62f7df-4410-48f1-90fd-18890a1620a6" providerId="ADAL" clId="{D6BF3D2A-8CFE-4388-A180-6A36FA7C8FFD}" dt="2025-10-29T09:26:48.048" v="7"/>
        <pc:sldMkLst>
          <pc:docMk/>
          <pc:sldMk cId="3097644037" sldId="310"/>
        </pc:sldMkLst>
        <pc:spChg chg="mod">
          <ac:chgData name="MD. RAIHAN MAHMUD" userId="4a62f7df-4410-48f1-90fd-18890a1620a6" providerId="ADAL" clId="{D6BF3D2A-8CFE-4388-A180-6A36FA7C8FFD}" dt="2025-10-29T09:26:48.048" v="7"/>
          <ac:spMkLst>
            <pc:docMk/>
            <pc:sldMk cId="3097644037" sldId="310"/>
            <ac:spMk id="4" creationId="{9EE84790-9FD8-4D9D-A886-76CCFED6B79E}"/>
          </ac:spMkLst>
        </pc:spChg>
      </pc:sldChg>
      <pc:sldChg chg="modSp">
        <pc:chgData name="MD. RAIHAN MAHMUD" userId="4a62f7df-4410-48f1-90fd-18890a1620a6" providerId="ADAL" clId="{D6BF3D2A-8CFE-4388-A180-6A36FA7C8FFD}" dt="2025-10-29T09:26:48.048" v="7"/>
        <pc:sldMkLst>
          <pc:docMk/>
          <pc:sldMk cId="64039236" sldId="311"/>
        </pc:sldMkLst>
        <pc:spChg chg="mod">
          <ac:chgData name="MD. RAIHAN MAHMUD" userId="4a62f7df-4410-48f1-90fd-18890a1620a6" providerId="ADAL" clId="{D6BF3D2A-8CFE-4388-A180-6A36FA7C8FFD}" dt="2025-10-29T09:26:48.048" v="7"/>
          <ac:spMkLst>
            <pc:docMk/>
            <pc:sldMk cId="64039236" sldId="311"/>
            <ac:spMk id="4" creationId="{9EA8292A-47B1-92CF-FBB2-3522E404C3EF}"/>
          </ac:spMkLst>
        </pc:spChg>
      </pc:sldChg>
      <pc:sldChg chg="modSp">
        <pc:chgData name="MD. RAIHAN MAHMUD" userId="4a62f7df-4410-48f1-90fd-18890a1620a6" providerId="ADAL" clId="{D6BF3D2A-8CFE-4388-A180-6A36FA7C8FFD}" dt="2025-10-29T09:26:48.048" v="7"/>
        <pc:sldMkLst>
          <pc:docMk/>
          <pc:sldMk cId="3074703197" sldId="316"/>
        </pc:sldMkLst>
        <pc:spChg chg="mod">
          <ac:chgData name="MD. RAIHAN MAHMUD" userId="4a62f7df-4410-48f1-90fd-18890a1620a6" providerId="ADAL" clId="{D6BF3D2A-8CFE-4388-A180-6A36FA7C8FFD}" dt="2025-10-29T09:26:48.048" v="7"/>
          <ac:spMkLst>
            <pc:docMk/>
            <pc:sldMk cId="3074703197" sldId="316"/>
            <ac:spMk id="4" creationId="{49AE249D-2DD0-1B25-712C-EC8D472B9D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2/7/2026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2/7/2026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2/7/2026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2/7/2026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2/7/2026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hammadmejbah@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5</a:t>
            </a:r>
            <a:br>
              <a:rPr lang="en-US" sz="3000" dirty="0">
                <a:solidFill>
                  <a:srgbClr val="C00000"/>
                </a:solidFill>
              </a:rPr>
            </a:br>
            <a:br>
              <a:rPr lang="en-US" sz="3000" dirty="0">
                <a:solidFill>
                  <a:schemeClr val="tx2"/>
                </a:solidFill>
              </a:rPr>
            </a:br>
            <a:r>
              <a:rPr lang="en-US" dirty="0">
                <a:solidFill>
                  <a:srgbClr val="002060"/>
                </a:solidFill>
              </a:rPr>
              <a:t>Extreme  programming (XP)</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8005916" y="4789477"/>
            <a:ext cx="4279859" cy="1426865"/>
          </a:xfrm>
          <a:prstGeom prst="rect">
            <a:avLst/>
          </a:prstGeom>
        </p:spPr>
        <p:txBody>
          <a:bodyPr vert="horz" lIns="91440" tIns="45720" rIns="91440" bIns="45720" rtlCol="0" anchor="ctr">
            <a:normAutofit fontScale="6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tx1"/>
                </a:solidFill>
                <a:latin typeface="Georgia" panose="02040502050405020303" pitchFamily="18" charset="0"/>
              </a:rPr>
              <a:t>Mejbah Ahammad</a:t>
            </a:r>
          </a:p>
          <a:p>
            <a:r>
              <a:rPr lang="en-US" sz="3200" dirty="0">
                <a:solidFill>
                  <a:schemeClr val="tx1"/>
                </a:solidFill>
                <a:latin typeface="Georgia" panose="02040502050405020303" pitchFamily="18" charset="0"/>
              </a:rPr>
              <a:t>Lecturer, CS,  AIUB</a:t>
            </a:r>
          </a:p>
          <a:p>
            <a:r>
              <a:rPr lang="en-US" sz="3200" dirty="0">
                <a:solidFill>
                  <a:schemeClr val="tx1"/>
                </a:solidFill>
                <a:latin typeface="Georgia" panose="02040502050405020303" pitchFamily="18" charset="0"/>
              </a:rPr>
              <a:t>+8801308757586</a:t>
            </a:r>
          </a:p>
          <a:p>
            <a:r>
              <a:rPr lang="en-US" sz="3200" cap="none" dirty="0">
                <a:solidFill>
                  <a:srgbClr val="F49100"/>
                </a:solidFill>
                <a:latin typeface="Georgia" panose="02040502050405020303" pitchFamily="18" charset="0"/>
                <a:hlinkClick r:id="rId3">
                  <a:extLst>
                    <a:ext uri="{A12FA001-AC4F-418D-AE19-62706E023703}">
                      <ahyp:hlinkClr xmlns:ahyp="http://schemas.microsoft.com/office/drawing/2018/hyperlinkcolor" val="tx"/>
                    </a:ext>
                  </a:extLst>
                </a:hlinkClick>
              </a:rPr>
              <a:t>ahammadmejbah@aiub.</a:t>
            </a:r>
            <a:r>
              <a:rPr lang="en-US" sz="3200" cap="none" dirty="0">
                <a:solidFill>
                  <a:schemeClr val="tx1"/>
                </a:solidFill>
                <a:latin typeface="Georgia" panose="02040502050405020303" pitchFamily="18" charset="0"/>
                <a:hlinkClick r:id="rId3">
                  <a:extLst>
                    <a:ext uri="{A12FA001-AC4F-418D-AE19-62706E023703}">
                      <ahyp:hlinkClr xmlns:ahyp="http://schemas.microsoft.com/office/drawing/2018/hyperlinkcolor" val="tx"/>
                    </a:ext>
                  </a:extLst>
                </a:hlinkClick>
              </a:rPr>
              <a:t>edu</a:t>
            </a:r>
            <a:endParaRPr lang="en-US" sz="3200" cap="none" dirty="0">
              <a:solidFill>
                <a:schemeClr val="tx1"/>
              </a:solidFill>
              <a:latin typeface="Georgia" panose="02040502050405020303" pitchFamily="18" charset="0"/>
            </a:endParaRPr>
          </a:p>
          <a:p>
            <a:r>
              <a:rPr lang="en-US" sz="3200" cap="none" dirty="0">
                <a:solidFill>
                  <a:schemeClr val="tx1"/>
                </a:solidFill>
                <a:latin typeface="Georgia" panose="02040502050405020303" pitchFamily="18" charset="0"/>
              </a:rPr>
              <a:t>Room Number: DN0922</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a:t>
            </a:r>
          </a:p>
        </p:txBody>
      </p:sp>
      <p:sp>
        <p:nvSpPr>
          <p:cNvPr id="3" name="Content Placeholder 2"/>
          <p:cNvSpPr>
            <a:spLocks noGrp="1"/>
          </p:cNvSpPr>
          <p:nvPr>
            <p:ph idx="1"/>
          </p:nvPr>
        </p:nvSpPr>
        <p:spPr>
          <a:xfrm>
            <a:off x="724884" y="1972492"/>
            <a:ext cx="10914122" cy="4428308"/>
          </a:xfrm>
        </p:spPr>
        <p:txBody>
          <a:bodyPr>
            <a:noAutofit/>
          </a:bodyPr>
          <a:lstStyle/>
          <a:p>
            <a:pPr>
              <a:buFont typeface="Wingdings" pitchFamily="2" charset="2"/>
              <a:buChar char="q"/>
            </a:pPr>
            <a:r>
              <a:rPr lang="en-US" sz="2200" dirty="0">
                <a:latin typeface="+mj-lt"/>
                <a:cs typeface="Calibri" charset="0"/>
              </a:rPr>
              <a:t>Evolved from the problems caused by the long development cycles of traditional development models (Beck 1999a).</a:t>
            </a:r>
          </a:p>
          <a:p>
            <a:pPr>
              <a:buFont typeface="Wingdings" pitchFamily="2" charset="2"/>
              <a:buChar char="q"/>
            </a:pPr>
            <a:r>
              <a:rPr lang="en-US" sz="2200" dirty="0">
                <a:latin typeface="+mj-lt"/>
                <a:cs typeface="Calibri" charset="0"/>
              </a:rPr>
              <a:t>First started as </a:t>
            </a:r>
            <a:r>
              <a:rPr lang="en-US" sz="2200" dirty="0">
                <a:solidFill>
                  <a:srgbClr val="FF0000"/>
                </a:solidFill>
                <a:latin typeface="+mj-lt"/>
                <a:cs typeface="Calibri" charset="0"/>
              </a:rPr>
              <a:t>'simply an opportunity to get the job done</a:t>
            </a:r>
            <a:r>
              <a:rPr lang="en-US" sz="2200" dirty="0">
                <a:latin typeface="+mj-lt"/>
                <a:cs typeface="Calibri" charset="0"/>
              </a:rPr>
              <a:t>‘ (</a:t>
            </a:r>
            <a:r>
              <a:rPr lang="en-US" sz="2200" dirty="0" err="1">
                <a:latin typeface="+mj-lt"/>
                <a:cs typeface="Calibri" charset="0"/>
              </a:rPr>
              <a:t>Haungs</a:t>
            </a:r>
            <a:r>
              <a:rPr lang="en-US" sz="2200" dirty="0">
                <a:latin typeface="+mj-lt"/>
                <a:cs typeface="Calibri" charset="0"/>
              </a:rPr>
              <a:t> 2001) with practices that had been found effective in software development processes during the preceding decades (Beck 1999b)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dirty="0">
                <a:latin typeface="+mj-lt"/>
                <a:cs typeface="Calibri" charset="0"/>
              </a:rPr>
              <a:t>Method is formed around common sense principles and simple to understand practices</a:t>
            </a:r>
          </a:p>
          <a:p>
            <a:pPr lvl="1"/>
            <a:r>
              <a:rPr lang="en-US" sz="2200" dirty="0">
                <a:solidFill>
                  <a:srgbClr val="C00000"/>
                </a:solidFill>
                <a:latin typeface="+mj-lt"/>
                <a:cs typeface="Calibri" charset="0"/>
              </a:rPr>
              <a:t>No process fits every project, rather, simple practices should be tailored to suit an individual project</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724884" y="2142309"/>
            <a:ext cx="10914122" cy="3827417"/>
          </a:xfrm>
        </p:spPr>
        <p:txBody>
          <a:bodyPr>
            <a:noAutofit/>
          </a:bodyPr>
          <a:lstStyle/>
          <a:p>
            <a:pPr>
              <a:buFont typeface="Wingdings" pitchFamily="2" charset="2"/>
              <a:buChar char="q"/>
            </a:pPr>
            <a:r>
              <a:rPr lang="en-US" sz="2200" b="1" dirty="0">
                <a:solidFill>
                  <a:srgbClr val="C00000"/>
                </a:solidFill>
                <a:latin typeface="+mj-lt"/>
                <a:cs typeface="Calibri" charset="0"/>
              </a:rPr>
              <a:t>Communication:</a:t>
            </a:r>
            <a:r>
              <a:rPr lang="en-US" sz="2200" dirty="0">
                <a:solidFill>
                  <a:srgbClr val="C00000"/>
                </a:solidFill>
                <a:latin typeface="+mj-lt"/>
                <a:cs typeface="Calibri" charset="0"/>
              </a:rPr>
              <a:t> </a:t>
            </a:r>
            <a:r>
              <a:rPr lang="en-US" sz="2200" dirty="0">
                <a:latin typeface="+mj-lt"/>
                <a:cs typeface="Calibri" charset="0"/>
              </a:rPr>
              <a:t>XP has a culture of oral communication and its practices are designed to encourage interaction. </a:t>
            </a:r>
            <a:br>
              <a:rPr lang="en-US" sz="2200" dirty="0">
                <a:latin typeface="+mj-lt"/>
                <a:cs typeface="Calibri" charset="0"/>
              </a:rPr>
            </a:br>
            <a:br>
              <a:rPr lang="en-US" sz="2200" dirty="0">
                <a:latin typeface="+mj-lt"/>
                <a:cs typeface="Calibri" charset="0"/>
              </a:rPr>
            </a:br>
            <a:r>
              <a:rPr lang="en-US" sz="2200" dirty="0">
                <a:solidFill>
                  <a:srgbClr val="FF0000"/>
                </a:solidFill>
                <a:latin typeface="+mj-lt"/>
                <a:cs typeface="Calibri" charset="0"/>
              </a:rPr>
              <a:t>“Problems with projects can invariably be traced back to somebody not talking to   </a:t>
            </a:r>
            <a:br>
              <a:rPr lang="en-US" sz="2200" dirty="0">
                <a:solidFill>
                  <a:srgbClr val="FF0000"/>
                </a:solidFill>
                <a:latin typeface="+mj-lt"/>
                <a:cs typeface="Calibri" charset="0"/>
              </a:rPr>
            </a:br>
            <a:r>
              <a:rPr lang="en-US" sz="2200" dirty="0">
                <a:solidFill>
                  <a:srgbClr val="FF0000"/>
                </a:solidFill>
                <a:latin typeface="+mj-lt"/>
                <a:cs typeface="Calibri" charset="0"/>
              </a:rPr>
              <a:t>  somebody else about something important.”</a:t>
            </a:r>
          </a:p>
          <a:p>
            <a:pPr>
              <a:buNone/>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Simplicity:</a:t>
            </a:r>
            <a:r>
              <a:rPr lang="en-US" sz="2200" dirty="0">
                <a:solidFill>
                  <a:srgbClr val="C00000"/>
                </a:solidFill>
                <a:latin typeface="+mj-lt"/>
                <a:cs typeface="Calibri" charset="0"/>
              </a:rPr>
              <a:t> </a:t>
            </a:r>
            <a:r>
              <a:rPr lang="en-US" sz="2200" dirty="0">
                <a:latin typeface="+mj-lt"/>
                <a:cs typeface="Calibri" charset="0"/>
              </a:rPr>
              <a:t>Design the simplest product that meets the customer’s needs.  An important aspect of the value is to only design and code what is in the current requirements rather than to anticipate and plan for unstated requirements.</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2EE4F1E-F9BA-72A7-0D4D-4C2837E33A8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048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696686" y="2248325"/>
            <a:ext cx="10914122" cy="3709851"/>
          </a:xfrm>
        </p:spPr>
        <p:txBody>
          <a:bodyPr>
            <a:noAutofit/>
          </a:bodyPr>
          <a:lstStyle/>
          <a:p>
            <a:pPr>
              <a:buFont typeface="Wingdings" pitchFamily="2" charset="2"/>
              <a:buChar char="q"/>
            </a:pPr>
            <a:r>
              <a:rPr lang="en-US" sz="2200" b="1" dirty="0">
                <a:solidFill>
                  <a:srgbClr val="C00000"/>
                </a:solidFill>
                <a:latin typeface="+mj-lt"/>
                <a:cs typeface="Calibri" charset="0"/>
              </a:rPr>
              <a:t>Feedback:</a:t>
            </a:r>
            <a:r>
              <a:rPr lang="en-US" sz="2200" dirty="0">
                <a:latin typeface="+mj-lt"/>
                <a:cs typeface="Calibri" charset="0"/>
              </a:rPr>
              <a:t> The development team obtains feedback from the customers at the end of each iteration and external release. This feedback drives the next iteration.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Courage</a:t>
            </a:r>
            <a:r>
              <a:rPr lang="en-US" sz="2200" dirty="0">
                <a:solidFill>
                  <a:srgbClr val="C00000"/>
                </a:solidFill>
                <a:latin typeface="+mj-lt"/>
                <a:cs typeface="Calibri" charset="0"/>
              </a:rPr>
              <a:t>:  </a:t>
            </a:r>
            <a:r>
              <a:rPr lang="en-US" sz="2200" dirty="0">
                <a:latin typeface="+mj-lt"/>
                <a:cs typeface="Calibri" charset="0"/>
              </a:rPr>
              <a:t>Allow the team to have courage in its actions and decision making. For example, the development team might have the courage to resist pressure to make unrealistic commitments.</a:t>
            </a:r>
          </a:p>
          <a:p>
            <a:pPr>
              <a:buFont typeface="Wingdings" pitchFamily="2" charset="2"/>
              <a:buChar char="q"/>
            </a:pP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Respect: </a:t>
            </a:r>
            <a:r>
              <a:rPr lang="en-US" sz="2200" dirty="0">
                <a:latin typeface="+mj-lt"/>
                <a:cs typeface="Calibri" charset="0"/>
              </a:rPr>
              <a:t>Team members need to care about each other and about the project.</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564BB65-E7F2-0F1C-C7D5-34003165719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59837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Model</a:t>
            </a:r>
          </a:p>
        </p:txBody>
      </p:sp>
      <p:sp>
        <p:nvSpPr>
          <p:cNvPr id="3" name="Content Placeholder 2"/>
          <p:cNvSpPr>
            <a:spLocks noGrp="1"/>
          </p:cNvSpPr>
          <p:nvPr>
            <p:ph idx="1"/>
          </p:nvPr>
        </p:nvSpPr>
        <p:spPr>
          <a:xfrm>
            <a:off x="581192" y="2278743"/>
            <a:ext cx="10914122" cy="3396344"/>
          </a:xfrm>
        </p:spPr>
        <p:txBody>
          <a:bodyPr>
            <a:noAutofit/>
          </a:bodyPr>
          <a:lstStyle/>
          <a:p>
            <a:pPr marL="609600" indent="-609600">
              <a:buFont typeface="Wingdings" pitchFamily="2" charset="2"/>
              <a:buChar char="q"/>
            </a:pPr>
            <a:r>
              <a:rPr lang="en-US" sz="2200" dirty="0">
                <a:latin typeface="+mj-lt"/>
                <a:cs typeface="Calibri" charset="0"/>
              </a:rPr>
              <a:t>The life cycle of XP consists of six phases: </a:t>
            </a:r>
          </a:p>
          <a:p>
            <a:pPr marL="609600" indent="-609600">
              <a:buFontTx/>
              <a:buAutoNum type="arabicPeriod"/>
            </a:pPr>
            <a:r>
              <a:rPr lang="en-US" sz="2400" dirty="0">
                <a:solidFill>
                  <a:srgbClr val="C00000"/>
                </a:solidFill>
                <a:latin typeface="+mj-lt"/>
                <a:cs typeface="Calibri" charset="0"/>
              </a:rPr>
              <a:t>Exploration</a:t>
            </a:r>
          </a:p>
          <a:p>
            <a:pPr marL="609600" indent="-609600">
              <a:buFontTx/>
              <a:buAutoNum type="arabicPeriod"/>
            </a:pPr>
            <a:r>
              <a:rPr lang="en-US" sz="2400" dirty="0">
                <a:solidFill>
                  <a:srgbClr val="C00000"/>
                </a:solidFill>
                <a:latin typeface="+mj-lt"/>
                <a:cs typeface="Calibri" charset="0"/>
              </a:rPr>
              <a:t>Planning</a:t>
            </a:r>
          </a:p>
          <a:p>
            <a:pPr marL="609600" indent="-609600">
              <a:buFontTx/>
              <a:buAutoNum type="arabicPeriod"/>
            </a:pPr>
            <a:r>
              <a:rPr lang="en-US" sz="2400" dirty="0">
                <a:solidFill>
                  <a:srgbClr val="C00000"/>
                </a:solidFill>
                <a:latin typeface="+mj-lt"/>
                <a:cs typeface="Calibri" charset="0"/>
              </a:rPr>
              <a:t>Iterations to Release</a:t>
            </a:r>
          </a:p>
          <a:p>
            <a:pPr marL="609600" indent="-609600">
              <a:buFontTx/>
              <a:buAutoNum type="arabicPeriod"/>
            </a:pPr>
            <a:r>
              <a:rPr lang="en-US" sz="2400" dirty="0" err="1">
                <a:solidFill>
                  <a:srgbClr val="C00000"/>
                </a:solidFill>
                <a:latin typeface="+mj-lt"/>
                <a:cs typeface="Calibri" charset="0"/>
              </a:rPr>
              <a:t>Productionizing</a:t>
            </a:r>
            <a:endParaRPr lang="en-US" sz="2400" dirty="0">
              <a:solidFill>
                <a:srgbClr val="C00000"/>
              </a:solidFill>
              <a:latin typeface="+mj-lt"/>
              <a:cs typeface="Calibri" charset="0"/>
            </a:endParaRPr>
          </a:p>
          <a:p>
            <a:pPr marL="609600" indent="-609600">
              <a:buFontTx/>
              <a:buAutoNum type="arabicPeriod"/>
            </a:pPr>
            <a:r>
              <a:rPr lang="en-US" sz="2400" dirty="0">
                <a:solidFill>
                  <a:srgbClr val="C00000"/>
                </a:solidFill>
                <a:latin typeface="+mj-lt"/>
                <a:cs typeface="Calibri" charset="0"/>
              </a:rPr>
              <a:t>Maintenance</a:t>
            </a:r>
          </a:p>
          <a:p>
            <a:pPr marL="609600" indent="-609600">
              <a:buFontTx/>
              <a:buAutoNum type="arabicPeriod"/>
            </a:pPr>
            <a:r>
              <a:rPr lang="en-US" sz="2400" dirty="0">
                <a:solidFill>
                  <a:srgbClr val="C00000"/>
                </a:solidFill>
                <a:latin typeface="+mj-lt"/>
                <a:cs typeface="Calibri" charset="0"/>
              </a:rPr>
              <a:t>Death</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8" name="Content Placeholder 2">
            <a:extLst>
              <a:ext uri="{FF2B5EF4-FFF2-40B4-BE49-F238E27FC236}">
                <a16:creationId xmlns:a16="http://schemas.microsoft.com/office/drawing/2014/main" id="{C20D80D1-2ADD-519C-D70B-4281AFB41D5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00790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41E7DC-C148-4A95-AF2B-D613C2820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B3E502-7B9D-4CC2-AEF1-61E35D08E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C3DFB63-5ACC-44EB-A0A9-33D0ADA3E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5" descr="A diagram of a process&#10;&#10;AI-generated content may be incorrect.">
            <a:extLst>
              <a:ext uri="{FF2B5EF4-FFF2-40B4-BE49-F238E27FC236}">
                <a16:creationId xmlns:a16="http://schemas.microsoft.com/office/drawing/2014/main" id="{E477D971-1C28-47E8-B56E-2B6FC4787F74}"/>
              </a:ext>
            </a:extLst>
          </p:cNvPr>
          <p:cNvPicPr>
            <a:picLocks noGrp="1" noChangeAspect="1"/>
          </p:cNvPicPr>
          <p:nvPr>
            <p:ph idx="1"/>
          </p:nvPr>
        </p:nvPicPr>
        <p:blipFill>
          <a:blip r:embed="rId2"/>
          <a:srcRect b="1316"/>
          <a:stretch>
            <a:fillRect/>
          </a:stretch>
        </p:blipFill>
        <p:spPr>
          <a:xfrm>
            <a:off x="40640" y="0"/>
            <a:ext cx="12110720" cy="6812281"/>
          </a:xfrm>
          <a:prstGeom prst="rect">
            <a:avLst/>
          </a:prstGeom>
        </p:spPr>
      </p:pic>
      <p:sp>
        <p:nvSpPr>
          <p:cNvPr id="4" name="Slide Number Placeholder 3">
            <a:extLst>
              <a:ext uri="{FF2B5EF4-FFF2-40B4-BE49-F238E27FC236}">
                <a16:creationId xmlns:a16="http://schemas.microsoft.com/office/drawing/2014/main" id="{E49D3CAB-CB37-A7BD-59D3-E09EFB77BDBA}"/>
              </a:ext>
            </a:extLst>
          </p:cNvPr>
          <p:cNvSpPr>
            <a:spLocks noGrp="1"/>
          </p:cNvSpPr>
          <p:nvPr>
            <p:ph type="sldNum" sz="quarter" idx="12"/>
          </p:nvPr>
        </p:nvSpPr>
        <p:spPr>
          <a:xfrm>
            <a:off x="10558300" y="5956137"/>
            <a:ext cx="1052510" cy="365125"/>
          </a:xfrm>
        </p:spPr>
        <p:txBody>
          <a:bodyPr vert="horz" lIns="91440" tIns="45720" rIns="91440" bIns="45720" rtlCol="0" anchor="ctr">
            <a:normAutofit/>
          </a:bodyPr>
          <a:lstStyle/>
          <a:p>
            <a:pPr>
              <a:spcAft>
                <a:spcPts val="600"/>
              </a:spcAft>
            </a:pPr>
            <a:fld id="{D57F1E4F-1CFF-5643-939E-217C01CDF565}"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399169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Exploration  phase</a:t>
            </a:r>
          </a:p>
        </p:txBody>
      </p:sp>
      <p:sp>
        <p:nvSpPr>
          <p:cNvPr id="3" name="Content Placeholder 2"/>
          <p:cNvSpPr>
            <a:spLocks noGrp="1"/>
          </p:cNvSpPr>
          <p:nvPr>
            <p:ph idx="1"/>
          </p:nvPr>
        </p:nvSpPr>
        <p:spPr>
          <a:xfrm>
            <a:off x="696686" y="2261579"/>
            <a:ext cx="10914122" cy="2521132"/>
          </a:xfrm>
        </p:spPr>
        <p:txBody>
          <a:bodyPr>
            <a:noAutofit/>
          </a:bodyPr>
          <a:lstStyle/>
          <a:p>
            <a:pPr>
              <a:buFont typeface="Wingdings" pitchFamily="2" charset="2"/>
              <a:buChar char="q"/>
            </a:pPr>
            <a:r>
              <a:rPr lang="en-US" sz="2200" dirty="0">
                <a:latin typeface="+mj-lt"/>
                <a:cs typeface="Calibri" charset="0"/>
              </a:rPr>
              <a:t> The customers write out the story cards that they wish to be included in the first release</a:t>
            </a:r>
          </a:p>
          <a:p>
            <a:pPr>
              <a:buFont typeface="Wingdings" pitchFamily="2" charset="2"/>
              <a:buChar char="q"/>
            </a:pPr>
            <a:r>
              <a:rPr lang="en-US" sz="2200" dirty="0">
                <a:latin typeface="+mj-lt"/>
                <a:cs typeface="Calibri" charset="0"/>
              </a:rPr>
              <a:t> At the same time the project team familiarize themselves with the tools, technology and </a:t>
            </a:r>
            <a:br>
              <a:rPr lang="en-US" sz="2200" dirty="0">
                <a:latin typeface="+mj-lt"/>
                <a:cs typeface="Calibri" charset="0"/>
              </a:rPr>
            </a:br>
            <a:r>
              <a:rPr lang="en-US" sz="2200" dirty="0">
                <a:latin typeface="+mj-lt"/>
                <a:cs typeface="Calibri" charset="0"/>
              </a:rPr>
              <a:t> practices they will be using in the project </a:t>
            </a:r>
          </a:p>
          <a:p>
            <a:pPr>
              <a:buFont typeface="Wingdings" pitchFamily="2" charset="2"/>
              <a:buChar char="q"/>
            </a:pPr>
            <a:r>
              <a:rPr lang="en-US" sz="2200" dirty="0">
                <a:latin typeface="+mj-lt"/>
                <a:cs typeface="Calibri" charset="0"/>
              </a:rPr>
              <a:t> The exploration phase takes between a few weeks to a few months, depending largely on </a:t>
            </a:r>
            <a:br>
              <a:rPr lang="en-US" sz="2200" dirty="0">
                <a:latin typeface="+mj-lt"/>
                <a:cs typeface="Calibri" charset="0"/>
              </a:rPr>
            </a:br>
            <a:r>
              <a:rPr lang="en-US" sz="2200" dirty="0">
                <a:latin typeface="+mj-lt"/>
                <a:cs typeface="Calibri" charset="0"/>
              </a:rPr>
              <a:t> how familiar the technology is to the programmers   </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49EA4D4-A414-1C23-0356-2BD20565423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33109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planning phase</a:t>
            </a:r>
          </a:p>
        </p:txBody>
      </p:sp>
      <p:sp>
        <p:nvSpPr>
          <p:cNvPr id="3" name="Content Placeholder 2"/>
          <p:cNvSpPr>
            <a:spLocks noGrp="1"/>
          </p:cNvSpPr>
          <p:nvPr>
            <p:ph idx="1"/>
          </p:nvPr>
        </p:nvSpPr>
        <p:spPr>
          <a:xfrm>
            <a:off x="724884" y="2142309"/>
            <a:ext cx="10914122" cy="2482700"/>
          </a:xfrm>
        </p:spPr>
        <p:txBody>
          <a:bodyPr>
            <a:noAutofit/>
          </a:bodyPr>
          <a:lstStyle/>
          <a:p>
            <a:pPr marL="0" lvl="1">
              <a:buFont typeface="Wingdings" pitchFamily="2" charset="2"/>
              <a:buChar char="§"/>
            </a:pPr>
            <a:r>
              <a:rPr lang="en-US" sz="2200" dirty="0">
                <a:latin typeface="+mj-lt"/>
              </a:rPr>
              <a:t>Users stories are written</a:t>
            </a:r>
          </a:p>
          <a:p>
            <a:pPr>
              <a:buFont typeface="Wingdings" pitchFamily="2" charset="2"/>
              <a:buChar char="§"/>
            </a:pPr>
            <a:r>
              <a:rPr lang="en-US" sz="2200" dirty="0">
                <a:latin typeface="+mj-lt"/>
              </a:rPr>
              <a:t>Estimate the effort of working with the user stories</a:t>
            </a:r>
          </a:p>
          <a:p>
            <a:pPr>
              <a:buFont typeface="Wingdings" pitchFamily="2" charset="2"/>
              <a:buChar char="§"/>
            </a:pPr>
            <a:r>
              <a:rPr lang="en-US" sz="2200" dirty="0">
                <a:latin typeface="+mj-lt"/>
              </a:rPr>
              <a:t>Priorities are given to the user stories to be implemented</a:t>
            </a:r>
          </a:p>
          <a:p>
            <a:pPr>
              <a:buFont typeface="Wingdings" pitchFamily="2" charset="2"/>
              <a:buChar char="§"/>
            </a:pPr>
            <a:r>
              <a:rPr lang="en-US" sz="2200" dirty="0"/>
              <a:t>Release planning creates the release schedule</a:t>
            </a:r>
            <a:br>
              <a:rPr lang="en-US" sz="2200" dirty="0">
                <a:latin typeface="+mj-lt"/>
              </a:rPr>
            </a:br>
            <a:endParaRPr lang="en-US" sz="22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9AE249D-2DD0-1B25-712C-EC8D472B9D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07470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iterations  to  release  phase</a:t>
            </a:r>
          </a:p>
        </p:txBody>
      </p:sp>
      <p:sp>
        <p:nvSpPr>
          <p:cNvPr id="3" name="Content Placeholder 2"/>
          <p:cNvSpPr>
            <a:spLocks noGrp="1"/>
          </p:cNvSpPr>
          <p:nvPr>
            <p:ph idx="1"/>
          </p:nvPr>
        </p:nvSpPr>
        <p:spPr>
          <a:xfrm>
            <a:off x="555067" y="2050868"/>
            <a:ext cx="10914122" cy="3331030"/>
          </a:xfrm>
        </p:spPr>
        <p:txBody>
          <a:bodyPr>
            <a:noAutofit/>
          </a:bodyPr>
          <a:lstStyle/>
          <a:p>
            <a:pPr>
              <a:buFont typeface="Wingdings" pitchFamily="2" charset="2"/>
              <a:buChar char="q"/>
            </a:pPr>
            <a:r>
              <a:rPr lang="en-US" sz="2200" dirty="0">
                <a:latin typeface="+mj-lt"/>
                <a:cs typeface="Calibri" charset="0"/>
              </a:rPr>
              <a:t> Includes several iterations of the systems before the first release </a:t>
            </a:r>
          </a:p>
          <a:p>
            <a:pPr>
              <a:buFont typeface="Wingdings" pitchFamily="2" charset="2"/>
              <a:buChar char="q"/>
            </a:pPr>
            <a:r>
              <a:rPr lang="en-US" sz="2200" dirty="0">
                <a:latin typeface="+mj-lt"/>
                <a:cs typeface="Calibri" charset="0"/>
              </a:rPr>
              <a:t> Each takes </a:t>
            </a:r>
            <a:r>
              <a:rPr lang="en-US" sz="2200" dirty="0">
                <a:solidFill>
                  <a:srgbClr val="FF0000"/>
                </a:solidFill>
                <a:latin typeface="+mj-lt"/>
                <a:cs typeface="Calibri" charset="0"/>
              </a:rPr>
              <a:t>one to four weeks </a:t>
            </a:r>
            <a:r>
              <a:rPr lang="en-US" sz="2200" dirty="0">
                <a:latin typeface="+mj-lt"/>
                <a:cs typeface="Calibri" charset="0"/>
              </a:rPr>
              <a:t>to implement </a:t>
            </a:r>
          </a:p>
          <a:p>
            <a:pPr>
              <a:buFont typeface="Wingdings" pitchFamily="2" charset="2"/>
              <a:buChar char="q"/>
            </a:pPr>
            <a:r>
              <a:rPr lang="en-US" sz="2200" dirty="0">
                <a:latin typeface="+mj-lt"/>
                <a:cs typeface="Calibri" charset="0"/>
              </a:rPr>
              <a:t>  The first iteration creates a system with the architecture of the whole system. </a:t>
            </a:r>
            <a:br>
              <a:rPr lang="en-US" sz="2200" dirty="0">
                <a:latin typeface="+mj-lt"/>
                <a:cs typeface="Calibri" charset="0"/>
              </a:rPr>
            </a:br>
            <a:r>
              <a:rPr lang="en-US" sz="2200" dirty="0">
                <a:latin typeface="+mj-lt"/>
                <a:cs typeface="Calibri" charset="0"/>
              </a:rPr>
              <a:t>  This is achieved by selecting the stories that will enforce building the structure</a:t>
            </a:r>
            <a:br>
              <a:rPr lang="en-US" sz="2200" dirty="0">
                <a:latin typeface="+mj-lt"/>
                <a:cs typeface="Calibri" charset="0"/>
              </a:rPr>
            </a:br>
            <a:r>
              <a:rPr lang="en-US" sz="2200" dirty="0">
                <a:latin typeface="+mj-lt"/>
                <a:cs typeface="Calibri" charset="0"/>
              </a:rPr>
              <a:t>  for the whole system </a:t>
            </a:r>
          </a:p>
          <a:p>
            <a:pPr>
              <a:buFont typeface="Wingdings" pitchFamily="2" charset="2"/>
              <a:buChar char="q"/>
            </a:pPr>
            <a:r>
              <a:rPr lang="en-US" sz="2200" dirty="0">
                <a:latin typeface="+mj-lt"/>
                <a:cs typeface="Calibri" charset="0"/>
              </a:rPr>
              <a:t>  The customer decides the stories to be selected for each iteration </a:t>
            </a:r>
          </a:p>
          <a:p>
            <a:pPr>
              <a:buFont typeface="Wingdings" pitchFamily="2" charset="2"/>
              <a:buChar char="q"/>
            </a:pPr>
            <a:r>
              <a:rPr lang="en-US" sz="2200" dirty="0">
                <a:latin typeface="+mj-lt"/>
                <a:cs typeface="Calibri" charset="0"/>
              </a:rPr>
              <a:t>  At the end of the last iteration, the system is ready for production </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7AA78CB-5C47-7278-5207-FCBD400694B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11009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a:t>
            </a:r>
            <a:r>
              <a:rPr lang="en-GB" dirty="0" err="1"/>
              <a:t>productionizing</a:t>
            </a:r>
            <a:r>
              <a:rPr lang="en-GB" dirty="0"/>
              <a:t>  phase</a:t>
            </a:r>
          </a:p>
        </p:txBody>
      </p:sp>
      <p:sp>
        <p:nvSpPr>
          <p:cNvPr id="3" name="Content Placeholder 2"/>
          <p:cNvSpPr>
            <a:spLocks noGrp="1"/>
          </p:cNvSpPr>
          <p:nvPr>
            <p:ph idx="1"/>
          </p:nvPr>
        </p:nvSpPr>
        <p:spPr>
          <a:xfrm>
            <a:off x="581192" y="2168434"/>
            <a:ext cx="10914122" cy="3331030"/>
          </a:xfrm>
        </p:spPr>
        <p:txBody>
          <a:bodyPr>
            <a:noAutofit/>
          </a:bodyPr>
          <a:lstStyle/>
          <a:p>
            <a:pPr>
              <a:buFont typeface="Wingdings" pitchFamily="2" charset="2"/>
              <a:buChar char="q"/>
            </a:pPr>
            <a:r>
              <a:rPr lang="en-US" sz="2200" dirty="0">
                <a:latin typeface="+mj-lt"/>
                <a:cs typeface="Calibri" charset="0"/>
              </a:rPr>
              <a:t> Requires extra testing and checking of the performance of the system before the system  </a:t>
            </a:r>
            <a:br>
              <a:rPr lang="en-US" sz="2200" dirty="0">
                <a:latin typeface="+mj-lt"/>
                <a:cs typeface="Calibri" charset="0"/>
              </a:rPr>
            </a:br>
            <a:r>
              <a:rPr lang="en-US" sz="2200" dirty="0">
                <a:latin typeface="+mj-lt"/>
                <a:cs typeface="Calibri" charset="0"/>
              </a:rPr>
              <a:t> can be released to the customer</a:t>
            </a:r>
          </a:p>
          <a:p>
            <a:pPr>
              <a:buFont typeface="Wingdings" pitchFamily="2" charset="2"/>
              <a:buChar char="q"/>
            </a:pPr>
            <a:r>
              <a:rPr lang="en-US" sz="2200" dirty="0">
                <a:latin typeface="+mj-lt"/>
                <a:cs typeface="Calibri" charset="0"/>
              </a:rPr>
              <a:t> New changes may still be found and the decision has to be made if they are included in the </a:t>
            </a:r>
            <a:br>
              <a:rPr lang="en-US" sz="2200" dirty="0">
                <a:latin typeface="+mj-lt"/>
                <a:cs typeface="Calibri" charset="0"/>
              </a:rPr>
            </a:br>
            <a:r>
              <a:rPr lang="en-US" sz="2200" dirty="0">
                <a:latin typeface="+mj-lt"/>
                <a:cs typeface="Calibri" charset="0"/>
              </a:rPr>
              <a:t> current release</a:t>
            </a:r>
          </a:p>
          <a:p>
            <a:pPr>
              <a:buFont typeface="Wingdings" pitchFamily="2" charset="2"/>
              <a:buChar char="q"/>
            </a:pPr>
            <a:r>
              <a:rPr lang="en-US" sz="2200" dirty="0">
                <a:latin typeface="+mj-lt"/>
                <a:cs typeface="Calibri" charset="0"/>
              </a:rPr>
              <a:t> The iterations may need to be quickened from </a:t>
            </a:r>
            <a:r>
              <a:rPr lang="en-US" sz="2200" dirty="0">
                <a:solidFill>
                  <a:srgbClr val="FF0000"/>
                </a:solidFill>
                <a:latin typeface="+mj-lt"/>
                <a:cs typeface="Calibri" charset="0"/>
              </a:rPr>
              <a:t>three weeks to one week</a:t>
            </a:r>
          </a:p>
          <a:p>
            <a:pPr>
              <a:buFont typeface="Wingdings" pitchFamily="2" charset="2"/>
              <a:buChar char="q"/>
            </a:pPr>
            <a:r>
              <a:rPr lang="en-US" sz="2200" dirty="0">
                <a:latin typeface="+mj-lt"/>
                <a:cs typeface="Calibri" charset="0"/>
              </a:rPr>
              <a:t> The postponed ideas and suggestions are documented for later implementation</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AA38D6A-10E5-3E11-9366-CC00A31BC50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16030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maintenance  phase</a:t>
            </a:r>
          </a:p>
        </p:txBody>
      </p:sp>
      <p:sp>
        <p:nvSpPr>
          <p:cNvPr id="3" name="Content Placeholder 2"/>
          <p:cNvSpPr>
            <a:spLocks noGrp="1"/>
          </p:cNvSpPr>
          <p:nvPr>
            <p:ph idx="1"/>
          </p:nvPr>
        </p:nvSpPr>
        <p:spPr>
          <a:xfrm>
            <a:off x="581192" y="2220684"/>
            <a:ext cx="10914122" cy="2677887"/>
          </a:xfrm>
        </p:spPr>
        <p:txBody>
          <a:bodyPr>
            <a:noAutofit/>
          </a:bodyPr>
          <a:lstStyle/>
          <a:p>
            <a:pPr>
              <a:lnSpc>
                <a:spcPct val="90000"/>
              </a:lnSpc>
              <a:buFont typeface="Wingdings" pitchFamily="2" charset="2"/>
              <a:buChar char="q"/>
            </a:pPr>
            <a:r>
              <a:rPr lang="en-US" sz="2200" dirty="0">
                <a:latin typeface="+mj-lt"/>
                <a:cs typeface="Calibri" charset="0"/>
              </a:rPr>
              <a:t> After the first release is productionized for customer use, the XP project must both keep </a:t>
            </a:r>
            <a:br>
              <a:rPr lang="en-US" sz="2200" dirty="0">
                <a:latin typeface="+mj-lt"/>
                <a:cs typeface="Calibri" charset="0"/>
              </a:rPr>
            </a:br>
            <a:r>
              <a:rPr lang="en-US" sz="2200" dirty="0">
                <a:latin typeface="+mj-lt"/>
                <a:cs typeface="Calibri" charset="0"/>
              </a:rPr>
              <a:t> the system in the production running while also producing new iterations</a:t>
            </a:r>
          </a:p>
          <a:p>
            <a:pPr>
              <a:lnSpc>
                <a:spcPct val="90000"/>
              </a:lnSpc>
              <a:buFont typeface="Wingdings" pitchFamily="2" charset="2"/>
              <a:buChar char="q"/>
            </a:pPr>
            <a:r>
              <a:rPr lang="en-US" sz="2200" dirty="0">
                <a:latin typeface="+mj-lt"/>
                <a:cs typeface="Calibri" charset="0"/>
              </a:rPr>
              <a:t> Requires an effort also for customer support tasks</a:t>
            </a:r>
          </a:p>
          <a:p>
            <a:pPr>
              <a:lnSpc>
                <a:spcPct val="90000"/>
              </a:lnSpc>
              <a:buFont typeface="Wingdings" pitchFamily="2" charset="2"/>
              <a:buChar char="q"/>
            </a:pPr>
            <a:r>
              <a:rPr lang="en-US" sz="2200" dirty="0">
                <a:latin typeface="+mj-lt"/>
                <a:cs typeface="Calibri" charset="0"/>
              </a:rPr>
              <a:t> Development velocity may decelerate after the system is in production</a:t>
            </a:r>
          </a:p>
          <a:p>
            <a:pPr>
              <a:lnSpc>
                <a:spcPct val="90000"/>
              </a:lnSpc>
              <a:buFont typeface="Wingdings" pitchFamily="2" charset="2"/>
              <a:buChar char="q"/>
            </a:pPr>
            <a:r>
              <a:rPr lang="en-US" sz="2200" dirty="0">
                <a:latin typeface="+mj-lt"/>
                <a:cs typeface="Calibri" charset="0"/>
              </a:rPr>
              <a:t> May require incorporating new people into the team and changing the team structure</a:t>
            </a:r>
          </a:p>
          <a:p>
            <a:pPr>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CC0D28D-6310-4D9A-C9D1-ED8D7F7EDD1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66519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death  phase</a:t>
            </a:r>
          </a:p>
        </p:txBody>
      </p:sp>
      <p:sp>
        <p:nvSpPr>
          <p:cNvPr id="3" name="Content Placeholder 2"/>
          <p:cNvSpPr>
            <a:spLocks noGrp="1"/>
          </p:cNvSpPr>
          <p:nvPr>
            <p:ph idx="1"/>
          </p:nvPr>
        </p:nvSpPr>
        <p:spPr>
          <a:xfrm>
            <a:off x="581192" y="2168434"/>
            <a:ext cx="10914122" cy="3213464"/>
          </a:xfrm>
        </p:spPr>
        <p:txBody>
          <a:bodyPr>
            <a:noAutofit/>
          </a:bodyPr>
          <a:lstStyle/>
          <a:p>
            <a:pPr>
              <a:buFont typeface="Wingdings" pitchFamily="2" charset="2"/>
              <a:buChar char="q"/>
            </a:pPr>
            <a:r>
              <a:rPr lang="en-US" sz="2200" dirty="0">
                <a:latin typeface="+mj-lt"/>
                <a:cs typeface="Calibri" charset="0"/>
              </a:rPr>
              <a:t> When the customer does no longer have any stories to be implemented</a:t>
            </a:r>
          </a:p>
          <a:p>
            <a:pPr>
              <a:buFont typeface="Wingdings" pitchFamily="2" charset="2"/>
              <a:buChar char="q"/>
            </a:pPr>
            <a:r>
              <a:rPr lang="en-US" sz="2200" dirty="0">
                <a:latin typeface="+mj-lt"/>
                <a:cs typeface="Calibri" charset="0"/>
              </a:rPr>
              <a:t> System satisfies customer needs also in other respects (e.g., concerning performance</a:t>
            </a:r>
            <a:br>
              <a:rPr lang="en-US" sz="2200" dirty="0">
                <a:latin typeface="+mj-lt"/>
                <a:cs typeface="Calibri" charset="0"/>
              </a:rPr>
            </a:br>
            <a:r>
              <a:rPr lang="en-US" sz="2200" dirty="0">
                <a:latin typeface="+mj-lt"/>
                <a:cs typeface="Calibri" charset="0"/>
              </a:rPr>
              <a:t> and reliability)</a:t>
            </a:r>
          </a:p>
          <a:p>
            <a:pPr>
              <a:buFont typeface="Wingdings" pitchFamily="2" charset="2"/>
              <a:buChar char="q"/>
            </a:pPr>
            <a:r>
              <a:rPr lang="en-US" sz="2200" dirty="0">
                <a:latin typeface="+mj-lt"/>
                <a:cs typeface="Calibri" charset="0"/>
              </a:rPr>
              <a:t> Necessary documentation of the system is finally written as no more changes to the </a:t>
            </a:r>
            <a:br>
              <a:rPr lang="en-US" sz="2200" dirty="0">
                <a:latin typeface="+mj-lt"/>
                <a:cs typeface="Calibri" charset="0"/>
              </a:rPr>
            </a:br>
            <a:r>
              <a:rPr lang="en-US" sz="2200" dirty="0">
                <a:latin typeface="+mj-lt"/>
                <a:cs typeface="Calibri" charset="0"/>
              </a:rPr>
              <a:t> architecture, design or code are made</a:t>
            </a:r>
          </a:p>
          <a:p>
            <a:pPr>
              <a:buFont typeface="Wingdings" pitchFamily="2" charset="2"/>
              <a:buChar char="q"/>
            </a:pPr>
            <a:r>
              <a:rPr lang="en-US" sz="2200" dirty="0">
                <a:latin typeface="+mj-lt"/>
                <a:cs typeface="Calibri" charset="0"/>
              </a:rPr>
              <a:t> Death may also occur if the system is not delivering the desired outcomes, or if it becomes </a:t>
            </a:r>
            <a:br>
              <a:rPr lang="en-US" sz="2200" dirty="0">
                <a:latin typeface="+mj-lt"/>
                <a:cs typeface="Calibri" charset="0"/>
              </a:rPr>
            </a:br>
            <a:r>
              <a:rPr lang="en-US" sz="2200" dirty="0">
                <a:latin typeface="+mj-lt"/>
                <a:cs typeface="Calibri" charset="0"/>
              </a:rPr>
              <a:t>  too expensive for further development</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64714"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3AFDDA1-A8F1-02F0-7576-3EFA76DFA2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1520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1" y="2103119"/>
            <a:ext cx="11184985" cy="4479038"/>
          </a:xfrm>
        </p:spPr>
        <p:txBody>
          <a:bodyPr>
            <a:noAutofit/>
          </a:bodyPr>
          <a:lstStyle/>
          <a:p>
            <a:pPr>
              <a:lnSpc>
                <a:spcPct val="90000"/>
              </a:lnSpc>
              <a:buFont typeface="Wingdings" pitchFamily="2" charset="2"/>
              <a:buChar char="q"/>
            </a:pPr>
            <a:r>
              <a:rPr lang="en-US" sz="2200" dirty="0">
                <a:latin typeface="+mj-lt"/>
                <a:cs typeface="Calibri" charset="0"/>
              </a:rPr>
              <a:t>  </a:t>
            </a:r>
            <a:r>
              <a:rPr lang="en-US" sz="2200" b="1" dirty="0">
                <a:solidFill>
                  <a:srgbClr val="C00000"/>
                </a:solidFill>
                <a:cs typeface="Calibri" charset="0"/>
              </a:rPr>
              <a:t>Customer: </a:t>
            </a:r>
            <a:r>
              <a:rPr lang="en-US" sz="2200" dirty="0">
                <a:cs typeface="Calibri" charset="0"/>
              </a:rPr>
              <a:t> writes the stories and functional tests, and decides when each requirement is </a:t>
            </a:r>
            <a:br>
              <a:rPr lang="en-US" sz="2200" dirty="0">
                <a:cs typeface="Calibri" charset="0"/>
              </a:rPr>
            </a:br>
            <a:r>
              <a:rPr lang="en-US" sz="2200" dirty="0">
                <a:cs typeface="Calibri" charset="0"/>
              </a:rPr>
              <a:t>  satisfied. The customer sets the implementation priority for the requirements</a:t>
            </a:r>
          </a:p>
          <a:p>
            <a:pPr>
              <a:lnSpc>
                <a:spcPct val="90000"/>
              </a:lnSpc>
              <a:buFont typeface="Wingdings" pitchFamily="2" charset="2"/>
              <a:buChar char="q"/>
            </a:pPr>
            <a:r>
              <a:rPr lang="en-US" sz="2200" b="1" dirty="0">
                <a:solidFill>
                  <a:srgbClr val="C00000"/>
                </a:solidFill>
                <a:latin typeface="+mj-lt"/>
                <a:cs typeface="Calibri" charset="0"/>
              </a:rPr>
              <a:t>  Programmer:  </a:t>
            </a:r>
            <a:r>
              <a:rPr lang="en-US" sz="2200" dirty="0">
                <a:latin typeface="+mj-lt"/>
                <a:cs typeface="Calibri" charset="0"/>
              </a:rPr>
              <a:t>keeps the program code as simple and definite as possible.</a:t>
            </a:r>
          </a:p>
          <a:p>
            <a:pPr>
              <a:lnSpc>
                <a:spcPct val="9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Tester: </a:t>
            </a:r>
            <a:r>
              <a:rPr lang="en-US" sz="2200" dirty="0">
                <a:latin typeface="+mj-lt"/>
                <a:cs typeface="Calibri" charset="0"/>
              </a:rPr>
              <a:t>helps the customer write functional tests, also run functional tests regularly, </a:t>
            </a:r>
            <a:br>
              <a:rPr lang="en-US" sz="2200" dirty="0">
                <a:latin typeface="+mj-lt"/>
                <a:cs typeface="Calibri" charset="0"/>
              </a:rPr>
            </a:br>
            <a:r>
              <a:rPr lang="en-US" sz="2200" dirty="0">
                <a:latin typeface="+mj-lt"/>
                <a:cs typeface="Calibri" charset="0"/>
              </a:rPr>
              <a:t>  broadcast test results and maintain testing tools</a:t>
            </a:r>
          </a:p>
          <a:p>
            <a:pPr>
              <a:lnSpc>
                <a:spcPct val="90000"/>
              </a:lnSpc>
              <a:buFont typeface="Wingdings" pitchFamily="2" charset="2"/>
              <a:buChar char="q"/>
            </a:pPr>
            <a:r>
              <a:rPr lang="en-US" sz="2200" b="1" dirty="0">
                <a:solidFill>
                  <a:srgbClr val="C00000"/>
                </a:solidFill>
                <a:cs typeface="Calibri" charset="0"/>
              </a:rPr>
              <a:t>  Tracker:  </a:t>
            </a:r>
            <a:r>
              <a:rPr lang="en-US" sz="2200" dirty="0">
                <a:cs typeface="Calibri" charset="0"/>
              </a:rPr>
              <a:t>gives feedback in XP.  He traces the estimates made by the team (e.g. </a:t>
            </a:r>
            <a:br>
              <a:rPr lang="en-US" sz="2200" dirty="0">
                <a:cs typeface="Calibri" charset="0"/>
              </a:rPr>
            </a:br>
            <a:r>
              <a:rPr lang="en-US" sz="2200" dirty="0">
                <a:cs typeface="Calibri" charset="0"/>
              </a:rPr>
              <a:t> effort estimates) and gives feedback on how accurate they are in order to improve future </a:t>
            </a:r>
            <a:br>
              <a:rPr lang="en-US" sz="2200" dirty="0">
                <a:cs typeface="Calibri" charset="0"/>
              </a:rPr>
            </a:br>
            <a:r>
              <a:rPr lang="en-US" sz="2200" dirty="0">
                <a:cs typeface="Calibri" charset="0"/>
              </a:rPr>
              <a:t> estimations.  He also traces the progress of each iteration and evaluates whether the goal </a:t>
            </a:r>
            <a:br>
              <a:rPr lang="en-US" sz="2200" dirty="0">
                <a:cs typeface="Calibri" charset="0"/>
              </a:rPr>
            </a:br>
            <a:r>
              <a:rPr lang="en-US" sz="2200" dirty="0">
                <a:cs typeface="Calibri" charset="0"/>
              </a:rPr>
              <a:t> is reachable within the given resource and time constraints or if any changes are needed in </a:t>
            </a:r>
            <a:br>
              <a:rPr lang="en-US" sz="2200" dirty="0">
                <a:cs typeface="Calibri" charset="0"/>
              </a:rPr>
            </a:br>
            <a:r>
              <a:rPr lang="en-US" sz="2200" dirty="0">
                <a:cs typeface="Calibri" charset="0"/>
              </a:rPr>
              <a:t> the process</a:t>
            </a:r>
          </a:p>
          <a:p>
            <a:pPr>
              <a:lnSpc>
                <a:spcPct val="90000"/>
              </a:lnSpc>
              <a:buFont typeface="Wingdings" pitchFamily="2" charset="2"/>
              <a:buChar char="q"/>
            </a:pPr>
            <a:endParaRPr lang="en-US" sz="2200" b="1" dirty="0">
              <a:latin typeface="+mj-lt"/>
              <a:cs typeface="Calibri" charset="0"/>
            </a:endParaRP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B0C160E-C44E-30A3-0B7D-718CC4D82A4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8060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81192" y="2155939"/>
            <a:ext cx="10914122" cy="3860548"/>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Interaction: </a:t>
            </a:r>
            <a:r>
              <a:rPr lang="en-US" sz="2200" dirty="0">
                <a:latin typeface="+mj-lt"/>
                <a:cs typeface="Calibri" charset="0"/>
              </a:rPr>
              <a:t>Close interaction between the customer and the programmers. The </a:t>
            </a:r>
            <a:br>
              <a:rPr lang="en-US" sz="2200" dirty="0">
                <a:latin typeface="+mj-lt"/>
                <a:cs typeface="Calibri" charset="0"/>
              </a:rPr>
            </a:br>
            <a:r>
              <a:rPr lang="en-US" sz="2200" dirty="0">
                <a:latin typeface="+mj-lt"/>
                <a:cs typeface="Calibri" charset="0"/>
              </a:rPr>
              <a:t> programmers estimate the effort needed for the implementation of customer stories</a:t>
            </a:r>
            <a:br>
              <a:rPr lang="en-US" sz="2200" dirty="0">
                <a:latin typeface="+mj-lt"/>
                <a:cs typeface="Calibri" charset="0"/>
              </a:rPr>
            </a:br>
            <a:r>
              <a:rPr lang="en-US" sz="2200" dirty="0">
                <a:latin typeface="+mj-lt"/>
                <a:cs typeface="Calibri" charset="0"/>
              </a:rPr>
              <a:t> and the customer then decides about the scope and timing of releases.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Small/short releases: </a:t>
            </a:r>
            <a:r>
              <a:rPr lang="en-US" sz="2200" dirty="0">
                <a:latin typeface="+mj-lt"/>
                <a:cs typeface="Calibri" charset="0"/>
              </a:rPr>
              <a:t>A simple system is "</a:t>
            </a:r>
            <a:r>
              <a:rPr lang="en-US" sz="2200" dirty="0" err="1">
                <a:latin typeface="+mj-lt"/>
                <a:cs typeface="Calibri" charset="0"/>
              </a:rPr>
              <a:t>productionized</a:t>
            </a:r>
            <a:r>
              <a:rPr lang="en-US" sz="2200" dirty="0">
                <a:latin typeface="+mj-lt"/>
                <a:cs typeface="Calibri" charset="0"/>
              </a:rPr>
              <a:t>“ rapidly – </a:t>
            </a:r>
            <a:r>
              <a:rPr lang="en-US" sz="2200" dirty="0">
                <a:solidFill>
                  <a:srgbClr val="FF0000"/>
                </a:solidFill>
                <a:latin typeface="+mj-lt"/>
                <a:cs typeface="Calibri" charset="0"/>
              </a:rPr>
              <a:t>at least once in </a:t>
            </a:r>
            <a:br>
              <a:rPr lang="en-US" sz="2200" dirty="0">
                <a:solidFill>
                  <a:srgbClr val="FF0000"/>
                </a:solidFill>
                <a:latin typeface="+mj-lt"/>
                <a:cs typeface="Calibri" charset="0"/>
              </a:rPr>
            </a:br>
            <a:r>
              <a:rPr lang="en-US" sz="2200" dirty="0">
                <a:solidFill>
                  <a:srgbClr val="FF0000"/>
                </a:solidFill>
                <a:latin typeface="+mj-lt"/>
                <a:cs typeface="Calibri" charset="0"/>
              </a:rPr>
              <a:t> every 2 to 3 months</a:t>
            </a:r>
            <a:r>
              <a:rPr lang="en-US" sz="2200" dirty="0">
                <a:latin typeface="+mj-lt"/>
                <a:cs typeface="Calibri" charset="0"/>
              </a:rPr>
              <a:t>. New versions are then released even daily, but at least monthly. </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Metaphor: </a:t>
            </a:r>
            <a:r>
              <a:rPr lang="en-US" sz="2200" dirty="0">
                <a:latin typeface="+mj-lt"/>
                <a:cs typeface="Calibri" charset="0"/>
              </a:rPr>
              <a:t>The system is defined by a metaphor/set of metaphors between the customer </a:t>
            </a:r>
            <a:br>
              <a:rPr lang="en-US" sz="2200" dirty="0">
                <a:latin typeface="+mj-lt"/>
                <a:cs typeface="Calibri" charset="0"/>
              </a:rPr>
            </a:br>
            <a:r>
              <a:rPr lang="en-US" sz="2200" dirty="0">
                <a:latin typeface="+mj-lt"/>
                <a:cs typeface="Calibri" charset="0"/>
              </a:rPr>
              <a:t> and the programmers. This "shared story" guides all development by describing how the </a:t>
            </a:r>
            <a:br>
              <a:rPr lang="en-US" sz="2200" dirty="0">
                <a:latin typeface="+mj-lt"/>
                <a:cs typeface="Calibri" charset="0"/>
              </a:rPr>
            </a:br>
            <a:r>
              <a:rPr lang="en-US" sz="2200" dirty="0">
                <a:latin typeface="+mj-lt"/>
                <a:cs typeface="Calibri" charset="0"/>
              </a:rPr>
              <a:t> system works. </a:t>
            </a:r>
            <a:endParaRPr lang="en-US" sz="2200" b="1" dirty="0">
              <a:latin typeface="+mj-lt"/>
              <a:cs typeface="Calibri" charset="0"/>
            </a:endParaRPr>
          </a:p>
          <a:p>
            <a:pPr>
              <a:buFont typeface="Wingdings" pitchFamily="2" charset="2"/>
              <a:buChar char="q"/>
            </a:pPr>
            <a:endParaRPr lang="en-US" sz="20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6002555-535B-369B-30E4-01D529A04EA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789910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411376" y="1818974"/>
            <a:ext cx="10914122" cy="4336870"/>
          </a:xfrm>
        </p:spPr>
        <p:txBody>
          <a:bodyPr>
            <a:noAutofit/>
          </a:bodyPr>
          <a:lstStyle/>
          <a:p>
            <a:pPr>
              <a:lnSpc>
                <a:spcPct val="90000"/>
              </a:lnSpc>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Pair programming </a:t>
            </a:r>
            <a:endParaRPr lang="en-US" sz="2200" dirty="0">
              <a:solidFill>
                <a:srgbClr val="C00000"/>
              </a:solidFill>
              <a:latin typeface="+mj-lt"/>
              <a:cs typeface="Calibri" charset="0"/>
            </a:endParaRPr>
          </a:p>
          <a:p>
            <a:pPr lvl="1">
              <a:lnSpc>
                <a:spcPct val="90000"/>
              </a:lnSpc>
              <a:buFont typeface="Wingdings" pitchFamily="2" charset="2"/>
              <a:buChar char="§"/>
            </a:pPr>
            <a:r>
              <a:rPr lang="en-US" sz="2200" dirty="0">
                <a:latin typeface="+mj-lt"/>
                <a:cs typeface="Calibri" charset="0"/>
              </a:rPr>
              <a:t>  Two people write the code at one computer</a:t>
            </a:r>
          </a:p>
          <a:p>
            <a:pPr lvl="1">
              <a:lnSpc>
                <a:spcPct val="90000"/>
              </a:lnSpc>
              <a:buFont typeface="Wingdings" pitchFamily="2" charset="2"/>
              <a:buChar char="§"/>
            </a:pPr>
            <a:r>
              <a:rPr lang="en-US" sz="2200" dirty="0">
                <a:latin typeface="+mj-lt"/>
                <a:cs typeface="Calibri" charset="0"/>
              </a:rPr>
              <a:t>  One programmer, the driver, has control of the keyboard/mouse and actively </a:t>
            </a:r>
            <a:br>
              <a:rPr lang="en-US" sz="2200" dirty="0">
                <a:latin typeface="+mj-lt"/>
                <a:cs typeface="Calibri" charset="0"/>
              </a:rPr>
            </a:br>
            <a:r>
              <a:rPr lang="en-US" sz="2200" dirty="0">
                <a:latin typeface="+mj-lt"/>
                <a:cs typeface="Calibri" charset="0"/>
              </a:rPr>
              <a:t>  implements the program. The other programmer, the observer, continuously </a:t>
            </a:r>
            <a:br>
              <a:rPr lang="en-US" sz="2200" dirty="0">
                <a:latin typeface="+mj-lt"/>
                <a:cs typeface="Calibri" charset="0"/>
              </a:rPr>
            </a:br>
            <a:r>
              <a:rPr lang="en-US" sz="2200" dirty="0">
                <a:latin typeface="+mj-lt"/>
                <a:cs typeface="Calibri" charset="0"/>
              </a:rPr>
              <a:t>  observes the work of the driver to identify tactical defects </a:t>
            </a:r>
            <a:r>
              <a:rPr lang="en-US" sz="2200" dirty="0">
                <a:cs typeface="Calibri" charset="0"/>
              </a:rPr>
              <a:t>(syntactic, spelling, etc.)</a:t>
            </a:r>
            <a:br>
              <a:rPr lang="en-US" sz="2200" dirty="0">
                <a:cs typeface="Calibri" charset="0"/>
              </a:rPr>
            </a:br>
            <a:r>
              <a:rPr lang="en-US" sz="2200" dirty="0">
                <a:cs typeface="Calibri" charset="0"/>
              </a:rPr>
              <a:t> </a:t>
            </a:r>
            <a:r>
              <a:rPr lang="en-US" sz="2200" dirty="0">
                <a:latin typeface="+mj-lt"/>
                <a:cs typeface="Calibri" charset="0"/>
              </a:rPr>
              <a:t> and also thinks strategically about the direction of the work. </a:t>
            </a:r>
          </a:p>
          <a:p>
            <a:pPr lvl="1">
              <a:lnSpc>
                <a:spcPct val="90000"/>
              </a:lnSpc>
              <a:buFont typeface="Wingdings" pitchFamily="2" charset="2"/>
              <a:buChar char="§"/>
            </a:pPr>
            <a:r>
              <a:rPr lang="en-US" sz="2200" dirty="0">
                <a:latin typeface="+mj-lt"/>
                <a:cs typeface="Calibri" charset="0"/>
              </a:rPr>
              <a:t>  Two programmers can brainstorm any challenging problem. Because they periodically </a:t>
            </a:r>
            <a:br>
              <a:rPr lang="en-US" sz="2200" dirty="0">
                <a:latin typeface="+mj-lt"/>
                <a:cs typeface="Calibri" charset="0"/>
              </a:rPr>
            </a:br>
            <a:r>
              <a:rPr lang="en-US" sz="2200" dirty="0">
                <a:latin typeface="+mj-lt"/>
                <a:cs typeface="Calibri" charset="0"/>
              </a:rPr>
              <a:t>  switch roles.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Continuous integration: </a:t>
            </a:r>
            <a:r>
              <a:rPr lang="en-US" sz="2200" dirty="0">
                <a:latin typeface="+mj-lt"/>
                <a:cs typeface="Calibri" charset="0"/>
              </a:rPr>
              <a:t>A new piece of code is integrated into the code-base as soon </a:t>
            </a:r>
            <a:br>
              <a:rPr lang="en-US" sz="2200" dirty="0">
                <a:latin typeface="+mj-lt"/>
                <a:cs typeface="Calibri" charset="0"/>
              </a:rPr>
            </a:br>
            <a:r>
              <a:rPr lang="en-US" sz="2200" dirty="0">
                <a:latin typeface="+mj-lt"/>
                <a:cs typeface="Calibri" charset="0"/>
              </a:rPr>
              <a:t>  as it is ready. </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FD078E8-1545-EC2E-1DE3-A7D7FE304C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2185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3618412"/>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40-hour week: </a:t>
            </a:r>
            <a:r>
              <a:rPr lang="en-US" sz="2200" dirty="0">
                <a:latin typeface="+mj-lt"/>
                <a:cs typeface="Calibri" charset="0"/>
              </a:rPr>
              <a:t>A maximum of 40-hour working week</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On-site customer: </a:t>
            </a:r>
            <a:r>
              <a:rPr lang="en-US" sz="2200" dirty="0">
                <a:latin typeface="+mj-lt"/>
                <a:cs typeface="Calibri" charset="0"/>
              </a:rPr>
              <a:t>Customer has to be present and available full-time for the team</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Coding standards: </a:t>
            </a:r>
            <a:r>
              <a:rPr lang="en-US" sz="2200" dirty="0">
                <a:latin typeface="+mj-lt"/>
                <a:cs typeface="Calibri" charset="0"/>
              </a:rPr>
              <a:t>Coding rules exist and are followed by the programmers </a:t>
            </a:r>
            <a:r>
              <a:rPr lang="en-US" sz="2200" dirty="0">
                <a:cs typeface="Calibri" charset="0"/>
              </a:rPr>
              <a:t>(e.g. error message by exception handling)</a:t>
            </a:r>
            <a:r>
              <a:rPr lang="en-US" sz="2200" dirty="0">
                <a:latin typeface="+mj-lt"/>
                <a:cs typeface="Calibri" charset="0"/>
              </a:rPr>
              <a:t>. Communication through the code should be emphasized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Open workspace: </a:t>
            </a:r>
            <a:r>
              <a:rPr lang="en-US" sz="2200" dirty="0">
                <a:latin typeface="+mj-lt"/>
                <a:cs typeface="Calibri" charset="0"/>
              </a:rPr>
              <a:t>A large room with small cubicle (compartment) is preferred</a:t>
            </a: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 Just rules: </a:t>
            </a:r>
            <a:r>
              <a:rPr lang="en-US" sz="2200" dirty="0">
                <a:latin typeface="+mj-lt"/>
                <a:cs typeface="Calibri" charset="0"/>
              </a:rPr>
              <a:t>Team has its own rules that are followed, but can also be changed at any time. </a:t>
            </a:r>
            <a:br>
              <a:rPr lang="en-US" sz="2200" dirty="0">
                <a:latin typeface="+mj-lt"/>
                <a:cs typeface="Calibri" charset="0"/>
              </a:rPr>
            </a:br>
            <a:r>
              <a:rPr lang="en-US" sz="2200" dirty="0">
                <a:latin typeface="+mj-lt"/>
                <a:cs typeface="Calibri" charset="0"/>
              </a:rPr>
              <a:t> The changes have to be agreed upon and their impact has to be assessed</a:t>
            </a:r>
          </a:p>
          <a:p>
            <a:pPr>
              <a:lnSpc>
                <a:spcPct val="9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CF7BB0F-3A71-5D3E-F081-F7EA457B404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34811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83326" y="2050868"/>
            <a:ext cx="11127482" cy="4193178"/>
          </a:xfrm>
        </p:spPr>
        <p:txBody>
          <a:bodyPr>
            <a:noAutofit/>
          </a:bodyPr>
          <a:lstStyle/>
          <a:p>
            <a:pPr>
              <a:lnSpc>
                <a:spcPct val="8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User story cards</a:t>
            </a:r>
            <a:endParaRPr lang="en-US" sz="2200" dirty="0">
              <a:solidFill>
                <a:srgbClr val="C00000"/>
              </a:solidFill>
              <a:latin typeface="+mj-lt"/>
              <a:cs typeface="Calibri" charset="0"/>
            </a:endParaRPr>
          </a:p>
          <a:p>
            <a:pPr lvl="1">
              <a:buFont typeface="Wingdings" pitchFamily="2" charset="2"/>
              <a:buChar char="§"/>
            </a:pPr>
            <a:r>
              <a:rPr lang="en-US" sz="2200" dirty="0">
                <a:latin typeface="+mj-lt"/>
                <a:cs typeface="Calibri" charset="0"/>
              </a:rPr>
              <a:t>Paper index cards which contain brief requirement (features, non-functional) descriptions</a:t>
            </a:r>
          </a:p>
          <a:p>
            <a:pPr lvl="1">
              <a:buFont typeface="Wingdings" pitchFamily="2" charset="2"/>
              <a:buChar char="§"/>
            </a:pPr>
            <a:r>
              <a:rPr lang="en-US" sz="2200" dirty="0">
                <a:latin typeface="+mj-lt"/>
                <a:cs typeface="Calibri" charset="0"/>
              </a:rPr>
              <a:t>Not a full requirement statement </a:t>
            </a:r>
          </a:p>
          <a:p>
            <a:pPr lvl="1">
              <a:buFont typeface="Wingdings" pitchFamily="2" charset="2"/>
              <a:buChar char="§"/>
            </a:pPr>
            <a:r>
              <a:rPr lang="en-US" sz="2200" dirty="0">
                <a:latin typeface="+mj-lt"/>
                <a:cs typeface="Calibri" charset="0"/>
              </a:rPr>
              <a:t>Commitment for further conversation between the developer and the customer</a:t>
            </a:r>
          </a:p>
          <a:p>
            <a:pPr lvl="1">
              <a:buFont typeface="Wingdings" pitchFamily="2" charset="2"/>
              <a:buChar char="§"/>
            </a:pPr>
            <a:r>
              <a:rPr lang="en-US" sz="2200" dirty="0">
                <a:latin typeface="+mj-lt"/>
                <a:cs typeface="Calibri" charset="0"/>
              </a:rPr>
              <a:t>During this conversation, the two parties will come to an oral understanding of what is needed for the requirement to be fulfilled</a:t>
            </a:r>
          </a:p>
          <a:p>
            <a:pPr lvl="1">
              <a:buFont typeface="Wingdings" pitchFamily="2" charset="2"/>
              <a:buChar char="§"/>
            </a:pPr>
            <a:r>
              <a:rPr lang="en-US" sz="2200" dirty="0">
                <a:latin typeface="+mj-lt"/>
                <a:cs typeface="Calibri" charset="0"/>
              </a:rPr>
              <a:t>Customer priority and developer resource estimate are added to the card</a:t>
            </a:r>
          </a:p>
          <a:p>
            <a:pPr lvl="1">
              <a:buFont typeface="Wingdings" pitchFamily="2" charset="2"/>
              <a:buChar char="§"/>
            </a:pPr>
            <a:r>
              <a:rPr lang="en-US" sz="2200" dirty="0">
                <a:latin typeface="+mj-lt"/>
                <a:cs typeface="Calibri" charset="0"/>
              </a:rPr>
              <a:t>The resource estimate for a user story must not exceed the iteration duration</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A66233B-CFA4-2420-9DFC-4190EB8D6B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576337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52016" y="1940560"/>
            <a:ext cx="10914122" cy="3419566"/>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Task list</a:t>
            </a:r>
          </a:p>
          <a:p>
            <a:pPr lvl="1">
              <a:buFont typeface="Wingdings" pitchFamily="2" charset="2"/>
              <a:buChar char="§"/>
            </a:pPr>
            <a:r>
              <a:rPr lang="en-US" sz="2200" dirty="0">
                <a:latin typeface="+mj-lt"/>
                <a:cs typeface="Calibri" charset="0"/>
              </a:rPr>
              <a:t>A listing of the tasks (one-half to three days in duration) for the user stories that are to be completed for an iteration</a:t>
            </a:r>
          </a:p>
          <a:p>
            <a:pPr lvl="1">
              <a:buFont typeface="Wingdings" pitchFamily="2" charset="2"/>
              <a:buChar char="§"/>
            </a:pPr>
            <a:r>
              <a:rPr lang="en-US" sz="2200" dirty="0">
                <a:latin typeface="+mj-lt"/>
                <a:cs typeface="Calibri" charset="0"/>
              </a:rPr>
              <a:t>Tasks represent concrete aspects of a user story</a:t>
            </a:r>
          </a:p>
          <a:p>
            <a:pPr lvl="1">
              <a:buFont typeface="Wingdings" pitchFamily="2" charset="2"/>
              <a:buChar char="§"/>
            </a:pPr>
            <a:r>
              <a:rPr lang="en-US" sz="2200" dirty="0">
                <a:latin typeface="+mj-lt"/>
                <a:cs typeface="Calibri" charset="0"/>
              </a:rPr>
              <a:t>Programmers volunteer for tasks rather than are assigned to tasks</a:t>
            </a:r>
          </a:p>
          <a:p>
            <a:pPr marL="0" indent="0">
              <a:buNone/>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E84790-9FD8-4D9D-A886-76CCFED6B79E}"/>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0976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a:t>
            </a:r>
            <a:r>
              <a:rPr lang="en-US" sz="1400" b="1" dirty="0">
                <a:solidFill>
                  <a:schemeClr val="accent2"/>
                </a:solidFill>
              </a:rPr>
              <a:t>9</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A8292A-47B1-92CF-FBB2-3522E404C3E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1533</Words>
  <Application>Microsoft Office PowerPoint</Application>
  <PresentationFormat>Widescreen</PresentationFormat>
  <Paragraphs>138</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ＭＳ Ｐゴシック</vt:lpstr>
      <vt:lpstr>Bell MT</vt:lpstr>
      <vt:lpstr>Calibri</vt:lpstr>
      <vt:lpstr>Georgia</vt:lpstr>
      <vt:lpstr>Gill Sans MT</vt:lpstr>
      <vt:lpstr>Wingdings</vt:lpstr>
      <vt:lpstr>Wingdings 2</vt:lpstr>
      <vt:lpstr>Dividend</vt:lpstr>
      <vt:lpstr>PowerPoint Presentation</vt:lpstr>
      <vt:lpstr>Extreme  programming</vt:lpstr>
      <vt:lpstr>Xp  values</vt:lpstr>
      <vt:lpstr>Xp  values</vt:lpstr>
      <vt:lpstr>Xp  process Model</vt:lpstr>
      <vt:lpstr>PowerPoint Presentation</vt:lpstr>
      <vt:lpstr>Xp  process – Exploration  phase</vt:lpstr>
      <vt:lpstr>Xp  process – planning phase</vt:lpstr>
      <vt:lpstr>Xp  process – iterations  to  release  phase</vt:lpstr>
      <vt:lpstr>Xp  process – productionizing  phase</vt:lpstr>
      <vt:lpstr>Xp  process – maintenance  phase</vt:lpstr>
      <vt:lpstr>Xp  process – death  phase</vt:lpstr>
      <vt:lpstr>Xp - Roles  and  responsibility</vt:lpstr>
      <vt:lpstr>Xp - practices</vt:lpstr>
      <vt:lpstr>Xp - practices</vt:lpstr>
      <vt:lpstr>Xp - practices</vt:lpstr>
      <vt:lpstr>Xp - artefacts</vt:lpstr>
      <vt:lpstr>Xp - artefacts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programming (XP)</dc:title>
  <dc:subject>Software Engineering</dc:subject>
  <dc:creator>M. Mahmudul Hasan</dc:creator>
  <cp:lastModifiedBy>MEJBAH AHAMMAD</cp:lastModifiedBy>
  <cp:revision>35</cp:revision>
  <dcterms:created xsi:type="dcterms:W3CDTF">2019-05-13T08:37:20Z</dcterms:created>
  <dcterms:modified xsi:type="dcterms:W3CDTF">2026-02-07T11:06:56Z</dcterms:modified>
</cp:coreProperties>
</file>