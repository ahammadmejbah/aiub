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90" d="100"/>
          <a:sy n="90" d="100"/>
        </p:scale>
        <p:origin x="90" y="28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62E78-F200-4C4C-BC42-C27AC9E77916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B0FEB-E303-4A4A-A013-42557A45C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20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B0FEB-E303-4A4A-A013-42557A45CDD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229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B0FEB-E303-4A4A-A013-42557A45CDD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2299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B0FEB-E303-4A4A-A013-42557A45CDD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2299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B0FEB-E303-4A4A-A013-42557A45CDD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2299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B0FEB-E303-4A4A-A013-42557A45CDD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2299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B0FEB-E303-4A4A-A013-42557A45CDD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2299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B0FEB-E303-4A4A-A013-42557A45CDD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2299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B0FEB-E303-4A4A-A013-42557A45CDD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2299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B0FEB-E303-4A4A-A013-42557A45CDD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229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hammadmejbah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10</a:t>
            </a:r>
            <a:endParaRPr lang="en-US" sz="1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2209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0934405"/>
              </p:ext>
            </p:extLst>
          </p:nvPr>
        </p:nvGraphicFramePr>
        <p:xfrm>
          <a:off x="476205" y="5186042"/>
          <a:ext cx="8335798" cy="129313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Mejbah Ahammad, Lecturer, CS,  AIUB</a:t>
                      </a:r>
                    </a:p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+8801308757586 </a:t>
                      </a:r>
                      <a:r>
                        <a:rPr lang="en-US" sz="1800" cap="none" dirty="0">
                          <a:solidFill>
                            <a:srgbClr val="F49100"/>
                          </a:solidFill>
                          <a:latin typeface="Georgia" panose="02040502050405020303" pitchFamily="18" charset="0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ahammadmejbah@aiub.</a:t>
                      </a:r>
                      <a:r>
                        <a:rPr lang="en-US" sz="1800" cap="none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edu</a:t>
                      </a:r>
                      <a:endParaRPr lang="en-US" sz="1800" cap="none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  <a:p>
                      <a:r>
                        <a:rPr lang="en-US" sz="1800" cap="none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Room Number: DN0922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886560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Loop</a:t>
            </a:r>
            <a:endParaRPr lang="en-US" sz="2800" dirty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While Loop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For Loop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For Loop With Commands 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Select Loop With Cases 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Until Loop 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Break and Continue </a:t>
            </a: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16482"/>
            <a:ext cx="8574087" cy="4209681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/>
              <a:t>There are 4 type of loops in shell scripting.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The While Loop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The for Loop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The select loop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The until loop</a:t>
            </a:r>
          </a:p>
        </p:txBody>
      </p:sp>
    </p:spTree>
    <p:extLst>
      <p:ext uri="{BB962C8B-B14F-4D97-AF65-F5344CB8AC3E}">
        <p14:creationId xmlns:p14="http://schemas.microsoft.com/office/powerpoint/2010/main" val="445990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While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16481"/>
            <a:ext cx="8574087" cy="4747365"/>
          </a:xfrm>
        </p:spPr>
        <p:txBody>
          <a:bodyPr>
            <a:normAutofit fontScale="77500" lnSpcReduction="20000"/>
          </a:bodyPr>
          <a:lstStyle/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Syntax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while [ condition ]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do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	statement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	statement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done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Example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n=1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while [ $n –le 10 ]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do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	echo “$n”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	n=$(( n+1 )) or (( n++ )) or (( ++n ))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done</a:t>
            </a:r>
          </a:p>
        </p:txBody>
      </p:sp>
    </p:spTree>
    <p:extLst>
      <p:ext uri="{BB962C8B-B14F-4D97-AF65-F5344CB8AC3E}">
        <p14:creationId xmlns:p14="http://schemas.microsoft.com/office/powerpoint/2010/main" val="3979810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For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16481"/>
            <a:ext cx="8574087" cy="4747365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Syntax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for VARIABLE in 1 2 3 4 5 .. N [We can use file also]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do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	statement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done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for OUTPUT in $(</a:t>
            </a:r>
            <a:r>
              <a:rPr lang="en-US" dirty="0" err="1"/>
              <a:t>unix</a:t>
            </a:r>
            <a:r>
              <a:rPr lang="en-US" dirty="0"/>
              <a:t> command)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do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	statement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done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for (( initiate; condition; increment/decrement ))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do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	statement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done</a:t>
            </a:r>
          </a:p>
        </p:txBody>
      </p:sp>
    </p:spTree>
    <p:extLst>
      <p:ext uri="{BB962C8B-B14F-4D97-AF65-F5344CB8AC3E}">
        <p14:creationId xmlns:p14="http://schemas.microsoft.com/office/powerpoint/2010/main" val="1729303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16481"/>
            <a:ext cx="8574087" cy="4747365"/>
          </a:xfrm>
        </p:spPr>
        <p:txBody>
          <a:bodyPr>
            <a:normAutofit fontScale="77500" lnSpcReduction="20000"/>
          </a:bodyPr>
          <a:lstStyle/>
          <a:p>
            <a:pPr marL="0" indent="0">
              <a:spcBef>
                <a:spcPts val="1000"/>
              </a:spcBef>
              <a:buNone/>
            </a:pPr>
            <a:r>
              <a:rPr lang="en-US" dirty="0"/>
              <a:t>for number in 1 2 3 4 5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do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echo $number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done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>
                <a:solidFill>
                  <a:srgbClr val="FF0000"/>
                </a:solidFill>
              </a:rPr>
              <a:t>*****The following syntax will work on bash version 4 or above*****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for number in {1..100} [This will loop through 1 to 100]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do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echo $number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done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for number in {1..100..2} [This will increment by 2] [START..END..INCREMENT]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do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echo $i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done</a:t>
            </a:r>
          </a:p>
        </p:txBody>
      </p:sp>
    </p:spTree>
    <p:extLst>
      <p:ext uri="{BB962C8B-B14F-4D97-AF65-F5344CB8AC3E}">
        <p14:creationId xmlns:p14="http://schemas.microsoft.com/office/powerpoint/2010/main" val="1366783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16481"/>
            <a:ext cx="8574087" cy="4747365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The familiar one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for (( i=0; i&lt;10; i++ ))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do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echo $i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done</a:t>
            </a:r>
          </a:p>
        </p:txBody>
      </p:sp>
    </p:spTree>
    <p:extLst>
      <p:ext uri="{BB962C8B-B14F-4D97-AF65-F5344CB8AC3E}">
        <p14:creationId xmlns:p14="http://schemas.microsoft.com/office/powerpoint/2010/main" val="3256374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For Loop With Commands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16481"/>
            <a:ext cx="8574087" cy="4747365"/>
          </a:xfrm>
        </p:spPr>
        <p:txBody>
          <a:bodyPr>
            <a:normAutofit/>
          </a:bodyPr>
          <a:lstStyle/>
          <a:p>
            <a:pPr marL="0" indent="0">
              <a:spcBef>
                <a:spcPts val="1000"/>
              </a:spcBef>
              <a:buNone/>
            </a:pPr>
            <a:r>
              <a:rPr lang="en-US" dirty="0"/>
              <a:t>for command in </a:t>
            </a:r>
            <a:r>
              <a:rPr lang="en-US" dirty="0" err="1"/>
              <a:t>ls</a:t>
            </a:r>
            <a:r>
              <a:rPr lang="en-US" dirty="0"/>
              <a:t> </a:t>
            </a:r>
            <a:r>
              <a:rPr lang="en-US" dirty="0" err="1"/>
              <a:t>pwd</a:t>
            </a:r>
            <a:r>
              <a:rPr lang="en-US" dirty="0"/>
              <a:t> date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do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echo “Command Name: $command” [with echo it will not execute]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echo “Command Output:”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$command [for executing only write the command]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done</a:t>
            </a:r>
          </a:p>
        </p:txBody>
      </p:sp>
    </p:spTree>
    <p:extLst>
      <p:ext uri="{BB962C8B-B14F-4D97-AF65-F5344CB8AC3E}">
        <p14:creationId xmlns:p14="http://schemas.microsoft.com/office/powerpoint/2010/main" val="2113211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Select Loop With Cases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16481"/>
            <a:ext cx="8574087" cy="4747365"/>
          </a:xfrm>
        </p:spPr>
        <p:txBody>
          <a:bodyPr>
            <a:normAutofit fontScale="62500" lnSpcReduction="20000"/>
          </a:bodyPr>
          <a:lstStyle/>
          <a:p>
            <a:pPr marL="0" indent="0">
              <a:spcBef>
                <a:spcPts val="500"/>
              </a:spcBef>
              <a:buNone/>
            </a:pPr>
            <a:r>
              <a:rPr lang="en-US" dirty="0"/>
              <a:t>select variable in </a:t>
            </a:r>
            <a:r>
              <a:rPr lang="en-US" dirty="0" err="1"/>
              <a:t>alal</a:t>
            </a:r>
            <a:r>
              <a:rPr lang="en-US" dirty="0"/>
              <a:t> </a:t>
            </a:r>
            <a:r>
              <a:rPr lang="en-US" dirty="0" err="1"/>
              <a:t>dulal</a:t>
            </a:r>
            <a:r>
              <a:rPr lang="en-US" dirty="0"/>
              <a:t> </a:t>
            </a:r>
            <a:r>
              <a:rPr lang="en-US" dirty="0" err="1"/>
              <a:t>rahim</a:t>
            </a:r>
            <a:endParaRPr lang="en-US" dirty="0"/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do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	case $variable in 			[switch]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	</a:t>
            </a:r>
            <a:r>
              <a:rPr lang="en-US" dirty="0" err="1"/>
              <a:t>alal</a:t>
            </a:r>
            <a:r>
              <a:rPr lang="en-US" dirty="0"/>
              <a:t> ) 			[case </a:t>
            </a:r>
            <a:r>
              <a:rPr lang="en-US" dirty="0" err="1"/>
              <a:t>alal</a:t>
            </a:r>
            <a:r>
              <a:rPr lang="en-US" dirty="0"/>
              <a:t>]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		echo </a:t>
            </a:r>
            <a:r>
              <a:rPr lang="en-US" dirty="0" err="1"/>
              <a:t>Alal</a:t>
            </a:r>
            <a:r>
              <a:rPr lang="en-US" dirty="0"/>
              <a:t> is selected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	;;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	</a:t>
            </a:r>
            <a:r>
              <a:rPr lang="en-US" dirty="0" err="1"/>
              <a:t>dulal</a:t>
            </a:r>
            <a:r>
              <a:rPr lang="en-US" dirty="0"/>
              <a:t> ) 			[case </a:t>
            </a:r>
            <a:r>
              <a:rPr lang="en-US" dirty="0" err="1"/>
              <a:t>dulal</a:t>
            </a:r>
            <a:r>
              <a:rPr lang="en-US" dirty="0"/>
              <a:t>]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		echo </a:t>
            </a:r>
            <a:r>
              <a:rPr lang="en-US" dirty="0" err="1"/>
              <a:t>Dulal</a:t>
            </a:r>
            <a:r>
              <a:rPr lang="en-US" dirty="0"/>
              <a:t> is selected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	;;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	</a:t>
            </a:r>
            <a:r>
              <a:rPr lang="en-US" dirty="0" err="1"/>
              <a:t>rahim</a:t>
            </a:r>
            <a:r>
              <a:rPr lang="en-US" dirty="0"/>
              <a:t> ) 			[case </a:t>
            </a:r>
            <a:r>
              <a:rPr lang="en-US" dirty="0" err="1"/>
              <a:t>rahim</a:t>
            </a:r>
            <a:r>
              <a:rPr lang="en-US" dirty="0"/>
              <a:t>]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		echo Rahim is selected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	;;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	* ) 			[default]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		echo Default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	;;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	</a:t>
            </a:r>
            <a:r>
              <a:rPr lang="en-US" dirty="0" err="1"/>
              <a:t>esac</a:t>
            </a:r>
            <a:endParaRPr lang="en-US" dirty="0"/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done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</a:pPr>
            <a:r>
              <a:rPr lang="en-US" dirty="0"/>
              <a:t>• This will take inputs infinitely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</a:pPr>
            <a:r>
              <a:rPr lang="en-US" dirty="0"/>
              <a:t>• Press </a:t>
            </a:r>
            <a:r>
              <a:rPr lang="en-US" dirty="0" err="1"/>
              <a:t>Ctrl+C</a:t>
            </a:r>
            <a:r>
              <a:rPr lang="en-US" dirty="0"/>
              <a:t> to exit</a:t>
            </a:r>
          </a:p>
        </p:txBody>
      </p:sp>
    </p:spTree>
    <p:extLst>
      <p:ext uri="{BB962C8B-B14F-4D97-AF65-F5344CB8AC3E}">
        <p14:creationId xmlns:p14="http://schemas.microsoft.com/office/powerpoint/2010/main" val="17918905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Until Loop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16481"/>
            <a:ext cx="8574087" cy="4747365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500"/>
              </a:spcBef>
              <a:buFont typeface="Wingdings" pitchFamily="2" charset="2"/>
              <a:buChar char="q"/>
            </a:pPr>
            <a:r>
              <a:rPr lang="en-US" dirty="0"/>
              <a:t>Syntax 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until [ condition ] 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Do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	statement 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done 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</a:pPr>
            <a:r>
              <a:rPr lang="en-US" dirty="0"/>
              <a:t>Example 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a=0 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until [ ! $a –</a:t>
            </a:r>
            <a:r>
              <a:rPr lang="en-US" dirty="0" err="1"/>
              <a:t>lt</a:t>
            </a:r>
            <a:r>
              <a:rPr lang="en-US" dirty="0"/>
              <a:t> 10 ] 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do 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	echo $a 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	(( a++ )) 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done</a:t>
            </a:r>
          </a:p>
        </p:txBody>
      </p:sp>
    </p:spTree>
    <p:extLst>
      <p:ext uri="{BB962C8B-B14F-4D97-AF65-F5344CB8AC3E}">
        <p14:creationId xmlns:p14="http://schemas.microsoft.com/office/powerpoint/2010/main" val="24999726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Break and Continue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16481"/>
            <a:ext cx="8574087" cy="4747365"/>
          </a:xfrm>
        </p:spPr>
        <p:txBody>
          <a:bodyPr>
            <a:normAutofit fontScale="70000" lnSpcReduction="20000"/>
          </a:bodyPr>
          <a:lstStyle/>
          <a:p>
            <a:pPr>
              <a:spcBef>
                <a:spcPts val="500"/>
              </a:spcBef>
              <a:buFont typeface="Wingdings" pitchFamily="2" charset="2"/>
              <a:buChar char="q"/>
            </a:pPr>
            <a:r>
              <a:rPr lang="en-US" dirty="0"/>
              <a:t>Break </a:t>
            </a:r>
          </a:p>
          <a:p>
            <a:pPr marL="460375" lvl="1" indent="0">
              <a:spcBef>
                <a:spcPts val="500"/>
              </a:spcBef>
              <a:buNone/>
            </a:pPr>
            <a:r>
              <a:rPr lang="en-US" dirty="0"/>
              <a:t>for (( i=1; i&lt;10; i++ ))</a:t>
            </a:r>
          </a:p>
          <a:p>
            <a:pPr marL="460375" lvl="1" indent="0">
              <a:spcBef>
                <a:spcPts val="500"/>
              </a:spcBef>
              <a:buNone/>
            </a:pPr>
            <a:r>
              <a:rPr lang="en-US" dirty="0"/>
              <a:t>do</a:t>
            </a:r>
          </a:p>
          <a:p>
            <a:pPr marL="460375" lvl="1" indent="0">
              <a:spcBef>
                <a:spcPts val="500"/>
              </a:spcBef>
              <a:buNone/>
            </a:pPr>
            <a:r>
              <a:rPr lang="en-US" dirty="0"/>
              <a:t>	if [ $i –</a:t>
            </a:r>
            <a:r>
              <a:rPr lang="en-US" dirty="0" err="1"/>
              <a:t>gt</a:t>
            </a:r>
            <a:r>
              <a:rPr lang="en-US" dirty="0"/>
              <a:t> 5 ]</a:t>
            </a:r>
          </a:p>
          <a:p>
            <a:pPr marL="460375" lvl="1" indent="0">
              <a:spcBef>
                <a:spcPts val="500"/>
              </a:spcBef>
              <a:buNone/>
            </a:pPr>
            <a:r>
              <a:rPr lang="en-US" dirty="0"/>
              <a:t>	then</a:t>
            </a:r>
          </a:p>
          <a:p>
            <a:pPr marL="460375" lvl="1" indent="0">
              <a:spcBef>
                <a:spcPts val="500"/>
              </a:spcBef>
              <a:buNone/>
            </a:pPr>
            <a:r>
              <a:rPr lang="en-US" dirty="0"/>
              <a:t>		break</a:t>
            </a:r>
          </a:p>
          <a:p>
            <a:pPr marL="460375" lvl="1" indent="0">
              <a:spcBef>
                <a:spcPts val="500"/>
              </a:spcBef>
              <a:buNone/>
            </a:pPr>
            <a:r>
              <a:rPr lang="en-US" dirty="0"/>
              <a:t>	fi</a:t>
            </a:r>
          </a:p>
          <a:p>
            <a:pPr marL="460375" lvl="1" indent="0">
              <a:spcBef>
                <a:spcPts val="500"/>
              </a:spcBef>
              <a:buNone/>
            </a:pPr>
            <a:r>
              <a:rPr lang="en-US" dirty="0"/>
              <a:t>	echo “$i”</a:t>
            </a:r>
          </a:p>
          <a:p>
            <a:pPr marL="460375" lvl="1" indent="0">
              <a:spcBef>
                <a:spcPts val="500"/>
              </a:spcBef>
              <a:buNone/>
            </a:pPr>
            <a:r>
              <a:rPr lang="en-US" dirty="0"/>
              <a:t>done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</a:pPr>
            <a:r>
              <a:rPr lang="en-US" dirty="0"/>
              <a:t>Continue</a:t>
            </a:r>
          </a:p>
          <a:p>
            <a:pPr marL="460375" lvl="1" indent="0">
              <a:spcBef>
                <a:spcPts val="500"/>
              </a:spcBef>
              <a:buNone/>
            </a:pPr>
            <a:r>
              <a:rPr lang="en-US" dirty="0"/>
              <a:t>for (( i=1; i&lt;10; i++ ))</a:t>
            </a:r>
          </a:p>
          <a:p>
            <a:pPr marL="460375" lvl="1" indent="0">
              <a:spcBef>
                <a:spcPts val="500"/>
              </a:spcBef>
              <a:buNone/>
            </a:pPr>
            <a:r>
              <a:rPr lang="en-US" dirty="0"/>
              <a:t>do</a:t>
            </a:r>
          </a:p>
          <a:p>
            <a:pPr marL="460375" lvl="1" indent="0">
              <a:spcBef>
                <a:spcPts val="500"/>
              </a:spcBef>
              <a:buNone/>
            </a:pPr>
            <a:r>
              <a:rPr lang="en-US" dirty="0"/>
              <a:t>	if [ $i –</a:t>
            </a:r>
            <a:r>
              <a:rPr lang="en-US" dirty="0" err="1"/>
              <a:t>eq</a:t>
            </a:r>
            <a:r>
              <a:rPr lang="en-US" dirty="0"/>
              <a:t> 5 ]</a:t>
            </a:r>
          </a:p>
          <a:p>
            <a:pPr marL="460375" lvl="1" indent="0">
              <a:spcBef>
                <a:spcPts val="500"/>
              </a:spcBef>
              <a:buNone/>
            </a:pPr>
            <a:r>
              <a:rPr lang="en-US" dirty="0"/>
              <a:t>	then</a:t>
            </a:r>
          </a:p>
          <a:p>
            <a:pPr marL="460375" lvl="1" indent="0">
              <a:spcBef>
                <a:spcPts val="500"/>
              </a:spcBef>
              <a:buNone/>
            </a:pPr>
            <a:r>
              <a:rPr lang="en-US" dirty="0"/>
              <a:t>		continue</a:t>
            </a:r>
          </a:p>
          <a:p>
            <a:pPr marL="460375" lvl="1" indent="0">
              <a:spcBef>
                <a:spcPts val="500"/>
              </a:spcBef>
              <a:buNone/>
            </a:pPr>
            <a:r>
              <a:rPr lang="en-US" dirty="0"/>
              <a:t>	fi</a:t>
            </a:r>
          </a:p>
          <a:p>
            <a:pPr marL="460375" lvl="1" indent="0">
              <a:spcBef>
                <a:spcPts val="500"/>
              </a:spcBef>
              <a:buNone/>
            </a:pPr>
            <a:r>
              <a:rPr lang="en-US" dirty="0"/>
              <a:t>	echo “$i”</a:t>
            </a:r>
          </a:p>
          <a:p>
            <a:pPr marL="460375" lvl="1" indent="0">
              <a:spcBef>
                <a:spcPts val="500"/>
              </a:spcBef>
              <a:buNone/>
            </a:pPr>
            <a:r>
              <a:rPr lang="en-US" dirty="0"/>
              <a:t>done</a:t>
            </a:r>
          </a:p>
        </p:txBody>
      </p:sp>
    </p:spTree>
    <p:extLst>
      <p:ext uri="{BB962C8B-B14F-4D97-AF65-F5344CB8AC3E}">
        <p14:creationId xmlns:p14="http://schemas.microsoft.com/office/powerpoint/2010/main" val="449181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335494" y="1203272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Unix Shell Programming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</a:t>
            </a:r>
            <a:r>
              <a:rPr lang="en-US" dirty="0" err="1"/>
              <a:t>Yashavant</a:t>
            </a:r>
            <a:r>
              <a:rPr lang="en-US" dirty="0"/>
              <a:t> P. </a:t>
            </a:r>
            <a:r>
              <a:rPr lang="en-US" dirty="0" err="1"/>
              <a:t>Kanetkar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848095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184</TotalTime>
  <Words>590</Words>
  <Application>Microsoft Office PowerPoint</Application>
  <PresentationFormat>On-screen Show (4:3)</PresentationFormat>
  <Paragraphs>147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Corbel</vt:lpstr>
      <vt:lpstr>Georgia</vt:lpstr>
      <vt:lpstr>Wingdings</vt:lpstr>
      <vt:lpstr>Spectrum</vt:lpstr>
      <vt:lpstr>LAB 10</vt:lpstr>
      <vt:lpstr>Lecture Outline</vt:lpstr>
      <vt:lpstr>Loop</vt:lpstr>
      <vt:lpstr>While Loop</vt:lpstr>
      <vt:lpstr>For Loop</vt:lpstr>
      <vt:lpstr>Example</vt:lpstr>
      <vt:lpstr>Example</vt:lpstr>
      <vt:lpstr>For Loop With Commands </vt:lpstr>
      <vt:lpstr>Select Loop With Cases </vt:lpstr>
      <vt:lpstr>Until Loop </vt:lpstr>
      <vt:lpstr>Break and Continue 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MEJBAH AHAMMAD</cp:lastModifiedBy>
  <cp:revision>24</cp:revision>
  <dcterms:created xsi:type="dcterms:W3CDTF">2018-12-10T17:20:29Z</dcterms:created>
  <dcterms:modified xsi:type="dcterms:W3CDTF">2026-02-08T13:10:17Z</dcterms:modified>
</cp:coreProperties>
</file>