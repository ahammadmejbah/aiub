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linux.die.net/man/1/sor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4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141184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Man and help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Count words, lines and bytes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Line Number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Sort Command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head Command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tail Command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Cut Command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Paste Command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C56A7-220A-4B3B-AE8A-5D22E87CD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Man and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ED58F-529A-401D-9285-921B62DB8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29008"/>
            <a:ext cx="8574088" cy="4197155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 man &amp; --help</a:t>
            </a:r>
            <a:r>
              <a:rPr lang="en-US" dirty="0"/>
              <a:t> — To know more about a command and how to use it, use the </a:t>
            </a:r>
            <a:r>
              <a:rPr lang="en-US" b="1" dirty="0"/>
              <a:t>man</a:t>
            </a:r>
            <a:r>
              <a:rPr lang="en-US" dirty="0"/>
              <a:t> command. It shows the manual pages of the command. For example, “</a:t>
            </a:r>
            <a:r>
              <a:rPr lang="en-US" b="1" dirty="0"/>
              <a:t>man cd</a:t>
            </a:r>
            <a:r>
              <a:rPr lang="en-US" dirty="0"/>
              <a:t>” shows the manual pages of the </a:t>
            </a:r>
            <a:r>
              <a:rPr lang="en-US" b="1" dirty="0"/>
              <a:t>cd </a:t>
            </a:r>
            <a:r>
              <a:rPr lang="en-US" dirty="0"/>
              <a:t>command. Typing in the command name and the argument helps it show which ways the command can be used (e.g., </a:t>
            </a:r>
            <a:r>
              <a:rPr lang="en-US" b="1" dirty="0"/>
              <a:t>cd –help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092658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53C28-D879-4A12-A63A-43171EEED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US" dirty="0"/>
            </a:br>
            <a:r>
              <a:rPr lang="en-US" dirty="0"/>
              <a:t>Count words, lines and bytes (</a:t>
            </a:r>
            <a:r>
              <a:rPr lang="en-US" dirty="0" err="1"/>
              <a:t>wc</a:t>
            </a:r>
            <a:r>
              <a:rPr lang="en-US" dirty="0"/>
              <a:t>)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C898F-5C3B-4ACB-8A32-C72D74EBF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i. To show number of words, lines and bytes</a:t>
            </a:r>
          </a:p>
          <a:p>
            <a:pPr marL="0" indent="0">
              <a:lnSpc>
                <a:spcPct val="160000"/>
              </a:lnSpc>
              <a:spcBef>
                <a:spcPts val="1000"/>
              </a:spcBef>
              <a:buNone/>
            </a:pPr>
            <a:r>
              <a:rPr lang="en-US" dirty="0"/>
              <a:t>	Syntax: </a:t>
            </a:r>
            <a:r>
              <a:rPr lang="en-US" dirty="0" err="1"/>
              <a:t>wc</a:t>
            </a:r>
            <a:r>
              <a:rPr lang="en-US" dirty="0"/>
              <a:t> filename</a:t>
            </a:r>
            <a:br>
              <a:rPr lang="en-US" dirty="0"/>
            </a:br>
            <a:r>
              <a:rPr lang="en-US" dirty="0"/>
              <a:t>ii. To display the number of characters in a file</a:t>
            </a:r>
          </a:p>
          <a:p>
            <a:pPr marL="0" indent="0">
              <a:buNone/>
            </a:pPr>
            <a:r>
              <a:rPr lang="en-US" dirty="0"/>
              <a:t>	Syntax: $ </a:t>
            </a:r>
            <a:r>
              <a:rPr lang="en-US" dirty="0" err="1"/>
              <a:t>wc</a:t>
            </a:r>
            <a:r>
              <a:rPr lang="en-US" dirty="0"/>
              <a:t> –c filename</a:t>
            </a:r>
          </a:p>
          <a:p>
            <a:pPr marL="0" indent="0">
              <a:buNone/>
            </a:pPr>
            <a:r>
              <a:rPr lang="en-US" dirty="0"/>
              <a:t>	Example: $ </a:t>
            </a:r>
            <a:r>
              <a:rPr lang="en-US" dirty="0" err="1"/>
              <a:t>wc</a:t>
            </a:r>
            <a:r>
              <a:rPr lang="en-US" dirty="0"/>
              <a:t> –c ex1</a:t>
            </a:r>
          </a:p>
          <a:p>
            <a:pPr marL="0" indent="0">
              <a:buNone/>
            </a:pPr>
            <a:r>
              <a:rPr lang="en-US" dirty="0"/>
              <a:t>iii. To display the number of lines</a:t>
            </a:r>
          </a:p>
          <a:p>
            <a:pPr marL="0" indent="0">
              <a:buNone/>
            </a:pPr>
            <a:r>
              <a:rPr lang="en-US" dirty="0"/>
              <a:t>	Syntax: $ </a:t>
            </a:r>
            <a:r>
              <a:rPr lang="en-US" dirty="0" err="1"/>
              <a:t>wc</a:t>
            </a:r>
            <a:r>
              <a:rPr lang="en-US" dirty="0"/>
              <a:t> –l filename</a:t>
            </a:r>
          </a:p>
          <a:p>
            <a:pPr marL="0" indent="0">
              <a:buNone/>
            </a:pPr>
            <a:r>
              <a:rPr lang="en-US" dirty="0"/>
              <a:t>	Example: $ </a:t>
            </a:r>
            <a:r>
              <a:rPr lang="en-US" dirty="0" err="1"/>
              <a:t>wc</a:t>
            </a:r>
            <a:r>
              <a:rPr lang="en-US" dirty="0"/>
              <a:t> –l ex3 </a:t>
            </a:r>
          </a:p>
        </p:txBody>
      </p:sp>
    </p:spTree>
    <p:extLst>
      <p:ext uri="{BB962C8B-B14F-4D97-AF65-F5344CB8AC3E}">
        <p14:creationId xmlns:p14="http://schemas.microsoft.com/office/powerpoint/2010/main" val="3021616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53C28-D879-4A12-A63A-43171EEED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dirty="0"/>
              <a:t>Line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C898F-5C3B-4ACB-8A32-C72D74EBF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i. To display number of lines with numbers</a:t>
            </a:r>
          </a:p>
          <a:p>
            <a:pPr marL="0" indent="0">
              <a:buNone/>
            </a:pPr>
            <a:r>
              <a:rPr lang="en-US" dirty="0"/>
              <a:t>	Syntax: $ </a:t>
            </a:r>
            <a:r>
              <a:rPr lang="en-US" dirty="0" err="1"/>
              <a:t>nl</a:t>
            </a:r>
            <a:r>
              <a:rPr lang="en-US" dirty="0"/>
              <a:t> filename</a:t>
            </a:r>
          </a:p>
          <a:p>
            <a:pPr marL="0" indent="0">
              <a:buNone/>
            </a:pPr>
            <a:r>
              <a:rPr lang="en-US" dirty="0"/>
              <a:t>	Example: $ </a:t>
            </a:r>
            <a:r>
              <a:rPr lang="en-US" dirty="0" err="1"/>
              <a:t>nl</a:t>
            </a:r>
            <a:r>
              <a:rPr lang="en-US" dirty="0"/>
              <a:t> ex1</a:t>
            </a:r>
          </a:p>
          <a:p>
            <a:pPr marL="0" indent="0">
              <a:buNone/>
            </a:pPr>
            <a:r>
              <a:rPr lang="en-US" dirty="0"/>
              <a:t>ii. To increment the line number by 5</a:t>
            </a:r>
          </a:p>
          <a:p>
            <a:pPr marL="0" indent="0">
              <a:buNone/>
            </a:pPr>
            <a:r>
              <a:rPr lang="en-US" dirty="0"/>
              <a:t>	Syntax: $ </a:t>
            </a:r>
            <a:r>
              <a:rPr lang="en-US" dirty="0" err="1"/>
              <a:t>nl</a:t>
            </a:r>
            <a:r>
              <a:rPr lang="en-US" dirty="0"/>
              <a:t> –i5 filename</a:t>
            </a:r>
          </a:p>
          <a:p>
            <a:pPr marL="0" indent="0">
              <a:buNone/>
            </a:pPr>
            <a:r>
              <a:rPr lang="en-US" dirty="0"/>
              <a:t>	Example: $ </a:t>
            </a:r>
            <a:r>
              <a:rPr lang="en-US" dirty="0" err="1"/>
              <a:t>nl</a:t>
            </a:r>
            <a:r>
              <a:rPr lang="en-US" dirty="0"/>
              <a:t> –i5 ex3</a:t>
            </a:r>
          </a:p>
        </p:txBody>
      </p:sp>
    </p:spTree>
    <p:extLst>
      <p:ext uri="{BB962C8B-B14F-4D97-AF65-F5344CB8AC3E}">
        <p14:creationId xmlns:p14="http://schemas.microsoft.com/office/powerpoint/2010/main" val="3008564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3789E-DF0B-42D1-9226-8EE0C1B9A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Sort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876BA-2BE5-4471-BEB9-C9B7857C6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56095"/>
            <a:ext cx="8574087" cy="4858603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This command helps in sorting out the contents of a file alphabetically.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i. To reverse and sort the content of file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Syntax: $ sort –r filename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Example: $ sort –r ex1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ii. To sort the content of the file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Syntax: $ sort filename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Example: $ sort ex1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iii. To sort and remove the duplicate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Syntax: $ sort –u filename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Example: $ sort –u ex1</a:t>
            </a:r>
          </a:p>
        </p:txBody>
      </p:sp>
    </p:spTree>
    <p:extLst>
      <p:ext uri="{BB962C8B-B14F-4D97-AF65-F5344CB8AC3E}">
        <p14:creationId xmlns:p14="http://schemas.microsoft.com/office/powerpoint/2010/main" val="3225101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9BE38-F5FC-44D2-B51A-DC9520510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31840-063D-48F2-843B-11F47827A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69744"/>
            <a:ext cx="8574087" cy="4256420"/>
          </a:xfrm>
        </p:spPr>
        <p:txBody>
          <a:bodyPr/>
          <a:lstStyle/>
          <a:p>
            <a:pPr fontAlgn="base">
              <a:buFont typeface="Wingdings" pitchFamily="2" charset="2"/>
              <a:buChar char="q"/>
            </a:pPr>
            <a:r>
              <a:rPr lang="en-US" dirty="0"/>
              <a:t>The “</a:t>
            </a:r>
            <a:r>
              <a:rPr lang="en-US" b="1" dirty="0">
                <a:hlinkClick r:id="rId2"/>
              </a:rPr>
              <a:t>sort</a:t>
            </a:r>
            <a:r>
              <a:rPr lang="en-US" dirty="0"/>
              <a:t>” command on Solaris has a “</a:t>
            </a:r>
            <a:r>
              <a:rPr lang="en-US" b="1" dirty="0"/>
              <a:t>-k</a:t>
            </a:r>
            <a:r>
              <a:rPr lang="en-US" dirty="0"/>
              <a:t>” switch for sorting by a particular field. For example, “</a:t>
            </a:r>
            <a:r>
              <a:rPr lang="en-US" b="1" dirty="0"/>
              <a:t>sort -k 2</a:t>
            </a:r>
            <a:r>
              <a:rPr lang="en-US" dirty="0"/>
              <a:t>” will sort by the second field on each line of input. Parts of fields can be further specified with “</a:t>
            </a:r>
            <a:r>
              <a:rPr lang="en-US" b="1" dirty="0"/>
              <a:t>-k </a:t>
            </a:r>
            <a:r>
              <a:rPr lang="en-US" b="1" dirty="0" err="1"/>
              <a:t>n.m</a:t>
            </a:r>
            <a:r>
              <a:rPr lang="en-US" dirty="0"/>
              <a:t>“, says the man page.</a:t>
            </a:r>
          </a:p>
          <a:p>
            <a:pPr fontAlgn="base">
              <a:buFont typeface="Wingdings" pitchFamily="2" charset="2"/>
              <a:buChar char="q"/>
            </a:pPr>
            <a:r>
              <a:rPr lang="en-US" dirty="0"/>
              <a:t>For example, “</a:t>
            </a:r>
            <a:r>
              <a:rPr lang="en-US" b="1" dirty="0"/>
              <a:t>sort -k 2.3</a:t>
            </a:r>
            <a:r>
              <a:rPr lang="en-US" dirty="0"/>
              <a:t>” should sort by the second field, starting with the third character in that field. </a:t>
            </a:r>
          </a:p>
          <a:p>
            <a:pPr>
              <a:buFont typeface="Wingdings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5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9EB29-17E2-444B-A7A7-FE67011C3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head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5CA73-DACB-4DF9-969D-7A1546147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91430"/>
            <a:ext cx="8574087" cy="42347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i. To display first 10 lines </a:t>
            </a:r>
          </a:p>
          <a:p>
            <a:pPr marL="0" indent="0">
              <a:buNone/>
            </a:pPr>
            <a:r>
              <a:rPr lang="en-US" dirty="0"/>
              <a:t>	Syntax: $ head filename </a:t>
            </a:r>
          </a:p>
          <a:p>
            <a:pPr marL="0" indent="0">
              <a:buNone/>
            </a:pPr>
            <a:r>
              <a:rPr lang="en-US" dirty="0"/>
              <a:t>ii. To display first 6 characters </a:t>
            </a:r>
          </a:p>
          <a:p>
            <a:pPr marL="0" indent="0">
              <a:buNone/>
            </a:pPr>
            <a:r>
              <a:rPr lang="en-US" dirty="0"/>
              <a:t>	Syntax: $ head -6c filename </a:t>
            </a:r>
          </a:p>
          <a:p>
            <a:pPr marL="0" indent="0">
              <a:buNone/>
            </a:pPr>
            <a:r>
              <a:rPr lang="en-US" dirty="0"/>
              <a:t>iii. To display 5 lines from 2 files </a:t>
            </a:r>
          </a:p>
          <a:p>
            <a:pPr marL="0" indent="0">
              <a:buNone/>
            </a:pPr>
            <a:r>
              <a:rPr lang="en-US" dirty="0"/>
              <a:t>	Syntax: $ head -5 file1 file2</a:t>
            </a:r>
          </a:p>
        </p:txBody>
      </p:sp>
    </p:spTree>
    <p:extLst>
      <p:ext uri="{BB962C8B-B14F-4D97-AF65-F5344CB8AC3E}">
        <p14:creationId xmlns:p14="http://schemas.microsoft.com/office/powerpoint/2010/main" val="2543291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9EB29-17E2-444B-A7A7-FE67011C3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tail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5CA73-DACB-4DF9-969D-7A1546147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91430"/>
            <a:ext cx="8574087" cy="423473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To display last 10 lines </a:t>
            </a:r>
          </a:p>
          <a:p>
            <a:pPr marL="0" indent="0">
              <a:buNone/>
            </a:pPr>
            <a:r>
              <a:rPr lang="en-US" dirty="0"/>
              <a:t>	Syntax: $ tail filename </a:t>
            </a:r>
          </a:p>
          <a:p>
            <a:pPr marL="0" indent="0">
              <a:buNone/>
            </a:pPr>
            <a:r>
              <a:rPr lang="en-US" dirty="0"/>
              <a:t>	Example: $ tail ex3</a:t>
            </a:r>
          </a:p>
        </p:txBody>
      </p:sp>
    </p:spTree>
    <p:extLst>
      <p:ext uri="{BB962C8B-B14F-4D97-AF65-F5344CB8AC3E}">
        <p14:creationId xmlns:p14="http://schemas.microsoft.com/office/powerpoint/2010/main" val="2748184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4CF0-53F2-4537-B9EB-39E5DBFC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dirty="0"/>
              <a:t>Cut Command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F67DD-C6A0-4A53-A27C-AA0382E35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83392"/>
            <a:ext cx="8574087" cy="4844954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The cut command enables you to extract a column of columns of information from a file. To specify the column that is to be extracted, we use the </a:t>
            </a:r>
            <a:r>
              <a:rPr lang="en-US" b="1" dirty="0"/>
              <a:t>-c</a:t>
            </a:r>
            <a:r>
              <a:rPr lang="en-US" dirty="0"/>
              <a:t> parameter. This is then followed by the column number. To extract more than one column, a comma separated list can be passed. Fields may also be specified by using the </a:t>
            </a:r>
            <a:r>
              <a:rPr lang="en-US" b="1" dirty="0"/>
              <a:t>-f</a:t>
            </a:r>
            <a:r>
              <a:rPr lang="en-US" dirty="0"/>
              <a:t>. A delimiter may also be specified with the </a:t>
            </a:r>
            <a:r>
              <a:rPr lang="en-US" b="1" dirty="0"/>
              <a:t>-d</a:t>
            </a:r>
            <a:r>
              <a:rPr lang="en-US" dirty="0"/>
              <a:t> parameter. The default delimiter is the tab character unless specified.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cat &gt;cutfile.txt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400" dirty="0"/>
              <a:t>harry,25,16200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400" dirty="0"/>
              <a:t>gill,46,17500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400" dirty="0"/>
              <a:t>bill,45,20000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400" dirty="0"/>
              <a:t>john,43,100000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400" dirty="0"/>
              <a:t>barry,27,42000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400" dirty="0"/>
              <a:t>paul,18,26500</a:t>
            </a:r>
          </a:p>
          <a:p>
            <a:pPr>
              <a:spcBef>
                <a:spcPts val="10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222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2FEDF-924B-4953-8F09-C72D2BD7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Cut Command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9B09B-2746-4ED5-97F8-D98E0985E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869744"/>
            <a:ext cx="8574087" cy="425642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cut -d, -f 1,3 cutfile.txt</a:t>
            </a:r>
          </a:p>
          <a:p>
            <a:pPr marL="460375" lvl="1" indent="0">
              <a:buNone/>
            </a:pPr>
            <a:r>
              <a:rPr lang="en-US" sz="2400" dirty="0"/>
              <a:t>harry,16200</a:t>
            </a:r>
          </a:p>
          <a:p>
            <a:pPr marL="460375" lvl="1" indent="0">
              <a:buNone/>
            </a:pPr>
            <a:r>
              <a:rPr lang="en-US" sz="2400" dirty="0"/>
              <a:t>gill,17500</a:t>
            </a:r>
          </a:p>
          <a:p>
            <a:pPr marL="460375" lvl="1" indent="0">
              <a:buNone/>
            </a:pPr>
            <a:r>
              <a:rPr lang="en-US" sz="2400" dirty="0"/>
              <a:t>bill,20000</a:t>
            </a:r>
          </a:p>
          <a:p>
            <a:pPr marL="460375" lvl="1" indent="0">
              <a:buNone/>
            </a:pPr>
            <a:r>
              <a:rPr lang="en-US" sz="2400" dirty="0"/>
              <a:t>john,100000</a:t>
            </a:r>
          </a:p>
          <a:p>
            <a:pPr marL="460375" lvl="1" indent="0">
              <a:buNone/>
            </a:pPr>
            <a:r>
              <a:rPr lang="en-US" sz="2400" dirty="0"/>
              <a:t>barry,42000</a:t>
            </a:r>
          </a:p>
          <a:p>
            <a:pPr marL="460375" lvl="1" indent="0">
              <a:buNone/>
            </a:pPr>
            <a:r>
              <a:rPr lang="en-US" sz="2400" dirty="0"/>
              <a:t>paul,26500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59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621D-AF06-46EA-8173-BFF0D6A8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E5D6A-AEAA-49A9-B16D-E47ABE501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24334"/>
            <a:ext cx="8574087" cy="4201829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b="1" dirty="0"/>
              <a:t>cut -c 1-4 cutfile.txt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cutting the first 4 letters from the file "cutfile.txt".</a:t>
            </a:r>
          </a:p>
        </p:txBody>
      </p:sp>
    </p:spTree>
    <p:extLst>
      <p:ext uri="{BB962C8B-B14F-4D97-AF65-F5344CB8AC3E}">
        <p14:creationId xmlns:p14="http://schemas.microsoft.com/office/powerpoint/2010/main" val="345717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621D-AF06-46EA-8173-BFF0D6A8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Paste Command Examples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5BD45F-3A24-42CB-BCFB-8ADAA03FC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69827"/>
            <a:ext cx="8574087" cy="4717576"/>
          </a:xfrm>
        </p:spPr>
        <p:txBody>
          <a:bodyPr>
            <a:normAutofit fontScale="77500" lnSpcReduction="20000"/>
          </a:bodyPr>
          <a:lstStyle/>
          <a:p>
            <a:pPr fontAlgn="base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900" dirty="0"/>
              <a:t>The paste command is useful for merging files together. The first line of each file is joined separated by a Tab character. It is possible to specify a different delimiter with the </a:t>
            </a:r>
            <a:r>
              <a:rPr lang="en-US" sz="2900" b="1" dirty="0"/>
              <a:t>-d</a:t>
            </a:r>
            <a:r>
              <a:rPr lang="en-US" sz="2900" dirty="0"/>
              <a:t> parameter.</a:t>
            </a:r>
            <a:br>
              <a:rPr lang="en-US" sz="2900" dirty="0"/>
            </a:br>
            <a:endParaRPr lang="en-US" sz="2900" dirty="0"/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900" dirty="0"/>
              <a:t>Cat &gt; pastefile1.txt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900" dirty="0"/>
              <a:t>One’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900" dirty="0"/>
              <a:t>Two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900" dirty="0"/>
              <a:t>Three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900" dirty="0"/>
              <a:t>Cat&gt;pastefile2.txt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900" dirty="0"/>
              <a:t>Four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900" dirty="0"/>
              <a:t>Five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2900" dirty="0"/>
              <a:t>Six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b="1" dirty="0"/>
              <a:t>paste pastefile1.txt pastefile2.txt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44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140</TotalTime>
  <Words>768</Words>
  <Application>Microsoft Office PowerPoint</Application>
  <PresentationFormat>On-screen Show (4:3)</PresentationFormat>
  <Paragraphs>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Corbel</vt:lpstr>
      <vt:lpstr>Georgia</vt:lpstr>
      <vt:lpstr>Wingdings</vt:lpstr>
      <vt:lpstr>Spectrum</vt:lpstr>
      <vt:lpstr>LAB 4</vt:lpstr>
      <vt:lpstr>Lecture Outline</vt:lpstr>
      <vt:lpstr>Man and help</vt:lpstr>
      <vt:lpstr> Count words, lines and bytes (wc)  </vt:lpstr>
      <vt:lpstr>Line Number</vt:lpstr>
      <vt:lpstr>Sort command</vt:lpstr>
      <vt:lpstr>Exercise</vt:lpstr>
      <vt:lpstr>head command</vt:lpstr>
      <vt:lpstr>tail command</vt:lpstr>
      <vt:lpstr> Cut Command </vt:lpstr>
      <vt:lpstr>Cut Command (cont’d)</vt:lpstr>
      <vt:lpstr>Exercise</vt:lpstr>
      <vt:lpstr>Paste Command Examples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24</cp:revision>
  <dcterms:created xsi:type="dcterms:W3CDTF">2018-12-10T17:20:29Z</dcterms:created>
  <dcterms:modified xsi:type="dcterms:W3CDTF">2026-02-08T12:23:40Z</dcterms:modified>
</cp:coreProperties>
</file>