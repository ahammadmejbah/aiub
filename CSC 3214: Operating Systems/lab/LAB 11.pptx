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11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007877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Array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from Shell Script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With Separator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Checking file existence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Bash Supports simple single dimension array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 bash you can add value in any array position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Gaps in indices are okay in bash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You can treat any variable as an array but the value will be assigned into the 0th index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os</a:t>
            </a:r>
            <a:r>
              <a:rPr lang="en-US" dirty="0"/>
              <a:t>=(‘</a:t>
            </a:r>
            <a:r>
              <a:rPr lang="en-US" dirty="0" err="1"/>
              <a:t>ubuntu</a:t>
            </a:r>
            <a:r>
              <a:rPr lang="en-US" dirty="0"/>
              <a:t>’, ‘windows’, ‘</a:t>
            </a:r>
            <a:r>
              <a:rPr lang="en-US" dirty="0" err="1"/>
              <a:t>linux</a:t>
            </a:r>
            <a:r>
              <a:rPr lang="en-US" dirty="0"/>
              <a:t>’)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[0]}”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[1]}”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[2]}”</a:t>
            </a:r>
          </a:p>
        </p:txBody>
      </p:sp>
    </p:spTree>
    <p:extLst>
      <p:ext uri="{BB962C8B-B14F-4D97-AF65-F5344CB8AC3E}">
        <p14:creationId xmlns:p14="http://schemas.microsoft.com/office/powerpoint/2010/main" val="242849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Get the length of the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“${#</a:t>
            </a:r>
            <a:r>
              <a:rPr lang="en-US" dirty="0" err="1"/>
              <a:t>os</a:t>
            </a:r>
            <a:r>
              <a:rPr lang="en-US" dirty="0"/>
              <a:t>[@]}”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Removing value from array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unset </a:t>
            </a:r>
            <a:r>
              <a:rPr lang="en-US" dirty="0" err="1"/>
              <a:t>os</a:t>
            </a:r>
            <a:r>
              <a:rPr lang="en-US" dirty="0"/>
              <a:t>[2]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Taking array as an input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Read –a </a:t>
            </a:r>
            <a:r>
              <a:rPr lang="en-US" dirty="0" err="1"/>
              <a:t>variablename</a:t>
            </a:r>
            <a:r>
              <a:rPr lang="en-US" dirty="0"/>
              <a:t> [separate input with space and then press enter]</a:t>
            </a:r>
          </a:p>
        </p:txBody>
      </p:sp>
    </p:spTree>
    <p:extLst>
      <p:ext uri="{BB962C8B-B14F-4D97-AF65-F5344CB8AC3E}">
        <p14:creationId xmlns:p14="http://schemas.microsoft.com/office/powerpoint/2010/main" val="128138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from Shell Script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can be viewed with cat command easily.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We can also parse file from shell script.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For parsing file we need input redirection of file.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means the read command will read from file rather taking input from terminal.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is done by &lt; operator.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is read by while loop.</a:t>
            </a:r>
          </a:p>
        </p:txBody>
      </p:sp>
    </p:spTree>
    <p:extLst>
      <p:ext uri="{BB962C8B-B14F-4D97-AF65-F5344CB8AC3E}">
        <p14:creationId xmlns:p14="http://schemas.microsoft.com/office/powerpoint/2010/main" val="275567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!# /bin/bash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read 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will read the whole content of the file and give output in terminal.</a:t>
            </a:r>
          </a:p>
        </p:txBody>
      </p:sp>
    </p:spTree>
    <p:extLst>
      <p:ext uri="{BB962C8B-B14F-4D97-AF65-F5344CB8AC3E}">
        <p14:creationId xmlns:p14="http://schemas.microsoft.com/office/powerpoint/2010/main" val="221069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With Separator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Suppose we want to parse the file and its contents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example the below is a content of a file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Name-ID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Tanvir</a:t>
            </a:r>
            <a:r>
              <a:rPr lang="en-US" dirty="0"/>
              <a:t> Ahmed-123466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Sabbir</a:t>
            </a:r>
            <a:r>
              <a:rPr lang="en-US" dirty="0"/>
              <a:t> Ahmed-456792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Masum</a:t>
            </a:r>
            <a:r>
              <a:rPr lang="en-US" dirty="0"/>
              <a:t> Ahmed-454679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Here you can see the name and id are separated by -.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is a separator. In many files </a:t>
            </a:r>
            <a:r>
              <a:rPr lang="en-US" dirty="0" err="1"/>
              <a:t>linux</a:t>
            </a:r>
            <a:r>
              <a:rPr lang="en-US" dirty="0"/>
              <a:t> uses separator to separate file contents.</a:t>
            </a:r>
          </a:p>
        </p:txBody>
      </p:sp>
    </p:spTree>
    <p:extLst>
      <p:ext uri="{BB962C8B-B14F-4D97-AF65-F5344CB8AC3E}">
        <p14:creationId xmlns:p14="http://schemas.microsoft.com/office/powerpoint/2010/main" val="49935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Run cat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endParaRPr lang="en-US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file contains the user information like username, password, user home directory etc.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See the below content. This contains username and user’s home directory.</a:t>
            </a: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uuidd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dnsmasq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/>
              <a:t>landscape:/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sshd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Here the contents are separated with : (colon). So, to read the attribute like user and user’s home directory independently we have to use File Separator.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To do so we need to use IFS = Internal Field Separator. It basically separates word with a separator.</a:t>
            </a:r>
          </a:p>
        </p:txBody>
      </p:sp>
    </p:spTree>
    <p:extLst>
      <p:ext uri="{BB962C8B-B14F-4D97-AF65-F5344CB8AC3E}">
        <p14:creationId xmlns:p14="http://schemas.microsoft.com/office/powerpoint/2010/main" val="238020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IFS=‘:’ read username 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$username $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sz="19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900" dirty="0"/>
              <a:t>        Output of the above code.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reading n attribute we need to use n variables. As we are reading 2 attributes we are using 2 variables.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895530"/>
            <a:ext cx="2630466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12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Checking file existence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filename=info.txt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-f $filename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#do operation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“File not exists”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Here the –f flag checks for the existence of the file.</a:t>
            </a:r>
          </a:p>
        </p:txBody>
      </p:sp>
    </p:spTree>
    <p:extLst>
      <p:ext uri="{BB962C8B-B14F-4D97-AF65-F5344CB8AC3E}">
        <p14:creationId xmlns:p14="http://schemas.microsoft.com/office/powerpoint/2010/main" val="12591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149</TotalTime>
  <Words>556</Words>
  <Application>Microsoft Office PowerPoint</Application>
  <PresentationFormat>On-screen Show (4:3)</PresentationFormat>
  <Paragraphs>93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Wingdings</vt:lpstr>
      <vt:lpstr>Spectrum</vt:lpstr>
      <vt:lpstr>LAB 11</vt:lpstr>
      <vt:lpstr>Lecture Outline</vt:lpstr>
      <vt:lpstr>Array</vt:lpstr>
      <vt:lpstr>Array (cont’d)</vt:lpstr>
      <vt:lpstr>File Parsing from Shell Script </vt:lpstr>
      <vt:lpstr>Syntax</vt:lpstr>
      <vt:lpstr>File Parsing With Separator </vt:lpstr>
      <vt:lpstr>Example</vt:lpstr>
      <vt:lpstr>Syntax</vt:lpstr>
      <vt:lpstr>Checking file existence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26</cp:revision>
  <dcterms:created xsi:type="dcterms:W3CDTF">2018-12-10T17:20:29Z</dcterms:created>
  <dcterms:modified xsi:type="dcterms:W3CDTF">2026-02-08T13:10:31Z</dcterms:modified>
</cp:coreProperties>
</file>