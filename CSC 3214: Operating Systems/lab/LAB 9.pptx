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9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190667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Control Flow Statements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Cases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Logical Operators 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Control Flow Statements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b="1" dirty="0"/>
              <a:t>if else statement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if [ condition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else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fi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*****There must be a space before and after the condition*****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			if [condition] not correct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		Must be written like this if [ condition ]</a:t>
            </a:r>
          </a:p>
        </p:txBody>
      </p:sp>
    </p:spTree>
    <p:extLst>
      <p:ext uri="{BB962C8B-B14F-4D97-AF65-F5344CB8AC3E}">
        <p14:creationId xmlns:p14="http://schemas.microsoft.com/office/powerpoint/2010/main" val="1675686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Control Flow Statements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b="1" dirty="0"/>
              <a:t>if else if statement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if [ condition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elif</a:t>
            </a:r>
            <a:r>
              <a:rPr lang="en-US" dirty="0"/>
              <a:t> [ condition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else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fi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4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count=10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if [ $count –</a:t>
            </a:r>
            <a:r>
              <a:rPr lang="en-US" dirty="0" err="1"/>
              <a:t>eq</a:t>
            </a:r>
            <a:r>
              <a:rPr lang="en-US" dirty="0"/>
              <a:t> 9 ]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“Hello World”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else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“Hello OS”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fi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194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Autofit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sz="1800" dirty="0"/>
              <a:t>Used for multi level if conditions that means else if conditions.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sz="1800" dirty="0"/>
              <a:t>Syntax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           case expression in 		[switch]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pattern ) 			[case 1:]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 			[break]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pattern ) 			[case 2:]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 			[break]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* ) 			[default]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echo Default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esac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217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US" sz="1800" dirty="0" err="1"/>
              <a:t>var</a:t>
            </a:r>
            <a:r>
              <a:rPr lang="en-US" sz="1800" dirty="0"/>
              <a:t>=“Rahim”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case $</a:t>
            </a:r>
            <a:r>
              <a:rPr lang="en-US" sz="1800" dirty="0" err="1"/>
              <a:t>var</a:t>
            </a:r>
            <a:r>
              <a:rPr lang="en-US" sz="1800" dirty="0"/>
              <a:t> in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“</a:t>
            </a:r>
            <a:r>
              <a:rPr lang="en-US" sz="1800" dirty="0" err="1"/>
              <a:t>Karim</a:t>
            </a:r>
            <a:r>
              <a:rPr lang="en-US" sz="1800" dirty="0"/>
              <a:t>” 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echo “</a:t>
            </a:r>
            <a:r>
              <a:rPr lang="en-US" sz="1800" dirty="0" err="1"/>
              <a:t>Karim</a:t>
            </a:r>
            <a:r>
              <a:rPr lang="en-US" sz="1800" dirty="0"/>
              <a:t> is good”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“Rahim” 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echo “Rahim is bad”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* 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echo “Unknown”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 err="1"/>
              <a:t>esac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560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Logical Operators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OR operator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18 ] ||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</a:p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Another approach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18 -o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95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Logical Operators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Another approach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18 -o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</a:p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AND operator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18 ] &amp;&amp;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10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Logical Operators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Another approach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18 -a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	</a:t>
            </a:r>
          </a:p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Another approach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18 -a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810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157</TotalTime>
  <Words>536</Words>
  <Application>Microsoft Office PowerPoint</Application>
  <PresentationFormat>On-screen Show (4:3)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Corbel</vt:lpstr>
      <vt:lpstr>Georgia</vt:lpstr>
      <vt:lpstr>Wingdings</vt:lpstr>
      <vt:lpstr>Spectrum</vt:lpstr>
      <vt:lpstr>LAB 9</vt:lpstr>
      <vt:lpstr>Lecture Outline</vt:lpstr>
      <vt:lpstr>Control Flow Statements </vt:lpstr>
      <vt:lpstr>Control Flow Statements </vt:lpstr>
      <vt:lpstr>Example</vt:lpstr>
      <vt:lpstr>Cases</vt:lpstr>
      <vt:lpstr>Example</vt:lpstr>
      <vt:lpstr>Logical Operators </vt:lpstr>
      <vt:lpstr>Logical Operators </vt:lpstr>
      <vt:lpstr>Logical Operators 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25</cp:revision>
  <dcterms:created xsi:type="dcterms:W3CDTF">2018-12-10T17:20:29Z</dcterms:created>
  <dcterms:modified xsi:type="dcterms:W3CDTF">2026-02-08T13:10:03Z</dcterms:modified>
</cp:coreProperties>
</file>