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ppt/notesSlides/notesSlide28.xml" ContentType="application/vnd.openxmlformats-officedocument.presentationml.notesSlide+xml"/>
  <Override PartName="/ppt/notesSlides/notesSlide29.xml" ContentType="application/vnd.openxmlformats-officedocument.presentationml.notesSlide+xml"/>
  <Override PartName="/ppt/notesSlides/notesSlide30.xml" ContentType="application/vnd.openxmlformats-officedocument.presentationml.notesSlide+xml"/>
  <Override PartName="/ppt/notesSlides/notesSlide31.xml" ContentType="application/vnd.openxmlformats-officedocument.presentationml.notesSlide+xml"/>
  <Override PartName="/ppt/notesSlides/notesSlide32.xml" ContentType="application/vnd.openxmlformats-officedocument.presentationml.notesSlide+xml"/>
  <Override PartName="/ppt/notesSlides/notesSlide33.xml" ContentType="application/vnd.openxmlformats-officedocument.presentationml.notesSlide+xml"/>
  <Override PartName="/ppt/notesSlides/notesSlide34.xml" ContentType="application/vnd.openxmlformats-officedocument.presentationml.notesSlide+xml"/>
  <Override PartName="/ppt/notesSlides/notesSlide35.xml" ContentType="application/vnd.openxmlformats-officedocument.presentationml.notesSlide+xml"/>
  <Override PartName="/ppt/notesSlides/notesSlide36.xml" ContentType="application/vnd.openxmlformats-officedocument.presentationml.notesSlide+xml"/>
  <Override PartName="/ppt/changesInfos/changesInfo1.xml" ContentType="application/vnd.ms-powerpoint.changes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0" r:id="rId1"/>
  </p:sldMasterIdLst>
  <p:notesMasterIdLst>
    <p:notesMasterId r:id="rId47"/>
  </p:notesMasterIdLst>
  <p:sldIdLst>
    <p:sldId id="256" r:id="rId2"/>
    <p:sldId id="257" r:id="rId3"/>
    <p:sldId id="277" r:id="rId4"/>
    <p:sldId id="278" r:id="rId5"/>
    <p:sldId id="279" r:id="rId6"/>
    <p:sldId id="280" r:id="rId7"/>
    <p:sldId id="281" r:id="rId8"/>
    <p:sldId id="282" r:id="rId9"/>
    <p:sldId id="283" r:id="rId10"/>
    <p:sldId id="284" r:id="rId11"/>
    <p:sldId id="285" r:id="rId12"/>
    <p:sldId id="286" r:id="rId13"/>
    <p:sldId id="287" r:id="rId14"/>
    <p:sldId id="288" r:id="rId15"/>
    <p:sldId id="289" r:id="rId16"/>
    <p:sldId id="290" r:id="rId17"/>
    <p:sldId id="291" r:id="rId18"/>
    <p:sldId id="292" r:id="rId19"/>
    <p:sldId id="293" r:id="rId20"/>
    <p:sldId id="294" r:id="rId21"/>
    <p:sldId id="295" r:id="rId22"/>
    <p:sldId id="296" r:id="rId23"/>
    <p:sldId id="297" r:id="rId24"/>
    <p:sldId id="298" r:id="rId25"/>
    <p:sldId id="299" r:id="rId26"/>
    <p:sldId id="300" r:id="rId27"/>
    <p:sldId id="301" r:id="rId28"/>
    <p:sldId id="302" r:id="rId29"/>
    <p:sldId id="303" r:id="rId30"/>
    <p:sldId id="304" r:id="rId31"/>
    <p:sldId id="305" r:id="rId32"/>
    <p:sldId id="306" r:id="rId33"/>
    <p:sldId id="307" r:id="rId34"/>
    <p:sldId id="308" r:id="rId35"/>
    <p:sldId id="309" r:id="rId36"/>
    <p:sldId id="310" r:id="rId37"/>
    <p:sldId id="311" r:id="rId38"/>
    <p:sldId id="312" r:id="rId39"/>
    <p:sldId id="313" r:id="rId40"/>
    <p:sldId id="314" r:id="rId41"/>
    <p:sldId id="315" r:id="rId42"/>
    <p:sldId id="316" r:id="rId43"/>
    <p:sldId id="317" r:id="rId44"/>
    <p:sldId id="264" r:id="rId45"/>
    <p:sldId id="265" r:id="rId46"/>
  </p:sldIdLst>
  <p:sldSz cx="9144000" cy="6858000" type="screen4x3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073A0DAA-6AF3-43AB-8588-CEC1D06C72B9}" styleName="Medium Style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dk1">
              <a:tint val="20000"/>
            </a:schemeClr>
          </a:solidFill>
        </a:fill>
      </a:tcStyle>
    </a:wholeTbl>
    <a:band1H>
      <a:tcStyle>
        <a:tcBdr/>
        <a:fill>
          <a:solidFill>
            <a:schemeClr val="dk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dk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dk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dk1"/>
          </a:solidFill>
        </a:fill>
      </a:tcStyle>
    </a:firstRow>
  </a:tblStyle>
  <a:tblStyle styleId="{F5AB1C69-6EDB-4FF4-983F-18BD219EF322}" styleName="Medium Style 2 - Accent 3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3">
              <a:tint val="20000"/>
            </a:schemeClr>
          </a:solidFill>
        </a:fill>
      </a:tcStyle>
    </a:wholeTbl>
    <a:band1H>
      <a:tcStyle>
        <a:tcBdr/>
        <a:fill>
          <a:solidFill>
            <a:schemeClr val="accent3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3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3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3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3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3"/>
          </a:solidFill>
        </a:fill>
      </a:tcStyle>
    </a:firstRow>
  </a:tblStyle>
  <a:tblStyle styleId="{D7AC3CCA-C797-4891-BE02-D94E43425B78}" styleName="Medium Style 4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dk1"/>
              </a:solidFill>
            </a:ln>
          </a:left>
          <a:right>
            <a:ln w="12700" cmpd="sng">
              <a:solidFill>
                <a:schemeClr val="dk1"/>
              </a:solidFill>
            </a:ln>
          </a:right>
          <a:top>
            <a:ln w="12700" cmpd="sng">
              <a:solidFill>
                <a:schemeClr val="dk1"/>
              </a:solidFill>
            </a:ln>
          </a:top>
          <a:bottom>
            <a:ln w="12700" cmpd="sng">
              <a:solidFill>
                <a:schemeClr val="dk1"/>
              </a:solidFill>
            </a:ln>
          </a:bottom>
          <a:insideH>
            <a:ln w="12700" cmpd="sng">
              <a:solidFill>
                <a:schemeClr val="dk1"/>
              </a:solidFill>
            </a:ln>
          </a:insideH>
          <a:insideV>
            <a:ln w="12700" cmpd="sng">
              <a:solidFill>
                <a:schemeClr val="dk1"/>
              </a:solidFill>
            </a:ln>
          </a:insideV>
        </a:tcBdr>
        <a:fill>
          <a:solidFill>
            <a:schemeClr val="dk1">
              <a:tint val="20000"/>
            </a:schemeClr>
          </a:solidFill>
        </a:fill>
      </a:tcStyle>
    </a:wholeTbl>
    <a:band1H>
      <a:tcStyle>
        <a:tcBdr/>
        <a:fill>
          <a:solidFill>
            <a:schemeClr val="dk1">
              <a:tint val="40000"/>
            </a:schemeClr>
          </a:solidFill>
        </a:fill>
      </a:tcStyle>
    </a:band1H>
    <a:band1V>
      <a:tcStyle>
        <a:tcBdr/>
        <a:fill>
          <a:solidFill>
            <a:schemeClr val="dk1">
              <a:tint val="4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25400" cmpd="sng">
              <a:solidFill>
                <a:schemeClr val="dk1"/>
              </a:solidFill>
            </a:ln>
          </a:top>
        </a:tcBdr>
        <a:fill>
          <a:solidFill>
            <a:schemeClr val="dk1">
              <a:tint val="20000"/>
            </a:schemeClr>
          </a:solidFill>
        </a:fill>
      </a:tcStyle>
    </a:lastRow>
    <a:firstRow>
      <a:tcTxStyle b="on"/>
      <a:tcStyle>
        <a:tcBdr/>
        <a:fill>
          <a:solidFill>
            <a:schemeClr val="dk1">
              <a:tint val="20000"/>
            </a:schemeClr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08"/>
    <p:restoredTop sz="94724"/>
  </p:normalViewPr>
  <p:slideViewPr>
    <p:cSldViewPr snapToGrid="0" snapToObjects="1">
      <p:cViewPr varScale="1">
        <p:scale>
          <a:sx n="90" d="100"/>
          <a:sy n="90" d="100"/>
        </p:scale>
        <p:origin x="90" y="280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9" Type="http://schemas.openxmlformats.org/officeDocument/2006/relationships/slide" Target="slides/slide38.xml"/><Relationship Id="rId21" Type="http://schemas.openxmlformats.org/officeDocument/2006/relationships/slide" Target="slides/slide20.xml"/><Relationship Id="rId34" Type="http://schemas.openxmlformats.org/officeDocument/2006/relationships/slide" Target="slides/slide33.xml"/><Relationship Id="rId42" Type="http://schemas.openxmlformats.org/officeDocument/2006/relationships/slide" Target="slides/slide41.xml"/><Relationship Id="rId47" Type="http://schemas.openxmlformats.org/officeDocument/2006/relationships/notesMaster" Target="notesMasters/notesMaster1.xml"/><Relationship Id="rId50" Type="http://schemas.openxmlformats.org/officeDocument/2006/relationships/theme" Target="theme/theme1.xml"/><Relationship Id="rId7" Type="http://schemas.openxmlformats.org/officeDocument/2006/relationships/slide" Target="slides/slide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9" Type="http://schemas.openxmlformats.org/officeDocument/2006/relationships/slide" Target="slides/slide28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slide" Target="slides/slide36.xml"/><Relationship Id="rId40" Type="http://schemas.openxmlformats.org/officeDocument/2006/relationships/slide" Target="slides/slide39.xml"/><Relationship Id="rId45" Type="http://schemas.openxmlformats.org/officeDocument/2006/relationships/slide" Target="slides/slide44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slide" Target="slides/slide35.xml"/><Relationship Id="rId49" Type="http://schemas.openxmlformats.org/officeDocument/2006/relationships/viewProps" Target="viewProp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slide" Target="slides/slide30.xml"/><Relationship Id="rId44" Type="http://schemas.openxmlformats.org/officeDocument/2006/relationships/slide" Target="slides/slide43.xml"/><Relationship Id="rId52" Type="http://schemas.microsoft.com/office/2016/11/relationships/changesInfo" Target="changesInfos/changesInfo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43" Type="http://schemas.openxmlformats.org/officeDocument/2006/relationships/slide" Target="slides/slide42.xml"/><Relationship Id="rId48" Type="http://schemas.openxmlformats.org/officeDocument/2006/relationships/presProps" Target="presProps.xml"/><Relationship Id="rId8" Type="http://schemas.openxmlformats.org/officeDocument/2006/relationships/slide" Target="slides/slide7.xml"/><Relationship Id="rId51" Type="http://schemas.openxmlformats.org/officeDocument/2006/relationships/tableStyles" Target="tableStyles.xml"/><Relationship Id="rId3" Type="http://schemas.openxmlformats.org/officeDocument/2006/relationships/slide" Target="slides/slide2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slide" Target="slides/slide37.xml"/><Relationship Id="rId46" Type="http://schemas.openxmlformats.org/officeDocument/2006/relationships/slide" Target="slides/slide45.xml"/><Relationship Id="rId20" Type="http://schemas.openxmlformats.org/officeDocument/2006/relationships/slide" Target="slides/slide19.xml"/><Relationship Id="rId41" Type="http://schemas.openxmlformats.org/officeDocument/2006/relationships/slide" Target="slides/slide40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SYEDA ANIKA TASNIM" userId="8fb70a1d-16e3-4c86-a699-7b87e9bfa60b" providerId="ADAL" clId="{8DDE9D94-0FBC-47A5-8C90-CD03AE3683BF}"/>
    <pc:docChg chg="modSld">
      <pc:chgData name="SYEDA ANIKA TASNIM" userId="8fb70a1d-16e3-4c86-a699-7b87e9bfa60b" providerId="ADAL" clId="{8DDE9D94-0FBC-47A5-8C90-CD03AE3683BF}" dt="2020-12-05T03:02:17.844" v="9" actId="20577"/>
      <pc:docMkLst>
        <pc:docMk/>
      </pc:docMkLst>
      <pc:sldChg chg="modSp mod">
        <pc:chgData name="SYEDA ANIKA TASNIM" userId="8fb70a1d-16e3-4c86-a699-7b87e9bfa60b" providerId="ADAL" clId="{8DDE9D94-0FBC-47A5-8C90-CD03AE3683BF}" dt="2020-12-05T03:02:17.844" v="9" actId="20577"/>
        <pc:sldMkLst>
          <pc:docMk/>
          <pc:sldMk cId="700707328" sldId="256"/>
        </pc:sldMkLst>
        <pc:graphicFrameChg chg="modGraphic">
          <ac:chgData name="SYEDA ANIKA TASNIM" userId="8fb70a1d-16e3-4c86-a699-7b87e9bfa60b" providerId="ADAL" clId="{8DDE9D94-0FBC-47A5-8C90-CD03AE3683BF}" dt="2020-12-05T03:02:17.844" v="9" actId="20577"/>
          <ac:graphicFrameMkLst>
            <pc:docMk/>
            <pc:sldMk cId="700707328" sldId="256"/>
            <ac:graphicFrameMk id="7" creationId="{29FF08AD-7519-4C4A-8E0D-640DF5BB5E58}"/>
          </ac:graphicFrameMkLst>
        </pc:graphicFrameChg>
      </pc:sldChg>
    </pc:docChg>
  </pc:docChgLst>
  <pc:docChgLst>
    <pc:chgData name="SYEDA ANIKA TASNIM" userId="8fb70a1d-16e3-4c86-a699-7b87e9bfa60b" providerId="ADAL" clId="{33AEF96A-C58D-4167-9675-57B8B3071E58}"/>
    <pc:docChg chg="custSel modSld">
      <pc:chgData name="SYEDA ANIKA TASNIM" userId="8fb70a1d-16e3-4c86-a699-7b87e9bfa60b" providerId="ADAL" clId="{33AEF96A-C58D-4167-9675-57B8B3071E58}" dt="2020-08-31T09:27:06.438" v="62" actId="20577"/>
      <pc:docMkLst>
        <pc:docMk/>
      </pc:docMkLst>
      <pc:sldChg chg="modSp mod">
        <pc:chgData name="SYEDA ANIKA TASNIM" userId="8fb70a1d-16e3-4c86-a699-7b87e9bfa60b" providerId="ADAL" clId="{33AEF96A-C58D-4167-9675-57B8B3071E58}" dt="2020-08-24T08:41:55.788" v="58" actId="20577"/>
        <pc:sldMkLst>
          <pc:docMk/>
          <pc:sldMk cId="700707328" sldId="256"/>
        </pc:sldMkLst>
        <pc:graphicFrameChg chg="modGraphic">
          <ac:chgData name="SYEDA ANIKA TASNIM" userId="8fb70a1d-16e3-4c86-a699-7b87e9bfa60b" providerId="ADAL" clId="{33AEF96A-C58D-4167-9675-57B8B3071E58}" dt="2020-08-24T08:41:55.788" v="58" actId="20577"/>
          <ac:graphicFrameMkLst>
            <pc:docMk/>
            <pc:sldMk cId="700707328" sldId="256"/>
            <ac:graphicFrameMk id="7" creationId="{29FF08AD-7519-4C4A-8E0D-640DF5BB5E58}"/>
          </ac:graphicFrameMkLst>
        </pc:graphicFrameChg>
      </pc:sldChg>
      <pc:sldChg chg="modSp mod">
        <pc:chgData name="SYEDA ANIKA TASNIM" userId="8fb70a1d-16e3-4c86-a699-7b87e9bfa60b" providerId="ADAL" clId="{33AEF96A-C58D-4167-9675-57B8B3071E58}" dt="2020-08-31T09:27:06.438" v="62" actId="20577"/>
        <pc:sldMkLst>
          <pc:docMk/>
          <pc:sldMk cId="3864790821" sldId="305"/>
        </pc:sldMkLst>
        <pc:spChg chg="mod">
          <ac:chgData name="SYEDA ANIKA TASNIM" userId="8fb70a1d-16e3-4c86-a699-7b87e9bfa60b" providerId="ADAL" clId="{33AEF96A-C58D-4167-9675-57B8B3071E58}" dt="2020-08-31T09:27:06.438" v="62" actId="20577"/>
          <ac:spMkLst>
            <pc:docMk/>
            <pc:sldMk cId="3864790821" sldId="305"/>
            <ac:spMk id="58370" creationId="{00000000-0000-0000-0000-000000000000}"/>
          </ac:spMkLst>
        </pc:spChg>
      </pc:sldChg>
    </pc:docChg>
  </pc:docChgLst>
  <pc:docChgLst>
    <pc:chgData name=" " userId="7df7294e-d88c-40ba-90e5-79451dd84eeb" providerId="ADAL" clId="{865E8905-3A9F-4DF8-BE85-8764B14DC0D4}"/>
    <pc:docChg chg="modSld">
      <pc:chgData name=" " userId="7df7294e-d88c-40ba-90e5-79451dd84eeb" providerId="ADAL" clId="{865E8905-3A9F-4DF8-BE85-8764B14DC0D4}" dt="2019-04-17T04:06:04.677" v="0" actId="1076"/>
      <pc:docMkLst>
        <pc:docMk/>
      </pc:docMkLst>
      <pc:sldChg chg="modSp">
        <pc:chgData name=" " userId="7df7294e-d88c-40ba-90e5-79451dd84eeb" providerId="ADAL" clId="{865E8905-3A9F-4DF8-BE85-8764B14DC0D4}" dt="2019-04-17T04:06:04.677" v="0" actId="1076"/>
        <pc:sldMkLst>
          <pc:docMk/>
          <pc:sldMk cId="3716353229" sldId="259"/>
        </pc:sldMkLst>
        <pc:spChg chg="mod">
          <ac:chgData name=" " userId="7df7294e-d88c-40ba-90e5-79451dd84eeb" providerId="ADAL" clId="{865E8905-3A9F-4DF8-BE85-8764B14DC0D4}" dt="2019-04-17T04:06:04.677" v="0" actId="1076"/>
          <ac:spMkLst>
            <pc:docMk/>
            <pc:sldMk cId="3716353229" sldId="259"/>
            <ac:spMk id="5" creationId="{00000000-0000-0000-0000-000000000000}"/>
          </ac:spMkLst>
        </pc:spChg>
      </pc:sldChg>
    </pc:docChg>
  </pc:docChgLst>
  <pc:docChgLst>
    <pc:chgData name="SYEDA ANIKA TASNIM" userId="8fb70a1d-16e3-4c86-a699-7b87e9bfa60b" providerId="ADAL" clId="{DB210633-655D-46CE-8983-EB7A13FF8FFB}"/>
    <pc:docChg chg="modSld">
      <pc:chgData name="SYEDA ANIKA TASNIM" userId="8fb70a1d-16e3-4c86-a699-7b87e9bfa60b" providerId="ADAL" clId="{DB210633-655D-46CE-8983-EB7A13FF8FFB}" dt="2021-11-10T02:51:36.754" v="3" actId="20577"/>
      <pc:docMkLst>
        <pc:docMk/>
      </pc:docMkLst>
      <pc:sldChg chg="modSp mod">
        <pc:chgData name="SYEDA ANIKA TASNIM" userId="8fb70a1d-16e3-4c86-a699-7b87e9bfa60b" providerId="ADAL" clId="{DB210633-655D-46CE-8983-EB7A13FF8FFB}" dt="2021-11-10T02:51:36.754" v="3" actId="20577"/>
        <pc:sldMkLst>
          <pc:docMk/>
          <pc:sldMk cId="700707328" sldId="256"/>
        </pc:sldMkLst>
        <pc:graphicFrameChg chg="modGraphic">
          <ac:chgData name="SYEDA ANIKA TASNIM" userId="8fb70a1d-16e3-4c86-a699-7b87e9bfa60b" providerId="ADAL" clId="{DB210633-655D-46CE-8983-EB7A13FF8FFB}" dt="2021-11-10T02:51:36.754" v="3" actId="20577"/>
          <ac:graphicFrameMkLst>
            <pc:docMk/>
            <pc:sldMk cId="700707328" sldId="256"/>
            <ac:graphicFrameMk id="7" creationId="{29FF08AD-7519-4C4A-8E0D-640DF5BB5E58}"/>
          </ac:graphicFrameMkLst>
        </pc:graphicFrameChg>
      </pc:sldChg>
    </pc:docChg>
  </pc:docChgLst>
</pc:chgInfo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D5C62E78-F200-4C4C-BC42-C27AC9E77916}" type="datetimeFigureOut">
              <a:rPr lang="en-US" smtClean="0"/>
              <a:t>2/8/2026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EC6B0FEB-E303-4A4A-A013-42557A45CDD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46720260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1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2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3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4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5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6.xml"/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7.xml"/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8.xml"/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9.xml"/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0.xml"/><Relationship Id="rId1" Type="http://schemas.openxmlformats.org/officeDocument/2006/relationships/notesMaster" Target="../notesMasters/notesMaster1.xml"/></Relationships>
</file>

<file path=ppt/notesSlides/_rels/notesSlide2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1.xml"/><Relationship Id="rId1" Type="http://schemas.openxmlformats.org/officeDocument/2006/relationships/notesMaster" Target="../notesMasters/notesMaster1.xml"/></Relationships>
</file>

<file path=ppt/notesSlides/_rels/notesSlide2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2.xml"/><Relationship Id="rId1" Type="http://schemas.openxmlformats.org/officeDocument/2006/relationships/notesMaster" Target="../notesMasters/notesMaster1.xml"/></Relationships>
</file>

<file path=ppt/notesSlides/_rels/notesSlide2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3.xml"/><Relationship Id="rId1" Type="http://schemas.openxmlformats.org/officeDocument/2006/relationships/notesMaster" Target="../notesMasters/notesMaster1.xml"/></Relationships>
</file>

<file path=ppt/notesSlides/_rels/notesSlide2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4.xml"/><Relationship Id="rId1" Type="http://schemas.openxmlformats.org/officeDocument/2006/relationships/notesMaster" Target="../notesMasters/notesMaster1.xml"/></Relationships>
</file>

<file path=ppt/notesSlides/_rels/notesSlide2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5.xml"/><Relationship Id="rId1" Type="http://schemas.openxmlformats.org/officeDocument/2006/relationships/notesMaster" Target="../notesMasters/notesMaster1.xml"/></Relationships>
</file>

<file path=ppt/notesSlides/_rels/notesSlide2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6.xml"/><Relationship Id="rId1" Type="http://schemas.openxmlformats.org/officeDocument/2006/relationships/notesMaster" Target="../notesMasters/notesMaster1.xml"/></Relationships>
</file>

<file path=ppt/notesSlides/_rels/notesSlide3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7.xml"/><Relationship Id="rId1" Type="http://schemas.openxmlformats.org/officeDocument/2006/relationships/notesMaster" Target="../notesMasters/notesMaster1.xml"/></Relationships>
</file>

<file path=ppt/notesSlides/_rels/notesSlide3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8.xml"/><Relationship Id="rId1" Type="http://schemas.openxmlformats.org/officeDocument/2006/relationships/notesMaster" Target="../notesMasters/notesMaster1.xml"/></Relationships>
</file>

<file path=ppt/notesSlides/_rels/notesSlide3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9.xml"/><Relationship Id="rId1" Type="http://schemas.openxmlformats.org/officeDocument/2006/relationships/notesMaster" Target="../notesMasters/notesMaster1.xml"/></Relationships>
</file>

<file path=ppt/notesSlides/_rels/notesSlide3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0.xml"/><Relationship Id="rId1" Type="http://schemas.openxmlformats.org/officeDocument/2006/relationships/notesMaster" Target="../notesMasters/notesMaster1.xml"/></Relationships>
</file>

<file path=ppt/notesSlides/_rels/notesSlide3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1.xml"/><Relationship Id="rId1" Type="http://schemas.openxmlformats.org/officeDocument/2006/relationships/notesMaster" Target="../notesMasters/notesMaster1.xml"/></Relationships>
</file>

<file path=ppt/notesSlides/_rels/notesSlide3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2.xml"/><Relationship Id="rId1" Type="http://schemas.openxmlformats.org/officeDocument/2006/relationships/notesMaster" Target="../notesMasters/notesMaster1.xml"/></Relationships>
</file>

<file path=ppt/notesSlides/_rels/notesSlide3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3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289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13674">
              <a:defRPr>
                <a:solidFill>
                  <a:schemeClr val="tx1"/>
                </a:solidFill>
                <a:latin typeface="Verdana" pitchFamily="34" charset="0"/>
                <a:ea typeface="MS PGothic" pitchFamily="34" charset="-128"/>
              </a:defRPr>
            </a:lvl1pPr>
            <a:lvl2pPr marL="722296" indent="-277806" defTabSz="913674">
              <a:defRPr>
                <a:solidFill>
                  <a:schemeClr val="tx1"/>
                </a:solidFill>
                <a:latin typeface="Verdana" pitchFamily="34" charset="0"/>
                <a:ea typeface="MS PGothic" pitchFamily="34" charset="-128"/>
              </a:defRPr>
            </a:lvl2pPr>
            <a:lvl3pPr marL="1111225" indent="-222245" defTabSz="913674">
              <a:defRPr>
                <a:solidFill>
                  <a:schemeClr val="tx1"/>
                </a:solidFill>
                <a:latin typeface="Verdana" pitchFamily="34" charset="0"/>
                <a:ea typeface="MS PGothic" pitchFamily="34" charset="-128"/>
              </a:defRPr>
            </a:lvl3pPr>
            <a:lvl4pPr marL="1555714" indent="-222245" defTabSz="913674">
              <a:defRPr>
                <a:solidFill>
                  <a:schemeClr val="tx1"/>
                </a:solidFill>
                <a:latin typeface="Verdana" pitchFamily="34" charset="0"/>
                <a:ea typeface="MS PGothic" pitchFamily="34" charset="-128"/>
              </a:defRPr>
            </a:lvl4pPr>
            <a:lvl5pPr marL="2000204" indent="-222245" defTabSz="913674">
              <a:defRPr>
                <a:solidFill>
                  <a:schemeClr val="tx1"/>
                </a:solidFill>
                <a:latin typeface="Verdana" pitchFamily="34" charset="0"/>
                <a:ea typeface="MS PGothic" pitchFamily="34" charset="-128"/>
              </a:defRPr>
            </a:lvl5pPr>
            <a:lvl6pPr marL="2444694" indent="-222245" defTabSz="913674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itchFamily="34" charset="0"/>
                <a:ea typeface="MS PGothic" pitchFamily="34" charset="-128"/>
              </a:defRPr>
            </a:lvl6pPr>
            <a:lvl7pPr marL="2889184" indent="-222245" defTabSz="913674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itchFamily="34" charset="0"/>
                <a:ea typeface="MS PGothic" pitchFamily="34" charset="-128"/>
              </a:defRPr>
            </a:lvl7pPr>
            <a:lvl8pPr marL="3333674" indent="-222245" defTabSz="913674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itchFamily="34" charset="0"/>
                <a:ea typeface="MS PGothic" pitchFamily="34" charset="-128"/>
              </a:defRPr>
            </a:lvl8pPr>
            <a:lvl9pPr marL="3778164" indent="-222245" defTabSz="913674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itchFamily="34" charset="0"/>
                <a:ea typeface="MS PGothic" pitchFamily="34" charset="-128"/>
              </a:defRPr>
            </a:lvl9pPr>
          </a:lstStyle>
          <a:p>
            <a:fld id="{89BB41CD-F945-437A-8194-DAB20AC2CAFC}" type="slidenum">
              <a:rPr lang="en-US" altLang="en-US">
                <a:latin typeface="Times New Roman" pitchFamily="18" charset="0"/>
              </a:rPr>
              <a:pPr/>
              <a:t>3</a:t>
            </a:fld>
            <a:endParaRPr lang="en-US" altLang="en-US">
              <a:latin typeface="Times New Roman" pitchFamily="18" charset="0"/>
            </a:endParaRPr>
          </a:p>
        </p:txBody>
      </p:sp>
      <p:sp>
        <p:nvSpPr>
          <p:cNvPr id="12290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12291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US" altLang="en-US">
              <a:latin typeface="Times New Roman" pitchFamily="18" charset="0"/>
            </a:endParaRPr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337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13674">
              <a:defRPr>
                <a:solidFill>
                  <a:schemeClr val="tx1"/>
                </a:solidFill>
                <a:latin typeface="Verdana" pitchFamily="34" charset="0"/>
                <a:ea typeface="MS PGothic" pitchFamily="34" charset="-128"/>
              </a:defRPr>
            </a:lvl1pPr>
            <a:lvl2pPr marL="722296" indent="-277806" defTabSz="913674">
              <a:defRPr>
                <a:solidFill>
                  <a:schemeClr val="tx1"/>
                </a:solidFill>
                <a:latin typeface="Verdana" pitchFamily="34" charset="0"/>
                <a:ea typeface="MS PGothic" pitchFamily="34" charset="-128"/>
              </a:defRPr>
            </a:lvl2pPr>
            <a:lvl3pPr marL="1111225" indent="-222245" defTabSz="913674">
              <a:defRPr>
                <a:solidFill>
                  <a:schemeClr val="tx1"/>
                </a:solidFill>
                <a:latin typeface="Verdana" pitchFamily="34" charset="0"/>
                <a:ea typeface="MS PGothic" pitchFamily="34" charset="-128"/>
              </a:defRPr>
            </a:lvl3pPr>
            <a:lvl4pPr marL="1555714" indent="-222245" defTabSz="913674">
              <a:defRPr>
                <a:solidFill>
                  <a:schemeClr val="tx1"/>
                </a:solidFill>
                <a:latin typeface="Verdana" pitchFamily="34" charset="0"/>
                <a:ea typeface="MS PGothic" pitchFamily="34" charset="-128"/>
              </a:defRPr>
            </a:lvl4pPr>
            <a:lvl5pPr marL="2000204" indent="-222245" defTabSz="913674">
              <a:defRPr>
                <a:solidFill>
                  <a:schemeClr val="tx1"/>
                </a:solidFill>
                <a:latin typeface="Verdana" pitchFamily="34" charset="0"/>
                <a:ea typeface="MS PGothic" pitchFamily="34" charset="-128"/>
              </a:defRPr>
            </a:lvl5pPr>
            <a:lvl6pPr marL="2444694" indent="-222245" defTabSz="913674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itchFamily="34" charset="0"/>
                <a:ea typeface="MS PGothic" pitchFamily="34" charset="-128"/>
              </a:defRPr>
            </a:lvl6pPr>
            <a:lvl7pPr marL="2889184" indent="-222245" defTabSz="913674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itchFamily="34" charset="0"/>
                <a:ea typeface="MS PGothic" pitchFamily="34" charset="-128"/>
              </a:defRPr>
            </a:lvl7pPr>
            <a:lvl8pPr marL="3333674" indent="-222245" defTabSz="913674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itchFamily="34" charset="0"/>
                <a:ea typeface="MS PGothic" pitchFamily="34" charset="-128"/>
              </a:defRPr>
            </a:lvl8pPr>
            <a:lvl9pPr marL="3778164" indent="-222245" defTabSz="913674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itchFamily="34" charset="0"/>
                <a:ea typeface="MS PGothic" pitchFamily="34" charset="-128"/>
              </a:defRPr>
            </a:lvl9pPr>
          </a:lstStyle>
          <a:p>
            <a:fld id="{8ABA5EAF-DAA8-419D-B99B-7556C0BC7AA1}" type="slidenum">
              <a:rPr lang="en-US" altLang="en-US">
                <a:latin typeface="Times New Roman" pitchFamily="18" charset="0"/>
              </a:rPr>
              <a:pPr/>
              <a:t>7</a:t>
            </a:fld>
            <a:endParaRPr lang="en-US" altLang="en-US">
              <a:latin typeface="Times New Roman" pitchFamily="18" charset="0"/>
            </a:endParaRPr>
          </a:p>
        </p:txBody>
      </p:sp>
      <p:sp>
        <p:nvSpPr>
          <p:cNvPr id="14338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14339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US" altLang="en-US">
              <a:latin typeface="Times New Roman" pitchFamily="18" charset="0"/>
            </a:endParaRPr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385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13674">
              <a:defRPr>
                <a:solidFill>
                  <a:schemeClr val="tx1"/>
                </a:solidFill>
                <a:latin typeface="Verdana" pitchFamily="34" charset="0"/>
                <a:ea typeface="MS PGothic" pitchFamily="34" charset="-128"/>
              </a:defRPr>
            </a:lvl1pPr>
            <a:lvl2pPr marL="722296" indent="-277806" defTabSz="913674">
              <a:defRPr>
                <a:solidFill>
                  <a:schemeClr val="tx1"/>
                </a:solidFill>
                <a:latin typeface="Verdana" pitchFamily="34" charset="0"/>
                <a:ea typeface="MS PGothic" pitchFamily="34" charset="-128"/>
              </a:defRPr>
            </a:lvl2pPr>
            <a:lvl3pPr marL="1111225" indent="-222245" defTabSz="913674">
              <a:defRPr>
                <a:solidFill>
                  <a:schemeClr val="tx1"/>
                </a:solidFill>
                <a:latin typeface="Verdana" pitchFamily="34" charset="0"/>
                <a:ea typeface="MS PGothic" pitchFamily="34" charset="-128"/>
              </a:defRPr>
            </a:lvl3pPr>
            <a:lvl4pPr marL="1555714" indent="-222245" defTabSz="913674">
              <a:defRPr>
                <a:solidFill>
                  <a:schemeClr val="tx1"/>
                </a:solidFill>
                <a:latin typeface="Verdana" pitchFamily="34" charset="0"/>
                <a:ea typeface="MS PGothic" pitchFamily="34" charset="-128"/>
              </a:defRPr>
            </a:lvl4pPr>
            <a:lvl5pPr marL="2000204" indent="-222245" defTabSz="913674">
              <a:defRPr>
                <a:solidFill>
                  <a:schemeClr val="tx1"/>
                </a:solidFill>
                <a:latin typeface="Verdana" pitchFamily="34" charset="0"/>
                <a:ea typeface="MS PGothic" pitchFamily="34" charset="-128"/>
              </a:defRPr>
            </a:lvl5pPr>
            <a:lvl6pPr marL="2444694" indent="-222245" defTabSz="913674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itchFamily="34" charset="0"/>
                <a:ea typeface="MS PGothic" pitchFamily="34" charset="-128"/>
              </a:defRPr>
            </a:lvl6pPr>
            <a:lvl7pPr marL="2889184" indent="-222245" defTabSz="913674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itchFamily="34" charset="0"/>
                <a:ea typeface="MS PGothic" pitchFamily="34" charset="-128"/>
              </a:defRPr>
            </a:lvl7pPr>
            <a:lvl8pPr marL="3333674" indent="-222245" defTabSz="913674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itchFamily="34" charset="0"/>
                <a:ea typeface="MS PGothic" pitchFamily="34" charset="-128"/>
              </a:defRPr>
            </a:lvl8pPr>
            <a:lvl9pPr marL="3778164" indent="-222245" defTabSz="913674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itchFamily="34" charset="0"/>
                <a:ea typeface="MS PGothic" pitchFamily="34" charset="-128"/>
              </a:defRPr>
            </a:lvl9pPr>
          </a:lstStyle>
          <a:p>
            <a:fld id="{89731142-78BF-4090-8EF1-EE51CC9C3F2A}" type="slidenum">
              <a:rPr lang="en-US" altLang="en-US">
                <a:latin typeface="Times New Roman" pitchFamily="18" charset="0"/>
              </a:rPr>
              <a:pPr/>
              <a:t>8</a:t>
            </a:fld>
            <a:endParaRPr lang="en-US" altLang="en-US">
              <a:latin typeface="Times New Roman" pitchFamily="18" charset="0"/>
            </a:endParaRPr>
          </a:p>
        </p:txBody>
      </p:sp>
      <p:sp>
        <p:nvSpPr>
          <p:cNvPr id="16386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16387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US" altLang="en-US">
              <a:latin typeface="Times New Roman" pitchFamily="18" charset="0"/>
            </a:endParaRPr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433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13674">
              <a:defRPr>
                <a:solidFill>
                  <a:schemeClr val="tx1"/>
                </a:solidFill>
                <a:latin typeface="Verdana" pitchFamily="34" charset="0"/>
                <a:ea typeface="MS PGothic" pitchFamily="34" charset="-128"/>
              </a:defRPr>
            </a:lvl1pPr>
            <a:lvl2pPr marL="722296" indent="-277806" defTabSz="913674">
              <a:defRPr>
                <a:solidFill>
                  <a:schemeClr val="tx1"/>
                </a:solidFill>
                <a:latin typeface="Verdana" pitchFamily="34" charset="0"/>
                <a:ea typeface="MS PGothic" pitchFamily="34" charset="-128"/>
              </a:defRPr>
            </a:lvl2pPr>
            <a:lvl3pPr marL="1111225" indent="-222245" defTabSz="913674">
              <a:defRPr>
                <a:solidFill>
                  <a:schemeClr val="tx1"/>
                </a:solidFill>
                <a:latin typeface="Verdana" pitchFamily="34" charset="0"/>
                <a:ea typeface="MS PGothic" pitchFamily="34" charset="-128"/>
              </a:defRPr>
            </a:lvl3pPr>
            <a:lvl4pPr marL="1555714" indent="-222245" defTabSz="913674">
              <a:defRPr>
                <a:solidFill>
                  <a:schemeClr val="tx1"/>
                </a:solidFill>
                <a:latin typeface="Verdana" pitchFamily="34" charset="0"/>
                <a:ea typeface="MS PGothic" pitchFamily="34" charset="-128"/>
              </a:defRPr>
            </a:lvl4pPr>
            <a:lvl5pPr marL="2000204" indent="-222245" defTabSz="913674">
              <a:defRPr>
                <a:solidFill>
                  <a:schemeClr val="tx1"/>
                </a:solidFill>
                <a:latin typeface="Verdana" pitchFamily="34" charset="0"/>
                <a:ea typeface="MS PGothic" pitchFamily="34" charset="-128"/>
              </a:defRPr>
            </a:lvl5pPr>
            <a:lvl6pPr marL="2444694" indent="-222245" defTabSz="913674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itchFamily="34" charset="0"/>
                <a:ea typeface="MS PGothic" pitchFamily="34" charset="-128"/>
              </a:defRPr>
            </a:lvl6pPr>
            <a:lvl7pPr marL="2889184" indent="-222245" defTabSz="913674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itchFamily="34" charset="0"/>
                <a:ea typeface="MS PGothic" pitchFamily="34" charset="-128"/>
              </a:defRPr>
            </a:lvl7pPr>
            <a:lvl8pPr marL="3333674" indent="-222245" defTabSz="913674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itchFamily="34" charset="0"/>
                <a:ea typeface="MS PGothic" pitchFamily="34" charset="-128"/>
              </a:defRPr>
            </a:lvl8pPr>
            <a:lvl9pPr marL="3778164" indent="-222245" defTabSz="913674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itchFamily="34" charset="0"/>
                <a:ea typeface="MS PGothic" pitchFamily="34" charset="-128"/>
              </a:defRPr>
            </a:lvl9pPr>
          </a:lstStyle>
          <a:p>
            <a:fld id="{6251066A-4A1B-463B-9E0B-48D0A46EB28D}" type="slidenum">
              <a:rPr lang="en-US" altLang="en-US">
                <a:latin typeface="Times New Roman" pitchFamily="18" charset="0"/>
              </a:rPr>
              <a:pPr/>
              <a:t>10</a:t>
            </a:fld>
            <a:endParaRPr lang="en-US" altLang="en-US">
              <a:latin typeface="Times New Roman" pitchFamily="18" charset="0"/>
            </a:endParaRPr>
          </a:p>
        </p:txBody>
      </p:sp>
      <p:sp>
        <p:nvSpPr>
          <p:cNvPr id="18434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18435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US" altLang="en-US">
              <a:latin typeface="Times New Roman" pitchFamily="18" charset="0"/>
            </a:endParaRPr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481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13674">
              <a:defRPr>
                <a:solidFill>
                  <a:schemeClr val="tx1"/>
                </a:solidFill>
                <a:latin typeface="Verdana" pitchFamily="34" charset="0"/>
                <a:ea typeface="MS PGothic" pitchFamily="34" charset="-128"/>
              </a:defRPr>
            </a:lvl1pPr>
            <a:lvl2pPr marL="722296" indent="-277806" defTabSz="913674">
              <a:defRPr>
                <a:solidFill>
                  <a:schemeClr val="tx1"/>
                </a:solidFill>
                <a:latin typeface="Verdana" pitchFamily="34" charset="0"/>
                <a:ea typeface="MS PGothic" pitchFamily="34" charset="-128"/>
              </a:defRPr>
            </a:lvl2pPr>
            <a:lvl3pPr marL="1111225" indent="-222245" defTabSz="913674">
              <a:defRPr>
                <a:solidFill>
                  <a:schemeClr val="tx1"/>
                </a:solidFill>
                <a:latin typeface="Verdana" pitchFamily="34" charset="0"/>
                <a:ea typeface="MS PGothic" pitchFamily="34" charset="-128"/>
              </a:defRPr>
            </a:lvl3pPr>
            <a:lvl4pPr marL="1555714" indent="-222245" defTabSz="913674">
              <a:defRPr>
                <a:solidFill>
                  <a:schemeClr val="tx1"/>
                </a:solidFill>
                <a:latin typeface="Verdana" pitchFamily="34" charset="0"/>
                <a:ea typeface="MS PGothic" pitchFamily="34" charset="-128"/>
              </a:defRPr>
            </a:lvl4pPr>
            <a:lvl5pPr marL="2000204" indent="-222245" defTabSz="913674">
              <a:defRPr>
                <a:solidFill>
                  <a:schemeClr val="tx1"/>
                </a:solidFill>
                <a:latin typeface="Verdana" pitchFamily="34" charset="0"/>
                <a:ea typeface="MS PGothic" pitchFamily="34" charset="-128"/>
              </a:defRPr>
            </a:lvl5pPr>
            <a:lvl6pPr marL="2444694" indent="-222245" defTabSz="913674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itchFamily="34" charset="0"/>
                <a:ea typeface="MS PGothic" pitchFamily="34" charset="-128"/>
              </a:defRPr>
            </a:lvl6pPr>
            <a:lvl7pPr marL="2889184" indent="-222245" defTabSz="913674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itchFamily="34" charset="0"/>
                <a:ea typeface="MS PGothic" pitchFamily="34" charset="-128"/>
              </a:defRPr>
            </a:lvl7pPr>
            <a:lvl8pPr marL="3333674" indent="-222245" defTabSz="913674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itchFamily="34" charset="0"/>
                <a:ea typeface="MS PGothic" pitchFamily="34" charset="-128"/>
              </a:defRPr>
            </a:lvl8pPr>
            <a:lvl9pPr marL="3778164" indent="-222245" defTabSz="913674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itchFamily="34" charset="0"/>
                <a:ea typeface="MS PGothic" pitchFamily="34" charset="-128"/>
              </a:defRPr>
            </a:lvl9pPr>
          </a:lstStyle>
          <a:p>
            <a:fld id="{98AAA2C7-D39D-45C1-92AE-A9F7C46E5FAE}" type="slidenum">
              <a:rPr lang="en-US" altLang="en-US">
                <a:latin typeface="Times New Roman" pitchFamily="18" charset="0"/>
              </a:rPr>
              <a:pPr/>
              <a:t>11</a:t>
            </a:fld>
            <a:endParaRPr lang="en-US" altLang="en-US">
              <a:latin typeface="Times New Roman" pitchFamily="18" charset="0"/>
            </a:endParaRPr>
          </a:p>
        </p:txBody>
      </p:sp>
      <p:sp>
        <p:nvSpPr>
          <p:cNvPr id="20482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20483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US" altLang="en-US">
              <a:latin typeface="Times New Roman" pitchFamily="18" charset="0"/>
            </a:endParaRPr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529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13674">
              <a:defRPr>
                <a:solidFill>
                  <a:schemeClr val="tx1"/>
                </a:solidFill>
                <a:latin typeface="Verdana" pitchFamily="34" charset="0"/>
                <a:ea typeface="MS PGothic" pitchFamily="34" charset="-128"/>
              </a:defRPr>
            </a:lvl1pPr>
            <a:lvl2pPr marL="722296" indent="-277806" defTabSz="913674">
              <a:defRPr>
                <a:solidFill>
                  <a:schemeClr val="tx1"/>
                </a:solidFill>
                <a:latin typeface="Verdana" pitchFamily="34" charset="0"/>
                <a:ea typeface="MS PGothic" pitchFamily="34" charset="-128"/>
              </a:defRPr>
            </a:lvl2pPr>
            <a:lvl3pPr marL="1111225" indent="-222245" defTabSz="913674">
              <a:defRPr>
                <a:solidFill>
                  <a:schemeClr val="tx1"/>
                </a:solidFill>
                <a:latin typeface="Verdana" pitchFamily="34" charset="0"/>
                <a:ea typeface="MS PGothic" pitchFamily="34" charset="-128"/>
              </a:defRPr>
            </a:lvl3pPr>
            <a:lvl4pPr marL="1555714" indent="-222245" defTabSz="913674">
              <a:defRPr>
                <a:solidFill>
                  <a:schemeClr val="tx1"/>
                </a:solidFill>
                <a:latin typeface="Verdana" pitchFamily="34" charset="0"/>
                <a:ea typeface="MS PGothic" pitchFamily="34" charset="-128"/>
              </a:defRPr>
            </a:lvl4pPr>
            <a:lvl5pPr marL="2000204" indent="-222245" defTabSz="913674">
              <a:defRPr>
                <a:solidFill>
                  <a:schemeClr val="tx1"/>
                </a:solidFill>
                <a:latin typeface="Verdana" pitchFamily="34" charset="0"/>
                <a:ea typeface="MS PGothic" pitchFamily="34" charset="-128"/>
              </a:defRPr>
            </a:lvl5pPr>
            <a:lvl6pPr marL="2444694" indent="-222245" defTabSz="913674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itchFamily="34" charset="0"/>
                <a:ea typeface="MS PGothic" pitchFamily="34" charset="-128"/>
              </a:defRPr>
            </a:lvl6pPr>
            <a:lvl7pPr marL="2889184" indent="-222245" defTabSz="913674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itchFamily="34" charset="0"/>
                <a:ea typeface="MS PGothic" pitchFamily="34" charset="-128"/>
              </a:defRPr>
            </a:lvl7pPr>
            <a:lvl8pPr marL="3333674" indent="-222245" defTabSz="913674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itchFamily="34" charset="0"/>
                <a:ea typeface="MS PGothic" pitchFamily="34" charset="-128"/>
              </a:defRPr>
            </a:lvl8pPr>
            <a:lvl9pPr marL="3778164" indent="-222245" defTabSz="913674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itchFamily="34" charset="0"/>
                <a:ea typeface="MS PGothic" pitchFamily="34" charset="-128"/>
              </a:defRPr>
            </a:lvl9pPr>
          </a:lstStyle>
          <a:p>
            <a:fld id="{263A9ADE-D565-459D-9892-36FBC0C7B2F9}" type="slidenum">
              <a:rPr lang="en-US" altLang="en-US">
                <a:latin typeface="Times New Roman" pitchFamily="18" charset="0"/>
              </a:rPr>
              <a:pPr/>
              <a:t>12</a:t>
            </a:fld>
            <a:endParaRPr lang="en-US" altLang="en-US">
              <a:latin typeface="Times New Roman" pitchFamily="18" charset="0"/>
            </a:endParaRPr>
          </a:p>
        </p:txBody>
      </p:sp>
      <p:sp>
        <p:nvSpPr>
          <p:cNvPr id="22530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22531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US" altLang="en-US">
              <a:latin typeface="Times New Roman" pitchFamily="18" charset="0"/>
            </a:endParaRPr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577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13674">
              <a:defRPr>
                <a:solidFill>
                  <a:schemeClr val="tx1"/>
                </a:solidFill>
                <a:latin typeface="Verdana" pitchFamily="34" charset="0"/>
                <a:ea typeface="MS PGothic" pitchFamily="34" charset="-128"/>
              </a:defRPr>
            </a:lvl1pPr>
            <a:lvl2pPr marL="722296" indent="-277806" defTabSz="913674">
              <a:defRPr>
                <a:solidFill>
                  <a:schemeClr val="tx1"/>
                </a:solidFill>
                <a:latin typeface="Verdana" pitchFamily="34" charset="0"/>
                <a:ea typeface="MS PGothic" pitchFamily="34" charset="-128"/>
              </a:defRPr>
            </a:lvl2pPr>
            <a:lvl3pPr marL="1111225" indent="-222245" defTabSz="913674">
              <a:defRPr>
                <a:solidFill>
                  <a:schemeClr val="tx1"/>
                </a:solidFill>
                <a:latin typeface="Verdana" pitchFamily="34" charset="0"/>
                <a:ea typeface="MS PGothic" pitchFamily="34" charset="-128"/>
              </a:defRPr>
            </a:lvl3pPr>
            <a:lvl4pPr marL="1555714" indent="-222245" defTabSz="913674">
              <a:defRPr>
                <a:solidFill>
                  <a:schemeClr val="tx1"/>
                </a:solidFill>
                <a:latin typeface="Verdana" pitchFamily="34" charset="0"/>
                <a:ea typeface="MS PGothic" pitchFamily="34" charset="-128"/>
              </a:defRPr>
            </a:lvl4pPr>
            <a:lvl5pPr marL="2000204" indent="-222245" defTabSz="913674">
              <a:defRPr>
                <a:solidFill>
                  <a:schemeClr val="tx1"/>
                </a:solidFill>
                <a:latin typeface="Verdana" pitchFamily="34" charset="0"/>
                <a:ea typeface="MS PGothic" pitchFamily="34" charset="-128"/>
              </a:defRPr>
            </a:lvl5pPr>
            <a:lvl6pPr marL="2444694" indent="-222245" defTabSz="913674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itchFamily="34" charset="0"/>
                <a:ea typeface="MS PGothic" pitchFamily="34" charset="-128"/>
              </a:defRPr>
            </a:lvl6pPr>
            <a:lvl7pPr marL="2889184" indent="-222245" defTabSz="913674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itchFamily="34" charset="0"/>
                <a:ea typeface="MS PGothic" pitchFamily="34" charset="-128"/>
              </a:defRPr>
            </a:lvl7pPr>
            <a:lvl8pPr marL="3333674" indent="-222245" defTabSz="913674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itchFamily="34" charset="0"/>
                <a:ea typeface="MS PGothic" pitchFamily="34" charset="-128"/>
              </a:defRPr>
            </a:lvl8pPr>
            <a:lvl9pPr marL="3778164" indent="-222245" defTabSz="913674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itchFamily="34" charset="0"/>
                <a:ea typeface="MS PGothic" pitchFamily="34" charset="-128"/>
              </a:defRPr>
            </a:lvl9pPr>
          </a:lstStyle>
          <a:p>
            <a:fld id="{6BC44020-8951-4366-BBE6-FF0E5B9694B8}" type="slidenum">
              <a:rPr lang="en-US" altLang="en-US">
                <a:latin typeface="Times New Roman" pitchFamily="18" charset="0"/>
              </a:rPr>
              <a:pPr/>
              <a:t>13</a:t>
            </a:fld>
            <a:endParaRPr lang="en-US" altLang="en-US">
              <a:latin typeface="Times New Roman" pitchFamily="18" charset="0"/>
            </a:endParaRPr>
          </a:p>
        </p:txBody>
      </p:sp>
      <p:sp>
        <p:nvSpPr>
          <p:cNvPr id="24578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24579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US" altLang="en-US">
              <a:latin typeface="Times New Roman" pitchFamily="18" charset="0"/>
            </a:endParaRPr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625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13674">
              <a:defRPr>
                <a:solidFill>
                  <a:schemeClr val="tx1"/>
                </a:solidFill>
                <a:latin typeface="Verdana" pitchFamily="34" charset="0"/>
                <a:ea typeface="MS PGothic" pitchFamily="34" charset="-128"/>
              </a:defRPr>
            </a:lvl1pPr>
            <a:lvl2pPr marL="722296" indent="-277806" defTabSz="913674">
              <a:defRPr>
                <a:solidFill>
                  <a:schemeClr val="tx1"/>
                </a:solidFill>
                <a:latin typeface="Verdana" pitchFamily="34" charset="0"/>
                <a:ea typeface="MS PGothic" pitchFamily="34" charset="-128"/>
              </a:defRPr>
            </a:lvl2pPr>
            <a:lvl3pPr marL="1111225" indent="-222245" defTabSz="913674">
              <a:defRPr>
                <a:solidFill>
                  <a:schemeClr val="tx1"/>
                </a:solidFill>
                <a:latin typeface="Verdana" pitchFamily="34" charset="0"/>
                <a:ea typeface="MS PGothic" pitchFamily="34" charset="-128"/>
              </a:defRPr>
            </a:lvl3pPr>
            <a:lvl4pPr marL="1555714" indent="-222245" defTabSz="913674">
              <a:defRPr>
                <a:solidFill>
                  <a:schemeClr val="tx1"/>
                </a:solidFill>
                <a:latin typeface="Verdana" pitchFamily="34" charset="0"/>
                <a:ea typeface="MS PGothic" pitchFamily="34" charset="-128"/>
              </a:defRPr>
            </a:lvl4pPr>
            <a:lvl5pPr marL="2000204" indent="-222245" defTabSz="913674">
              <a:defRPr>
                <a:solidFill>
                  <a:schemeClr val="tx1"/>
                </a:solidFill>
                <a:latin typeface="Verdana" pitchFamily="34" charset="0"/>
                <a:ea typeface="MS PGothic" pitchFamily="34" charset="-128"/>
              </a:defRPr>
            </a:lvl5pPr>
            <a:lvl6pPr marL="2444694" indent="-222245" defTabSz="913674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itchFamily="34" charset="0"/>
                <a:ea typeface="MS PGothic" pitchFamily="34" charset="-128"/>
              </a:defRPr>
            </a:lvl6pPr>
            <a:lvl7pPr marL="2889184" indent="-222245" defTabSz="913674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itchFamily="34" charset="0"/>
                <a:ea typeface="MS PGothic" pitchFamily="34" charset="-128"/>
              </a:defRPr>
            </a:lvl7pPr>
            <a:lvl8pPr marL="3333674" indent="-222245" defTabSz="913674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itchFamily="34" charset="0"/>
                <a:ea typeface="MS PGothic" pitchFamily="34" charset="-128"/>
              </a:defRPr>
            </a:lvl8pPr>
            <a:lvl9pPr marL="3778164" indent="-222245" defTabSz="913674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itchFamily="34" charset="0"/>
                <a:ea typeface="MS PGothic" pitchFamily="34" charset="-128"/>
              </a:defRPr>
            </a:lvl9pPr>
          </a:lstStyle>
          <a:p>
            <a:fld id="{C1E75785-0EF4-4EAC-87DC-76A85A18C363}" type="slidenum">
              <a:rPr lang="en-US" altLang="en-US">
                <a:latin typeface="Times New Roman" pitchFamily="18" charset="0"/>
              </a:rPr>
              <a:pPr/>
              <a:t>14</a:t>
            </a:fld>
            <a:endParaRPr lang="en-US" altLang="en-US">
              <a:latin typeface="Times New Roman" pitchFamily="18" charset="0"/>
            </a:endParaRPr>
          </a:p>
        </p:txBody>
      </p:sp>
      <p:sp>
        <p:nvSpPr>
          <p:cNvPr id="26626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26627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US" altLang="en-US">
              <a:latin typeface="Times New Roman" pitchFamily="18" charset="0"/>
            </a:endParaRPr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673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13674">
              <a:defRPr>
                <a:solidFill>
                  <a:schemeClr val="tx1"/>
                </a:solidFill>
                <a:latin typeface="Verdana" pitchFamily="34" charset="0"/>
                <a:ea typeface="MS PGothic" pitchFamily="34" charset="-128"/>
              </a:defRPr>
            </a:lvl1pPr>
            <a:lvl2pPr marL="722296" indent="-277806" defTabSz="913674">
              <a:defRPr>
                <a:solidFill>
                  <a:schemeClr val="tx1"/>
                </a:solidFill>
                <a:latin typeface="Verdana" pitchFamily="34" charset="0"/>
                <a:ea typeface="MS PGothic" pitchFamily="34" charset="-128"/>
              </a:defRPr>
            </a:lvl2pPr>
            <a:lvl3pPr marL="1111225" indent="-222245" defTabSz="913674">
              <a:defRPr>
                <a:solidFill>
                  <a:schemeClr val="tx1"/>
                </a:solidFill>
                <a:latin typeface="Verdana" pitchFamily="34" charset="0"/>
                <a:ea typeface="MS PGothic" pitchFamily="34" charset="-128"/>
              </a:defRPr>
            </a:lvl3pPr>
            <a:lvl4pPr marL="1555714" indent="-222245" defTabSz="913674">
              <a:defRPr>
                <a:solidFill>
                  <a:schemeClr val="tx1"/>
                </a:solidFill>
                <a:latin typeface="Verdana" pitchFamily="34" charset="0"/>
                <a:ea typeface="MS PGothic" pitchFamily="34" charset="-128"/>
              </a:defRPr>
            </a:lvl4pPr>
            <a:lvl5pPr marL="2000204" indent="-222245" defTabSz="913674">
              <a:defRPr>
                <a:solidFill>
                  <a:schemeClr val="tx1"/>
                </a:solidFill>
                <a:latin typeface="Verdana" pitchFamily="34" charset="0"/>
                <a:ea typeface="MS PGothic" pitchFamily="34" charset="-128"/>
              </a:defRPr>
            </a:lvl5pPr>
            <a:lvl6pPr marL="2444694" indent="-222245" defTabSz="913674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itchFamily="34" charset="0"/>
                <a:ea typeface="MS PGothic" pitchFamily="34" charset="-128"/>
              </a:defRPr>
            </a:lvl6pPr>
            <a:lvl7pPr marL="2889184" indent="-222245" defTabSz="913674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itchFamily="34" charset="0"/>
                <a:ea typeface="MS PGothic" pitchFamily="34" charset="-128"/>
              </a:defRPr>
            </a:lvl7pPr>
            <a:lvl8pPr marL="3333674" indent="-222245" defTabSz="913674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itchFamily="34" charset="0"/>
                <a:ea typeface="MS PGothic" pitchFamily="34" charset="-128"/>
              </a:defRPr>
            </a:lvl8pPr>
            <a:lvl9pPr marL="3778164" indent="-222245" defTabSz="913674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itchFamily="34" charset="0"/>
                <a:ea typeface="MS PGothic" pitchFamily="34" charset="-128"/>
              </a:defRPr>
            </a:lvl9pPr>
          </a:lstStyle>
          <a:p>
            <a:fld id="{637E10A8-ED10-4D22-996A-54CBE3C266F9}" type="slidenum">
              <a:rPr lang="en-US" altLang="en-US">
                <a:latin typeface="Times New Roman" pitchFamily="18" charset="0"/>
              </a:rPr>
              <a:pPr/>
              <a:t>15</a:t>
            </a:fld>
            <a:endParaRPr lang="en-US" altLang="en-US">
              <a:latin typeface="Times New Roman" pitchFamily="18" charset="0"/>
            </a:endParaRPr>
          </a:p>
        </p:txBody>
      </p:sp>
      <p:sp>
        <p:nvSpPr>
          <p:cNvPr id="28674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28675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US" altLang="en-US">
              <a:latin typeface="Times New Roman" pitchFamily="18" charset="0"/>
            </a:endParaRPr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721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13674">
              <a:defRPr>
                <a:solidFill>
                  <a:schemeClr val="tx1"/>
                </a:solidFill>
                <a:latin typeface="Verdana" pitchFamily="34" charset="0"/>
                <a:ea typeface="MS PGothic" pitchFamily="34" charset="-128"/>
              </a:defRPr>
            </a:lvl1pPr>
            <a:lvl2pPr marL="722296" indent="-277806" defTabSz="913674">
              <a:defRPr>
                <a:solidFill>
                  <a:schemeClr val="tx1"/>
                </a:solidFill>
                <a:latin typeface="Verdana" pitchFamily="34" charset="0"/>
                <a:ea typeface="MS PGothic" pitchFamily="34" charset="-128"/>
              </a:defRPr>
            </a:lvl2pPr>
            <a:lvl3pPr marL="1111225" indent="-222245" defTabSz="913674">
              <a:defRPr>
                <a:solidFill>
                  <a:schemeClr val="tx1"/>
                </a:solidFill>
                <a:latin typeface="Verdana" pitchFamily="34" charset="0"/>
                <a:ea typeface="MS PGothic" pitchFamily="34" charset="-128"/>
              </a:defRPr>
            </a:lvl3pPr>
            <a:lvl4pPr marL="1555714" indent="-222245" defTabSz="913674">
              <a:defRPr>
                <a:solidFill>
                  <a:schemeClr val="tx1"/>
                </a:solidFill>
                <a:latin typeface="Verdana" pitchFamily="34" charset="0"/>
                <a:ea typeface="MS PGothic" pitchFamily="34" charset="-128"/>
              </a:defRPr>
            </a:lvl4pPr>
            <a:lvl5pPr marL="2000204" indent="-222245" defTabSz="913674">
              <a:defRPr>
                <a:solidFill>
                  <a:schemeClr val="tx1"/>
                </a:solidFill>
                <a:latin typeface="Verdana" pitchFamily="34" charset="0"/>
                <a:ea typeface="MS PGothic" pitchFamily="34" charset="-128"/>
              </a:defRPr>
            </a:lvl5pPr>
            <a:lvl6pPr marL="2444694" indent="-222245" defTabSz="913674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itchFamily="34" charset="0"/>
                <a:ea typeface="MS PGothic" pitchFamily="34" charset="-128"/>
              </a:defRPr>
            </a:lvl6pPr>
            <a:lvl7pPr marL="2889184" indent="-222245" defTabSz="913674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itchFamily="34" charset="0"/>
                <a:ea typeface="MS PGothic" pitchFamily="34" charset="-128"/>
              </a:defRPr>
            </a:lvl7pPr>
            <a:lvl8pPr marL="3333674" indent="-222245" defTabSz="913674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itchFamily="34" charset="0"/>
                <a:ea typeface="MS PGothic" pitchFamily="34" charset="-128"/>
              </a:defRPr>
            </a:lvl8pPr>
            <a:lvl9pPr marL="3778164" indent="-222245" defTabSz="913674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itchFamily="34" charset="0"/>
                <a:ea typeface="MS PGothic" pitchFamily="34" charset="-128"/>
              </a:defRPr>
            </a:lvl9pPr>
          </a:lstStyle>
          <a:p>
            <a:fld id="{CAA6E046-BB67-4C0D-A133-89274D6D6D5C}" type="slidenum">
              <a:rPr lang="en-US" altLang="en-US">
                <a:latin typeface="Times New Roman" pitchFamily="18" charset="0"/>
              </a:rPr>
              <a:pPr/>
              <a:t>17</a:t>
            </a:fld>
            <a:endParaRPr lang="en-US" altLang="en-US">
              <a:latin typeface="Times New Roman" pitchFamily="18" charset="0"/>
            </a:endParaRPr>
          </a:p>
        </p:txBody>
      </p:sp>
      <p:sp>
        <p:nvSpPr>
          <p:cNvPr id="30722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30723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US" altLang="en-US">
              <a:latin typeface="Times New Roman" pitchFamily="18" charset="0"/>
            </a:endParaRPr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769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13674">
              <a:defRPr>
                <a:solidFill>
                  <a:schemeClr val="tx1"/>
                </a:solidFill>
                <a:latin typeface="Verdana" pitchFamily="34" charset="0"/>
                <a:ea typeface="MS PGothic" pitchFamily="34" charset="-128"/>
              </a:defRPr>
            </a:lvl1pPr>
            <a:lvl2pPr marL="722296" indent="-277806" defTabSz="913674">
              <a:defRPr>
                <a:solidFill>
                  <a:schemeClr val="tx1"/>
                </a:solidFill>
                <a:latin typeface="Verdana" pitchFamily="34" charset="0"/>
                <a:ea typeface="MS PGothic" pitchFamily="34" charset="-128"/>
              </a:defRPr>
            </a:lvl2pPr>
            <a:lvl3pPr marL="1111225" indent="-222245" defTabSz="913674">
              <a:defRPr>
                <a:solidFill>
                  <a:schemeClr val="tx1"/>
                </a:solidFill>
                <a:latin typeface="Verdana" pitchFamily="34" charset="0"/>
                <a:ea typeface="MS PGothic" pitchFamily="34" charset="-128"/>
              </a:defRPr>
            </a:lvl3pPr>
            <a:lvl4pPr marL="1555714" indent="-222245" defTabSz="913674">
              <a:defRPr>
                <a:solidFill>
                  <a:schemeClr val="tx1"/>
                </a:solidFill>
                <a:latin typeface="Verdana" pitchFamily="34" charset="0"/>
                <a:ea typeface="MS PGothic" pitchFamily="34" charset="-128"/>
              </a:defRPr>
            </a:lvl4pPr>
            <a:lvl5pPr marL="2000204" indent="-222245" defTabSz="913674">
              <a:defRPr>
                <a:solidFill>
                  <a:schemeClr val="tx1"/>
                </a:solidFill>
                <a:latin typeface="Verdana" pitchFamily="34" charset="0"/>
                <a:ea typeface="MS PGothic" pitchFamily="34" charset="-128"/>
              </a:defRPr>
            </a:lvl5pPr>
            <a:lvl6pPr marL="2444694" indent="-222245" defTabSz="913674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itchFamily="34" charset="0"/>
                <a:ea typeface="MS PGothic" pitchFamily="34" charset="-128"/>
              </a:defRPr>
            </a:lvl6pPr>
            <a:lvl7pPr marL="2889184" indent="-222245" defTabSz="913674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itchFamily="34" charset="0"/>
                <a:ea typeface="MS PGothic" pitchFamily="34" charset="-128"/>
              </a:defRPr>
            </a:lvl7pPr>
            <a:lvl8pPr marL="3333674" indent="-222245" defTabSz="913674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itchFamily="34" charset="0"/>
                <a:ea typeface="MS PGothic" pitchFamily="34" charset="-128"/>
              </a:defRPr>
            </a:lvl8pPr>
            <a:lvl9pPr marL="3778164" indent="-222245" defTabSz="913674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itchFamily="34" charset="0"/>
                <a:ea typeface="MS PGothic" pitchFamily="34" charset="-128"/>
              </a:defRPr>
            </a:lvl9pPr>
          </a:lstStyle>
          <a:p>
            <a:fld id="{F3F2ACF7-116A-4369-972B-569D17D69894}" type="slidenum">
              <a:rPr lang="en-US" altLang="en-US">
                <a:latin typeface="Times New Roman" pitchFamily="18" charset="0"/>
              </a:rPr>
              <a:pPr/>
              <a:t>18</a:t>
            </a:fld>
            <a:endParaRPr lang="en-US" altLang="en-US">
              <a:latin typeface="Times New Roman" pitchFamily="18" charset="0"/>
            </a:endParaRPr>
          </a:p>
        </p:txBody>
      </p:sp>
      <p:sp>
        <p:nvSpPr>
          <p:cNvPr id="32770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32771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US" altLang="en-US">
              <a:latin typeface="Times New Roman" pitchFamily="18" charset="0"/>
            </a:endParaRPr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817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13674">
              <a:defRPr>
                <a:solidFill>
                  <a:schemeClr val="tx1"/>
                </a:solidFill>
                <a:latin typeface="Verdana" pitchFamily="34" charset="0"/>
                <a:ea typeface="MS PGothic" pitchFamily="34" charset="-128"/>
              </a:defRPr>
            </a:lvl1pPr>
            <a:lvl2pPr marL="722296" indent="-277806" defTabSz="913674">
              <a:defRPr>
                <a:solidFill>
                  <a:schemeClr val="tx1"/>
                </a:solidFill>
                <a:latin typeface="Verdana" pitchFamily="34" charset="0"/>
                <a:ea typeface="MS PGothic" pitchFamily="34" charset="-128"/>
              </a:defRPr>
            </a:lvl2pPr>
            <a:lvl3pPr marL="1111225" indent="-222245" defTabSz="913674">
              <a:defRPr>
                <a:solidFill>
                  <a:schemeClr val="tx1"/>
                </a:solidFill>
                <a:latin typeface="Verdana" pitchFamily="34" charset="0"/>
                <a:ea typeface="MS PGothic" pitchFamily="34" charset="-128"/>
              </a:defRPr>
            </a:lvl3pPr>
            <a:lvl4pPr marL="1555714" indent="-222245" defTabSz="913674">
              <a:defRPr>
                <a:solidFill>
                  <a:schemeClr val="tx1"/>
                </a:solidFill>
                <a:latin typeface="Verdana" pitchFamily="34" charset="0"/>
                <a:ea typeface="MS PGothic" pitchFamily="34" charset="-128"/>
              </a:defRPr>
            </a:lvl4pPr>
            <a:lvl5pPr marL="2000204" indent="-222245" defTabSz="913674">
              <a:defRPr>
                <a:solidFill>
                  <a:schemeClr val="tx1"/>
                </a:solidFill>
                <a:latin typeface="Verdana" pitchFamily="34" charset="0"/>
                <a:ea typeface="MS PGothic" pitchFamily="34" charset="-128"/>
              </a:defRPr>
            </a:lvl5pPr>
            <a:lvl6pPr marL="2444694" indent="-222245" defTabSz="913674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itchFamily="34" charset="0"/>
                <a:ea typeface="MS PGothic" pitchFamily="34" charset="-128"/>
              </a:defRPr>
            </a:lvl6pPr>
            <a:lvl7pPr marL="2889184" indent="-222245" defTabSz="913674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itchFamily="34" charset="0"/>
                <a:ea typeface="MS PGothic" pitchFamily="34" charset="-128"/>
              </a:defRPr>
            </a:lvl7pPr>
            <a:lvl8pPr marL="3333674" indent="-222245" defTabSz="913674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itchFamily="34" charset="0"/>
                <a:ea typeface="MS PGothic" pitchFamily="34" charset="-128"/>
              </a:defRPr>
            </a:lvl8pPr>
            <a:lvl9pPr marL="3778164" indent="-222245" defTabSz="913674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itchFamily="34" charset="0"/>
                <a:ea typeface="MS PGothic" pitchFamily="34" charset="-128"/>
              </a:defRPr>
            </a:lvl9pPr>
          </a:lstStyle>
          <a:p>
            <a:fld id="{FE5CA5B7-0681-42A5-A56C-0640B3AD7F4B}" type="slidenum">
              <a:rPr lang="en-US" altLang="en-US">
                <a:latin typeface="Times New Roman" pitchFamily="18" charset="0"/>
              </a:rPr>
              <a:pPr/>
              <a:t>19</a:t>
            </a:fld>
            <a:endParaRPr lang="en-US" altLang="en-US">
              <a:latin typeface="Times New Roman" pitchFamily="18" charset="0"/>
            </a:endParaRPr>
          </a:p>
        </p:txBody>
      </p:sp>
      <p:sp>
        <p:nvSpPr>
          <p:cNvPr id="34818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34819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US" altLang="en-US">
              <a:latin typeface="Times New Roman" pitchFamily="18" charset="0"/>
            </a:endParaRPr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865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13674">
              <a:defRPr>
                <a:solidFill>
                  <a:schemeClr val="tx1"/>
                </a:solidFill>
                <a:latin typeface="Verdana" pitchFamily="34" charset="0"/>
                <a:ea typeface="MS PGothic" pitchFamily="34" charset="-128"/>
              </a:defRPr>
            </a:lvl1pPr>
            <a:lvl2pPr marL="722296" indent="-277806" defTabSz="913674">
              <a:defRPr>
                <a:solidFill>
                  <a:schemeClr val="tx1"/>
                </a:solidFill>
                <a:latin typeface="Verdana" pitchFamily="34" charset="0"/>
                <a:ea typeface="MS PGothic" pitchFamily="34" charset="-128"/>
              </a:defRPr>
            </a:lvl2pPr>
            <a:lvl3pPr marL="1111225" indent="-222245" defTabSz="913674">
              <a:defRPr>
                <a:solidFill>
                  <a:schemeClr val="tx1"/>
                </a:solidFill>
                <a:latin typeface="Verdana" pitchFamily="34" charset="0"/>
                <a:ea typeface="MS PGothic" pitchFamily="34" charset="-128"/>
              </a:defRPr>
            </a:lvl3pPr>
            <a:lvl4pPr marL="1555714" indent="-222245" defTabSz="913674">
              <a:defRPr>
                <a:solidFill>
                  <a:schemeClr val="tx1"/>
                </a:solidFill>
                <a:latin typeface="Verdana" pitchFamily="34" charset="0"/>
                <a:ea typeface="MS PGothic" pitchFamily="34" charset="-128"/>
              </a:defRPr>
            </a:lvl4pPr>
            <a:lvl5pPr marL="2000204" indent="-222245" defTabSz="913674">
              <a:defRPr>
                <a:solidFill>
                  <a:schemeClr val="tx1"/>
                </a:solidFill>
                <a:latin typeface="Verdana" pitchFamily="34" charset="0"/>
                <a:ea typeface="MS PGothic" pitchFamily="34" charset="-128"/>
              </a:defRPr>
            </a:lvl5pPr>
            <a:lvl6pPr marL="2444694" indent="-222245" defTabSz="913674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itchFamily="34" charset="0"/>
                <a:ea typeface="MS PGothic" pitchFamily="34" charset="-128"/>
              </a:defRPr>
            </a:lvl6pPr>
            <a:lvl7pPr marL="2889184" indent="-222245" defTabSz="913674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itchFamily="34" charset="0"/>
                <a:ea typeface="MS PGothic" pitchFamily="34" charset="-128"/>
              </a:defRPr>
            </a:lvl7pPr>
            <a:lvl8pPr marL="3333674" indent="-222245" defTabSz="913674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itchFamily="34" charset="0"/>
                <a:ea typeface="MS PGothic" pitchFamily="34" charset="-128"/>
              </a:defRPr>
            </a:lvl8pPr>
            <a:lvl9pPr marL="3778164" indent="-222245" defTabSz="913674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itchFamily="34" charset="0"/>
                <a:ea typeface="MS PGothic" pitchFamily="34" charset="-128"/>
              </a:defRPr>
            </a:lvl9pPr>
          </a:lstStyle>
          <a:p>
            <a:fld id="{4DABE580-9B1C-411C-85E8-45CDE8C05540}" type="slidenum">
              <a:rPr lang="en-US" altLang="en-US">
                <a:latin typeface="Times New Roman" pitchFamily="18" charset="0"/>
              </a:rPr>
              <a:pPr/>
              <a:t>20</a:t>
            </a:fld>
            <a:endParaRPr lang="en-US" altLang="en-US">
              <a:latin typeface="Times New Roman" pitchFamily="18" charset="0"/>
            </a:endParaRPr>
          </a:p>
        </p:txBody>
      </p:sp>
      <p:sp>
        <p:nvSpPr>
          <p:cNvPr id="36866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36867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US" altLang="en-US">
              <a:latin typeface="Times New Roman" pitchFamily="18" charset="0"/>
            </a:endParaRPr>
          </a:p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913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13674">
              <a:defRPr>
                <a:solidFill>
                  <a:schemeClr val="tx1"/>
                </a:solidFill>
                <a:latin typeface="Verdana" pitchFamily="34" charset="0"/>
                <a:ea typeface="MS PGothic" pitchFamily="34" charset="-128"/>
              </a:defRPr>
            </a:lvl1pPr>
            <a:lvl2pPr marL="722296" indent="-277806" defTabSz="913674">
              <a:defRPr>
                <a:solidFill>
                  <a:schemeClr val="tx1"/>
                </a:solidFill>
                <a:latin typeface="Verdana" pitchFamily="34" charset="0"/>
                <a:ea typeface="MS PGothic" pitchFamily="34" charset="-128"/>
              </a:defRPr>
            </a:lvl2pPr>
            <a:lvl3pPr marL="1111225" indent="-222245" defTabSz="913674">
              <a:defRPr>
                <a:solidFill>
                  <a:schemeClr val="tx1"/>
                </a:solidFill>
                <a:latin typeface="Verdana" pitchFamily="34" charset="0"/>
                <a:ea typeface="MS PGothic" pitchFamily="34" charset="-128"/>
              </a:defRPr>
            </a:lvl3pPr>
            <a:lvl4pPr marL="1555714" indent="-222245" defTabSz="913674">
              <a:defRPr>
                <a:solidFill>
                  <a:schemeClr val="tx1"/>
                </a:solidFill>
                <a:latin typeface="Verdana" pitchFamily="34" charset="0"/>
                <a:ea typeface="MS PGothic" pitchFamily="34" charset="-128"/>
              </a:defRPr>
            </a:lvl4pPr>
            <a:lvl5pPr marL="2000204" indent="-222245" defTabSz="913674">
              <a:defRPr>
                <a:solidFill>
                  <a:schemeClr val="tx1"/>
                </a:solidFill>
                <a:latin typeface="Verdana" pitchFamily="34" charset="0"/>
                <a:ea typeface="MS PGothic" pitchFamily="34" charset="-128"/>
              </a:defRPr>
            </a:lvl5pPr>
            <a:lvl6pPr marL="2444694" indent="-222245" defTabSz="913674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itchFamily="34" charset="0"/>
                <a:ea typeface="MS PGothic" pitchFamily="34" charset="-128"/>
              </a:defRPr>
            </a:lvl6pPr>
            <a:lvl7pPr marL="2889184" indent="-222245" defTabSz="913674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itchFamily="34" charset="0"/>
                <a:ea typeface="MS PGothic" pitchFamily="34" charset="-128"/>
              </a:defRPr>
            </a:lvl7pPr>
            <a:lvl8pPr marL="3333674" indent="-222245" defTabSz="913674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itchFamily="34" charset="0"/>
                <a:ea typeface="MS PGothic" pitchFamily="34" charset="-128"/>
              </a:defRPr>
            </a:lvl8pPr>
            <a:lvl9pPr marL="3778164" indent="-222245" defTabSz="913674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itchFamily="34" charset="0"/>
                <a:ea typeface="MS PGothic" pitchFamily="34" charset="-128"/>
              </a:defRPr>
            </a:lvl9pPr>
          </a:lstStyle>
          <a:p>
            <a:fld id="{4F515D07-F612-4D54-B65D-BBD3860669B2}" type="slidenum">
              <a:rPr lang="en-US" altLang="en-US">
                <a:latin typeface="Times New Roman" pitchFamily="18" charset="0"/>
              </a:rPr>
              <a:pPr/>
              <a:t>21</a:t>
            </a:fld>
            <a:endParaRPr lang="en-US" altLang="en-US">
              <a:latin typeface="Times New Roman" pitchFamily="18" charset="0"/>
            </a:endParaRPr>
          </a:p>
        </p:txBody>
      </p:sp>
      <p:sp>
        <p:nvSpPr>
          <p:cNvPr id="38914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38915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US" altLang="en-US">
              <a:latin typeface="Times New Roman" pitchFamily="18" charset="0"/>
            </a:endParaRPr>
          </a:p>
        </p:txBody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961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13674">
              <a:defRPr>
                <a:solidFill>
                  <a:schemeClr val="tx1"/>
                </a:solidFill>
                <a:latin typeface="Verdana" pitchFamily="34" charset="0"/>
                <a:ea typeface="MS PGothic" pitchFamily="34" charset="-128"/>
              </a:defRPr>
            </a:lvl1pPr>
            <a:lvl2pPr marL="722296" indent="-277806" defTabSz="913674">
              <a:defRPr>
                <a:solidFill>
                  <a:schemeClr val="tx1"/>
                </a:solidFill>
                <a:latin typeface="Verdana" pitchFamily="34" charset="0"/>
                <a:ea typeface="MS PGothic" pitchFamily="34" charset="-128"/>
              </a:defRPr>
            </a:lvl2pPr>
            <a:lvl3pPr marL="1111225" indent="-222245" defTabSz="913674">
              <a:defRPr>
                <a:solidFill>
                  <a:schemeClr val="tx1"/>
                </a:solidFill>
                <a:latin typeface="Verdana" pitchFamily="34" charset="0"/>
                <a:ea typeface="MS PGothic" pitchFamily="34" charset="-128"/>
              </a:defRPr>
            </a:lvl3pPr>
            <a:lvl4pPr marL="1555714" indent="-222245" defTabSz="913674">
              <a:defRPr>
                <a:solidFill>
                  <a:schemeClr val="tx1"/>
                </a:solidFill>
                <a:latin typeface="Verdana" pitchFamily="34" charset="0"/>
                <a:ea typeface="MS PGothic" pitchFamily="34" charset="-128"/>
              </a:defRPr>
            </a:lvl4pPr>
            <a:lvl5pPr marL="2000204" indent="-222245" defTabSz="913674">
              <a:defRPr>
                <a:solidFill>
                  <a:schemeClr val="tx1"/>
                </a:solidFill>
                <a:latin typeface="Verdana" pitchFamily="34" charset="0"/>
                <a:ea typeface="MS PGothic" pitchFamily="34" charset="-128"/>
              </a:defRPr>
            </a:lvl5pPr>
            <a:lvl6pPr marL="2444694" indent="-222245" defTabSz="913674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itchFamily="34" charset="0"/>
                <a:ea typeface="MS PGothic" pitchFamily="34" charset="-128"/>
              </a:defRPr>
            </a:lvl6pPr>
            <a:lvl7pPr marL="2889184" indent="-222245" defTabSz="913674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itchFamily="34" charset="0"/>
                <a:ea typeface="MS PGothic" pitchFamily="34" charset="-128"/>
              </a:defRPr>
            </a:lvl7pPr>
            <a:lvl8pPr marL="3333674" indent="-222245" defTabSz="913674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itchFamily="34" charset="0"/>
                <a:ea typeface="MS PGothic" pitchFamily="34" charset="-128"/>
              </a:defRPr>
            </a:lvl8pPr>
            <a:lvl9pPr marL="3778164" indent="-222245" defTabSz="913674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itchFamily="34" charset="0"/>
                <a:ea typeface="MS PGothic" pitchFamily="34" charset="-128"/>
              </a:defRPr>
            </a:lvl9pPr>
          </a:lstStyle>
          <a:p>
            <a:fld id="{1F927EC7-5A55-4959-8E09-70BBEF3F2CEE}" type="slidenum">
              <a:rPr lang="en-US" altLang="en-US">
                <a:latin typeface="Times New Roman" pitchFamily="18" charset="0"/>
              </a:rPr>
              <a:pPr/>
              <a:t>22</a:t>
            </a:fld>
            <a:endParaRPr lang="en-US" altLang="en-US">
              <a:latin typeface="Times New Roman" pitchFamily="18" charset="0"/>
            </a:endParaRPr>
          </a:p>
        </p:txBody>
      </p:sp>
      <p:sp>
        <p:nvSpPr>
          <p:cNvPr id="40962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40963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US" altLang="en-US">
              <a:latin typeface="Times New Roman" pitchFamily="18" charset="0"/>
            </a:endParaRPr>
          </a:p>
        </p:txBody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009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13674">
              <a:defRPr>
                <a:solidFill>
                  <a:schemeClr val="tx1"/>
                </a:solidFill>
                <a:latin typeface="Verdana" pitchFamily="34" charset="0"/>
                <a:ea typeface="MS PGothic" pitchFamily="34" charset="-128"/>
              </a:defRPr>
            </a:lvl1pPr>
            <a:lvl2pPr marL="722296" indent="-277806" defTabSz="913674">
              <a:defRPr>
                <a:solidFill>
                  <a:schemeClr val="tx1"/>
                </a:solidFill>
                <a:latin typeface="Verdana" pitchFamily="34" charset="0"/>
                <a:ea typeface="MS PGothic" pitchFamily="34" charset="-128"/>
              </a:defRPr>
            </a:lvl2pPr>
            <a:lvl3pPr marL="1111225" indent="-222245" defTabSz="913674">
              <a:defRPr>
                <a:solidFill>
                  <a:schemeClr val="tx1"/>
                </a:solidFill>
                <a:latin typeface="Verdana" pitchFamily="34" charset="0"/>
                <a:ea typeface="MS PGothic" pitchFamily="34" charset="-128"/>
              </a:defRPr>
            </a:lvl3pPr>
            <a:lvl4pPr marL="1555714" indent="-222245" defTabSz="913674">
              <a:defRPr>
                <a:solidFill>
                  <a:schemeClr val="tx1"/>
                </a:solidFill>
                <a:latin typeface="Verdana" pitchFamily="34" charset="0"/>
                <a:ea typeface="MS PGothic" pitchFamily="34" charset="-128"/>
              </a:defRPr>
            </a:lvl4pPr>
            <a:lvl5pPr marL="2000204" indent="-222245" defTabSz="913674">
              <a:defRPr>
                <a:solidFill>
                  <a:schemeClr val="tx1"/>
                </a:solidFill>
                <a:latin typeface="Verdana" pitchFamily="34" charset="0"/>
                <a:ea typeface="MS PGothic" pitchFamily="34" charset="-128"/>
              </a:defRPr>
            </a:lvl5pPr>
            <a:lvl6pPr marL="2444694" indent="-222245" defTabSz="913674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itchFamily="34" charset="0"/>
                <a:ea typeface="MS PGothic" pitchFamily="34" charset="-128"/>
              </a:defRPr>
            </a:lvl6pPr>
            <a:lvl7pPr marL="2889184" indent="-222245" defTabSz="913674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itchFamily="34" charset="0"/>
                <a:ea typeface="MS PGothic" pitchFamily="34" charset="-128"/>
              </a:defRPr>
            </a:lvl7pPr>
            <a:lvl8pPr marL="3333674" indent="-222245" defTabSz="913674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itchFamily="34" charset="0"/>
                <a:ea typeface="MS PGothic" pitchFamily="34" charset="-128"/>
              </a:defRPr>
            </a:lvl8pPr>
            <a:lvl9pPr marL="3778164" indent="-222245" defTabSz="913674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itchFamily="34" charset="0"/>
                <a:ea typeface="MS PGothic" pitchFamily="34" charset="-128"/>
              </a:defRPr>
            </a:lvl9pPr>
          </a:lstStyle>
          <a:p>
            <a:fld id="{034B175B-CE24-4313-8267-E986754352F7}" type="slidenum">
              <a:rPr lang="en-US" altLang="en-US">
                <a:latin typeface="Times New Roman" pitchFamily="18" charset="0"/>
              </a:rPr>
              <a:pPr/>
              <a:t>23</a:t>
            </a:fld>
            <a:endParaRPr lang="en-US" altLang="en-US">
              <a:latin typeface="Times New Roman" pitchFamily="18" charset="0"/>
            </a:endParaRPr>
          </a:p>
        </p:txBody>
      </p:sp>
      <p:sp>
        <p:nvSpPr>
          <p:cNvPr id="43010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43011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US" altLang="en-US">
              <a:latin typeface="Times New Roman" pitchFamily="18" charset="0"/>
            </a:endParaRPr>
          </a:p>
        </p:txBody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057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13674">
              <a:defRPr>
                <a:solidFill>
                  <a:schemeClr val="tx1"/>
                </a:solidFill>
                <a:latin typeface="Verdana" pitchFamily="34" charset="0"/>
                <a:ea typeface="MS PGothic" pitchFamily="34" charset="-128"/>
              </a:defRPr>
            </a:lvl1pPr>
            <a:lvl2pPr marL="722296" indent="-277806" defTabSz="913674">
              <a:defRPr>
                <a:solidFill>
                  <a:schemeClr val="tx1"/>
                </a:solidFill>
                <a:latin typeface="Verdana" pitchFamily="34" charset="0"/>
                <a:ea typeface="MS PGothic" pitchFamily="34" charset="-128"/>
              </a:defRPr>
            </a:lvl2pPr>
            <a:lvl3pPr marL="1111225" indent="-222245" defTabSz="913674">
              <a:defRPr>
                <a:solidFill>
                  <a:schemeClr val="tx1"/>
                </a:solidFill>
                <a:latin typeface="Verdana" pitchFamily="34" charset="0"/>
                <a:ea typeface="MS PGothic" pitchFamily="34" charset="-128"/>
              </a:defRPr>
            </a:lvl3pPr>
            <a:lvl4pPr marL="1555714" indent="-222245" defTabSz="913674">
              <a:defRPr>
                <a:solidFill>
                  <a:schemeClr val="tx1"/>
                </a:solidFill>
                <a:latin typeface="Verdana" pitchFamily="34" charset="0"/>
                <a:ea typeface="MS PGothic" pitchFamily="34" charset="-128"/>
              </a:defRPr>
            </a:lvl4pPr>
            <a:lvl5pPr marL="2000204" indent="-222245" defTabSz="913674">
              <a:defRPr>
                <a:solidFill>
                  <a:schemeClr val="tx1"/>
                </a:solidFill>
                <a:latin typeface="Verdana" pitchFamily="34" charset="0"/>
                <a:ea typeface="MS PGothic" pitchFamily="34" charset="-128"/>
              </a:defRPr>
            </a:lvl5pPr>
            <a:lvl6pPr marL="2444694" indent="-222245" defTabSz="913674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itchFamily="34" charset="0"/>
                <a:ea typeface="MS PGothic" pitchFamily="34" charset="-128"/>
              </a:defRPr>
            </a:lvl6pPr>
            <a:lvl7pPr marL="2889184" indent="-222245" defTabSz="913674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itchFamily="34" charset="0"/>
                <a:ea typeface="MS PGothic" pitchFamily="34" charset="-128"/>
              </a:defRPr>
            </a:lvl7pPr>
            <a:lvl8pPr marL="3333674" indent="-222245" defTabSz="913674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itchFamily="34" charset="0"/>
                <a:ea typeface="MS PGothic" pitchFamily="34" charset="-128"/>
              </a:defRPr>
            </a:lvl8pPr>
            <a:lvl9pPr marL="3778164" indent="-222245" defTabSz="913674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itchFamily="34" charset="0"/>
                <a:ea typeface="MS PGothic" pitchFamily="34" charset="-128"/>
              </a:defRPr>
            </a:lvl9pPr>
          </a:lstStyle>
          <a:p>
            <a:fld id="{0C73121F-DA0C-4D15-B351-FFBCB59ED606}" type="slidenum">
              <a:rPr lang="en-US" altLang="en-US">
                <a:latin typeface="Times New Roman" pitchFamily="18" charset="0"/>
              </a:rPr>
              <a:pPr/>
              <a:t>24</a:t>
            </a:fld>
            <a:endParaRPr lang="en-US" altLang="en-US">
              <a:latin typeface="Times New Roman" pitchFamily="18" charset="0"/>
            </a:endParaRPr>
          </a:p>
        </p:txBody>
      </p:sp>
      <p:sp>
        <p:nvSpPr>
          <p:cNvPr id="45058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45059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US" altLang="en-US">
              <a:latin typeface="Times New Roman" pitchFamily="18" charset="0"/>
            </a:endParaRPr>
          </a:p>
        </p:txBody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105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13674">
              <a:defRPr>
                <a:solidFill>
                  <a:schemeClr val="tx1"/>
                </a:solidFill>
                <a:latin typeface="Verdana" pitchFamily="34" charset="0"/>
                <a:ea typeface="MS PGothic" pitchFamily="34" charset="-128"/>
              </a:defRPr>
            </a:lvl1pPr>
            <a:lvl2pPr marL="722296" indent="-277806" defTabSz="913674">
              <a:defRPr>
                <a:solidFill>
                  <a:schemeClr val="tx1"/>
                </a:solidFill>
                <a:latin typeface="Verdana" pitchFamily="34" charset="0"/>
                <a:ea typeface="MS PGothic" pitchFamily="34" charset="-128"/>
              </a:defRPr>
            </a:lvl2pPr>
            <a:lvl3pPr marL="1111225" indent="-222245" defTabSz="913674">
              <a:defRPr>
                <a:solidFill>
                  <a:schemeClr val="tx1"/>
                </a:solidFill>
                <a:latin typeface="Verdana" pitchFamily="34" charset="0"/>
                <a:ea typeface="MS PGothic" pitchFamily="34" charset="-128"/>
              </a:defRPr>
            </a:lvl3pPr>
            <a:lvl4pPr marL="1555714" indent="-222245" defTabSz="913674">
              <a:defRPr>
                <a:solidFill>
                  <a:schemeClr val="tx1"/>
                </a:solidFill>
                <a:latin typeface="Verdana" pitchFamily="34" charset="0"/>
                <a:ea typeface="MS PGothic" pitchFamily="34" charset="-128"/>
              </a:defRPr>
            </a:lvl4pPr>
            <a:lvl5pPr marL="2000204" indent="-222245" defTabSz="913674">
              <a:defRPr>
                <a:solidFill>
                  <a:schemeClr val="tx1"/>
                </a:solidFill>
                <a:latin typeface="Verdana" pitchFamily="34" charset="0"/>
                <a:ea typeface="MS PGothic" pitchFamily="34" charset="-128"/>
              </a:defRPr>
            </a:lvl5pPr>
            <a:lvl6pPr marL="2444694" indent="-222245" defTabSz="913674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itchFamily="34" charset="0"/>
                <a:ea typeface="MS PGothic" pitchFamily="34" charset="-128"/>
              </a:defRPr>
            </a:lvl6pPr>
            <a:lvl7pPr marL="2889184" indent="-222245" defTabSz="913674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itchFamily="34" charset="0"/>
                <a:ea typeface="MS PGothic" pitchFamily="34" charset="-128"/>
              </a:defRPr>
            </a:lvl7pPr>
            <a:lvl8pPr marL="3333674" indent="-222245" defTabSz="913674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itchFamily="34" charset="0"/>
                <a:ea typeface="MS PGothic" pitchFamily="34" charset="-128"/>
              </a:defRPr>
            </a:lvl8pPr>
            <a:lvl9pPr marL="3778164" indent="-222245" defTabSz="913674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itchFamily="34" charset="0"/>
                <a:ea typeface="MS PGothic" pitchFamily="34" charset="-128"/>
              </a:defRPr>
            </a:lvl9pPr>
          </a:lstStyle>
          <a:p>
            <a:fld id="{73438F27-4A64-420B-BC90-93484189CACD}" type="slidenum">
              <a:rPr lang="en-US" altLang="en-US">
                <a:latin typeface="Times New Roman" pitchFamily="18" charset="0"/>
              </a:rPr>
              <a:pPr/>
              <a:t>25</a:t>
            </a:fld>
            <a:endParaRPr lang="en-US" altLang="en-US">
              <a:latin typeface="Times New Roman" pitchFamily="18" charset="0"/>
            </a:endParaRPr>
          </a:p>
        </p:txBody>
      </p:sp>
      <p:sp>
        <p:nvSpPr>
          <p:cNvPr id="47106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47107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US" altLang="en-US">
              <a:latin typeface="Times New Roman" pitchFamily="18" charset="0"/>
            </a:endParaRPr>
          </a:p>
        </p:txBody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153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13674">
              <a:defRPr>
                <a:solidFill>
                  <a:schemeClr val="tx1"/>
                </a:solidFill>
                <a:latin typeface="Verdana" pitchFamily="34" charset="0"/>
                <a:ea typeface="MS PGothic" pitchFamily="34" charset="-128"/>
              </a:defRPr>
            </a:lvl1pPr>
            <a:lvl2pPr marL="722296" indent="-277806" defTabSz="913674">
              <a:defRPr>
                <a:solidFill>
                  <a:schemeClr val="tx1"/>
                </a:solidFill>
                <a:latin typeface="Verdana" pitchFamily="34" charset="0"/>
                <a:ea typeface="MS PGothic" pitchFamily="34" charset="-128"/>
              </a:defRPr>
            </a:lvl2pPr>
            <a:lvl3pPr marL="1111225" indent="-222245" defTabSz="913674">
              <a:defRPr>
                <a:solidFill>
                  <a:schemeClr val="tx1"/>
                </a:solidFill>
                <a:latin typeface="Verdana" pitchFamily="34" charset="0"/>
                <a:ea typeface="MS PGothic" pitchFamily="34" charset="-128"/>
              </a:defRPr>
            </a:lvl3pPr>
            <a:lvl4pPr marL="1555714" indent="-222245" defTabSz="913674">
              <a:defRPr>
                <a:solidFill>
                  <a:schemeClr val="tx1"/>
                </a:solidFill>
                <a:latin typeface="Verdana" pitchFamily="34" charset="0"/>
                <a:ea typeface="MS PGothic" pitchFamily="34" charset="-128"/>
              </a:defRPr>
            </a:lvl4pPr>
            <a:lvl5pPr marL="2000204" indent="-222245" defTabSz="913674">
              <a:defRPr>
                <a:solidFill>
                  <a:schemeClr val="tx1"/>
                </a:solidFill>
                <a:latin typeface="Verdana" pitchFamily="34" charset="0"/>
                <a:ea typeface="MS PGothic" pitchFamily="34" charset="-128"/>
              </a:defRPr>
            </a:lvl5pPr>
            <a:lvl6pPr marL="2444694" indent="-222245" defTabSz="913674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itchFamily="34" charset="0"/>
                <a:ea typeface="MS PGothic" pitchFamily="34" charset="-128"/>
              </a:defRPr>
            </a:lvl6pPr>
            <a:lvl7pPr marL="2889184" indent="-222245" defTabSz="913674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itchFamily="34" charset="0"/>
                <a:ea typeface="MS PGothic" pitchFamily="34" charset="-128"/>
              </a:defRPr>
            </a:lvl7pPr>
            <a:lvl8pPr marL="3333674" indent="-222245" defTabSz="913674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itchFamily="34" charset="0"/>
                <a:ea typeface="MS PGothic" pitchFamily="34" charset="-128"/>
              </a:defRPr>
            </a:lvl8pPr>
            <a:lvl9pPr marL="3778164" indent="-222245" defTabSz="913674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itchFamily="34" charset="0"/>
                <a:ea typeface="MS PGothic" pitchFamily="34" charset="-128"/>
              </a:defRPr>
            </a:lvl9pPr>
          </a:lstStyle>
          <a:p>
            <a:fld id="{86570DDE-AF27-45E5-AB9E-7E124A94F065}" type="slidenum">
              <a:rPr lang="en-US" altLang="en-US">
                <a:latin typeface="Times New Roman" pitchFamily="18" charset="0"/>
              </a:rPr>
              <a:pPr/>
              <a:t>26</a:t>
            </a:fld>
            <a:endParaRPr lang="en-US" altLang="en-US">
              <a:latin typeface="Times New Roman" pitchFamily="18" charset="0"/>
            </a:endParaRPr>
          </a:p>
        </p:txBody>
      </p:sp>
      <p:sp>
        <p:nvSpPr>
          <p:cNvPr id="49154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49155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US" altLang="en-US">
              <a:latin typeface="Times New Roman" pitchFamily="18" charset="0"/>
            </a:endParaRPr>
          </a:p>
        </p:txBody>
      </p:sp>
    </p:spTree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201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13674">
              <a:defRPr>
                <a:solidFill>
                  <a:schemeClr val="tx1"/>
                </a:solidFill>
                <a:latin typeface="Verdana" pitchFamily="34" charset="0"/>
                <a:ea typeface="MS PGothic" pitchFamily="34" charset="-128"/>
              </a:defRPr>
            </a:lvl1pPr>
            <a:lvl2pPr marL="722296" indent="-277806" defTabSz="913674">
              <a:defRPr>
                <a:solidFill>
                  <a:schemeClr val="tx1"/>
                </a:solidFill>
                <a:latin typeface="Verdana" pitchFamily="34" charset="0"/>
                <a:ea typeface="MS PGothic" pitchFamily="34" charset="-128"/>
              </a:defRPr>
            </a:lvl2pPr>
            <a:lvl3pPr marL="1111225" indent="-222245" defTabSz="913674">
              <a:defRPr>
                <a:solidFill>
                  <a:schemeClr val="tx1"/>
                </a:solidFill>
                <a:latin typeface="Verdana" pitchFamily="34" charset="0"/>
                <a:ea typeface="MS PGothic" pitchFamily="34" charset="-128"/>
              </a:defRPr>
            </a:lvl3pPr>
            <a:lvl4pPr marL="1555714" indent="-222245" defTabSz="913674">
              <a:defRPr>
                <a:solidFill>
                  <a:schemeClr val="tx1"/>
                </a:solidFill>
                <a:latin typeface="Verdana" pitchFamily="34" charset="0"/>
                <a:ea typeface="MS PGothic" pitchFamily="34" charset="-128"/>
              </a:defRPr>
            </a:lvl4pPr>
            <a:lvl5pPr marL="2000204" indent="-222245" defTabSz="913674">
              <a:defRPr>
                <a:solidFill>
                  <a:schemeClr val="tx1"/>
                </a:solidFill>
                <a:latin typeface="Verdana" pitchFamily="34" charset="0"/>
                <a:ea typeface="MS PGothic" pitchFamily="34" charset="-128"/>
              </a:defRPr>
            </a:lvl5pPr>
            <a:lvl6pPr marL="2444694" indent="-222245" defTabSz="913674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itchFamily="34" charset="0"/>
                <a:ea typeface="MS PGothic" pitchFamily="34" charset="-128"/>
              </a:defRPr>
            </a:lvl6pPr>
            <a:lvl7pPr marL="2889184" indent="-222245" defTabSz="913674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itchFamily="34" charset="0"/>
                <a:ea typeface="MS PGothic" pitchFamily="34" charset="-128"/>
              </a:defRPr>
            </a:lvl7pPr>
            <a:lvl8pPr marL="3333674" indent="-222245" defTabSz="913674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itchFamily="34" charset="0"/>
                <a:ea typeface="MS PGothic" pitchFamily="34" charset="-128"/>
              </a:defRPr>
            </a:lvl8pPr>
            <a:lvl9pPr marL="3778164" indent="-222245" defTabSz="913674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itchFamily="34" charset="0"/>
                <a:ea typeface="MS PGothic" pitchFamily="34" charset="-128"/>
              </a:defRPr>
            </a:lvl9pPr>
          </a:lstStyle>
          <a:p>
            <a:fld id="{4A9D0C13-0918-4C3C-B085-984ADFDB9E3A}" type="slidenum">
              <a:rPr lang="en-US" altLang="en-US">
                <a:latin typeface="Times New Roman" pitchFamily="18" charset="0"/>
              </a:rPr>
              <a:pPr/>
              <a:t>27</a:t>
            </a:fld>
            <a:endParaRPr lang="en-US" altLang="en-US">
              <a:latin typeface="Times New Roman" pitchFamily="18" charset="0"/>
            </a:endParaRPr>
          </a:p>
        </p:txBody>
      </p:sp>
      <p:sp>
        <p:nvSpPr>
          <p:cNvPr id="51202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51203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US" altLang="en-US">
              <a:latin typeface="Times New Roman" pitchFamily="18" charset="0"/>
            </a:endParaRPr>
          </a:p>
        </p:txBody>
      </p:sp>
    </p:spTree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3249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13674">
              <a:defRPr>
                <a:solidFill>
                  <a:schemeClr val="tx1"/>
                </a:solidFill>
                <a:latin typeface="Verdana" pitchFamily="34" charset="0"/>
                <a:ea typeface="MS PGothic" pitchFamily="34" charset="-128"/>
              </a:defRPr>
            </a:lvl1pPr>
            <a:lvl2pPr marL="722296" indent="-277806" defTabSz="913674">
              <a:defRPr>
                <a:solidFill>
                  <a:schemeClr val="tx1"/>
                </a:solidFill>
                <a:latin typeface="Verdana" pitchFamily="34" charset="0"/>
                <a:ea typeface="MS PGothic" pitchFamily="34" charset="-128"/>
              </a:defRPr>
            </a:lvl2pPr>
            <a:lvl3pPr marL="1111225" indent="-222245" defTabSz="913674">
              <a:defRPr>
                <a:solidFill>
                  <a:schemeClr val="tx1"/>
                </a:solidFill>
                <a:latin typeface="Verdana" pitchFamily="34" charset="0"/>
                <a:ea typeface="MS PGothic" pitchFamily="34" charset="-128"/>
              </a:defRPr>
            </a:lvl3pPr>
            <a:lvl4pPr marL="1555714" indent="-222245" defTabSz="913674">
              <a:defRPr>
                <a:solidFill>
                  <a:schemeClr val="tx1"/>
                </a:solidFill>
                <a:latin typeface="Verdana" pitchFamily="34" charset="0"/>
                <a:ea typeface="MS PGothic" pitchFamily="34" charset="-128"/>
              </a:defRPr>
            </a:lvl4pPr>
            <a:lvl5pPr marL="2000204" indent="-222245" defTabSz="913674">
              <a:defRPr>
                <a:solidFill>
                  <a:schemeClr val="tx1"/>
                </a:solidFill>
                <a:latin typeface="Verdana" pitchFamily="34" charset="0"/>
                <a:ea typeface="MS PGothic" pitchFamily="34" charset="-128"/>
              </a:defRPr>
            </a:lvl5pPr>
            <a:lvl6pPr marL="2444694" indent="-222245" defTabSz="913674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itchFamily="34" charset="0"/>
                <a:ea typeface="MS PGothic" pitchFamily="34" charset="-128"/>
              </a:defRPr>
            </a:lvl6pPr>
            <a:lvl7pPr marL="2889184" indent="-222245" defTabSz="913674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itchFamily="34" charset="0"/>
                <a:ea typeface="MS PGothic" pitchFamily="34" charset="-128"/>
              </a:defRPr>
            </a:lvl7pPr>
            <a:lvl8pPr marL="3333674" indent="-222245" defTabSz="913674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itchFamily="34" charset="0"/>
                <a:ea typeface="MS PGothic" pitchFamily="34" charset="-128"/>
              </a:defRPr>
            </a:lvl8pPr>
            <a:lvl9pPr marL="3778164" indent="-222245" defTabSz="913674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itchFamily="34" charset="0"/>
                <a:ea typeface="MS PGothic" pitchFamily="34" charset="-128"/>
              </a:defRPr>
            </a:lvl9pPr>
          </a:lstStyle>
          <a:p>
            <a:fld id="{6738ACCF-FB44-494C-BB19-F540D5E326A5}" type="slidenum">
              <a:rPr lang="en-US" altLang="en-US">
                <a:latin typeface="Times New Roman" pitchFamily="18" charset="0"/>
              </a:rPr>
              <a:pPr/>
              <a:t>28</a:t>
            </a:fld>
            <a:endParaRPr lang="en-US" altLang="en-US">
              <a:latin typeface="Times New Roman" pitchFamily="18" charset="0"/>
            </a:endParaRPr>
          </a:p>
        </p:txBody>
      </p:sp>
      <p:sp>
        <p:nvSpPr>
          <p:cNvPr id="53250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53251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US" altLang="en-US">
              <a:latin typeface="Times New Roman" pitchFamily="18" charset="0"/>
            </a:endParaRPr>
          </a:p>
        </p:txBody>
      </p:sp>
    </p:spTree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297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13674">
              <a:defRPr>
                <a:solidFill>
                  <a:schemeClr val="tx1"/>
                </a:solidFill>
                <a:latin typeface="Verdana" pitchFamily="34" charset="0"/>
                <a:ea typeface="MS PGothic" pitchFamily="34" charset="-128"/>
              </a:defRPr>
            </a:lvl1pPr>
            <a:lvl2pPr marL="722296" indent="-277806" defTabSz="913674">
              <a:defRPr>
                <a:solidFill>
                  <a:schemeClr val="tx1"/>
                </a:solidFill>
                <a:latin typeface="Verdana" pitchFamily="34" charset="0"/>
                <a:ea typeface="MS PGothic" pitchFamily="34" charset="-128"/>
              </a:defRPr>
            </a:lvl2pPr>
            <a:lvl3pPr marL="1111225" indent="-222245" defTabSz="913674">
              <a:defRPr>
                <a:solidFill>
                  <a:schemeClr val="tx1"/>
                </a:solidFill>
                <a:latin typeface="Verdana" pitchFamily="34" charset="0"/>
                <a:ea typeface="MS PGothic" pitchFamily="34" charset="-128"/>
              </a:defRPr>
            </a:lvl3pPr>
            <a:lvl4pPr marL="1555714" indent="-222245" defTabSz="913674">
              <a:defRPr>
                <a:solidFill>
                  <a:schemeClr val="tx1"/>
                </a:solidFill>
                <a:latin typeface="Verdana" pitchFamily="34" charset="0"/>
                <a:ea typeface="MS PGothic" pitchFamily="34" charset="-128"/>
              </a:defRPr>
            </a:lvl4pPr>
            <a:lvl5pPr marL="2000204" indent="-222245" defTabSz="913674">
              <a:defRPr>
                <a:solidFill>
                  <a:schemeClr val="tx1"/>
                </a:solidFill>
                <a:latin typeface="Verdana" pitchFamily="34" charset="0"/>
                <a:ea typeface="MS PGothic" pitchFamily="34" charset="-128"/>
              </a:defRPr>
            </a:lvl5pPr>
            <a:lvl6pPr marL="2444694" indent="-222245" defTabSz="913674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itchFamily="34" charset="0"/>
                <a:ea typeface="MS PGothic" pitchFamily="34" charset="-128"/>
              </a:defRPr>
            </a:lvl6pPr>
            <a:lvl7pPr marL="2889184" indent="-222245" defTabSz="913674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itchFamily="34" charset="0"/>
                <a:ea typeface="MS PGothic" pitchFamily="34" charset="-128"/>
              </a:defRPr>
            </a:lvl7pPr>
            <a:lvl8pPr marL="3333674" indent="-222245" defTabSz="913674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itchFamily="34" charset="0"/>
                <a:ea typeface="MS PGothic" pitchFamily="34" charset="-128"/>
              </a:defRPr>
            </a:lvl8pPr>
            <a:lvl9pPr marL="3778164" indent="-222245" defTabSz="913674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itchFamily="34" charset="0"/>
                <a:ea typeface="MS PGothic" pitchFamily="34" charset="-128"/>
              </a:defRPr>
            </a:lvl9pPr>
          </a:lstStyle>
          <a:p>
            <a:fld id="{56ADD055-303E-49D7-BAD3-638E0CAF8716}" type="slidenum">
              <a:rPr lang="en-US" altLang="en-US">
                <a:latin typeface="Times New Roman" pitchFamily="18" charset="0"/>
              </a:rPr>
              <a:pPr/>
              <a:t>29</a:t>
            </a:fld>
            <a:endParaRPr lang="en-US" altLang="en-US">
              <a:latin typeface="Times New Roman" pitchFamily="18" charset="0"/>
            </a:endParaRPr>
          </a:p>
        </p:txBody>
      </p:sp>
      <p:sp>
        <p:nvSpPr>
          <p:cNvPr id="55298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55299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US" altLang="en-US">
              <a:latin typeface="Times New Roman" pitchFamily="18" charset="0"/>
            </a:endParaRPr>
          </a:p>
        </p:txBody>
      </p:sp>
    </p:spTree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7345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13674">
              <a:defRPr>
                <a:solidFill>
                  <a:schemeClr val="tx1"/>
                </a:solidFill>
                <a:latin typeface="Verdana" pitchFamily="34" charset="0"/>
                <a:ea typeface="MS PGothic" pitchFamily="34" charset="-128"/>
              </a:defRPr>
            </a:lvl1pPr>
            <a:lvl2pPr marL="722296" indent="-277806" defTabSz="913674">
              <a:defRPr>
                <a:solidFill>
                  <a:schemeClr val="tx1"/>
                </a:solidFill>
                <a:latin typeface="Verdana" pitchFamily="34" charset="0"/>
                <a:ea typeface="MS PGothic" pitchFamily="34" charset="-128"/>
              </a:defRPr>
            </a:lvl2pPr>
            <a:lvl3pPr marL="1111225" indent="-222245" defTabSz="913674">
              <a:defRPr>
                <a:solidFill>
                  <a:schemeClr val="tx1"/>
                </a:solidFill>
                <a:latin typeface="Verdana" pitchFamily="34" charset="0"/>
                <a:ea typeface="MS PGothic" pitchFamily="34" charset="-128"/>
              </a:defRPr>
            </a:lvl3pPr>
            <a:lvl4pPr marL="1555714" indent="-222245" defTabSz="913674">
              <a:defRPr>
                <a:solidFill>
                  <a:schemeClr val="tx1"/>
                </a:solidFill>
                <a:latin typeface="Verdana" pitchFamily="34" charset="0"/>
                <a:ea typeface="MS PGothic" pitchFamily="34" charset="-128"/>
              </a:defRPr>
            </a:lvl4pPr>
            <a:lvl5pPr marL="2000204" indent="-222245" defTabSz="913674">
              <a:defRPr>
                <a:solidFill>
                  <a:schemeClr val="tx1"/>
                </a:solidFill>
                <a:latin typeface="Verdana" pitchFamily="34" charset="0"/>
                <a:ea typeface="MS PGothic" pitchFamily="34" charset="-128"/>
              </a:defRPr>
            </a:lvl5pPr>
            <a:lvl6pPr marL="2444694" indent="-222245" defTabSz="913674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itchFamily="34" charset="0"/>
                <a:ea typeface="MS PGothic" pitchFamily="34" charset="-128"/>
              </a:defRPr>
            </a:lvl6pPr>
            <a:lvl7pPr marL="2889184" indent="-222245" defTabSz="913674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itchFamily="34" charset="0"/>
                <a:ea typeface="MS PGothic" pitchFamily="34" charset="-128"/>
              </a:defRPr>
            </a:lvl7pPr>
            <a:lvl8pPr marL="3333674" indent="-222245" defTabSz="913674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itchFamily="34" charset="0"/>
                <a:ea typeface="MS PGothic" pitchFamily="34" charset="-128"/>
              </a:defRPr>
            </a:lvl8pPr>
            <a:lvl9pPr marL="3778164" indent="-222245" defTabSz="913674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itchFamily="34" charset="0"/>
                <a:ea typeface="MS PGothic" pitchFamily="34" charset="-128"/>
              </a:defRPr>
            </a:lvl9pPr>
          </a:lstStyle>
          <a:p>
            <a:fld id="{6DF7DF85-CECB-4738-9B7C-499C8EC3F2C0}" type="slidenum">
              <a:rPr lang="en-US" altLang="en-US">
                <a:latin typeface="Times New Roman" pitchFamily="18" charset="0"/>
              </a:rPr>
              <a:pPr/>
              <a:t>30</a:t>
            </a:fld>
            <a:endParaRPr lang="en-US" altLang="en-US">
              <a:latin typeface="Times New Roman" pitchFamily="18" charset="0"/>
            </a:endParaRPr>
          </a:p>
        </p:txBody>
      </p:sp>
      <p:sp>
        <p:nvSpPr>
          <p:cNvPr id="57346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57347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US" altLang="en-US">
              <a:latin typeface="Times New Roman" pitchFamily="18" charset="0"/>
            </a:endParaRPr>
          </a:p>
        </p:txBody>
      </p:sp>
    </p:spTree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9393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13674">
              <a:defRPr>
                <a:solidFill>
                  <a:schemeClr val="tx1"/>
                </a:solidFill>
                <a:latin typeface="Verdana" pitchFamily="34" charset="0"/>
                <a:ea typeface="MS PGothic" pitchFamily="34" charset="-128"/>
              </a:defRPr>
            </a:lvl1pPr>
            <a:lvl2pPr marL="722296" indent="-277806" defTabSz="913674">
              <a:defRPr>
                <a:solidFill>
                  <a:schemeClr val="tx1"/>
                </a:solidFill>
                <a:latin typeface="Verdana" pitchFamily="34" charset="0"/>
                <a:ea typeface="MS PGothic" pitchFamily="34" charset="-128"/>
              </a:defRPr>
            </a:lvl2pPr>
            <a:lvl3pPr marL="1111225" indent="-222245" defTabSz="913674">
              <a:defRPr>
                <a:solidFill>
                  <a:schemeClr val="tx1"/>
                </a:solidFill>
                <a:latin typeface="Verdana" pitchFamily="34" charset="0"/>
                <a:ea typeface="MS PGothic" pitchFamily="34" charset="-128"/>
              </a:defRPr>
            </a:lvl3pPr>
            <a:lvl4pPr marL="1555714" indent="-222245" defTabSz="913674">
              <a:defRPr>
                <a:solidFill>
                  <a:schemeClr val="tx1"/>
                </a:solidFill>
                <a:latin typeface="Verdana" pitchFamily="34" charset="0"/>
                <a:ea typeface="MS PGothic" pitchFamily="34" charset="-128"/>
              </a:defRPr>
            </a:lvl4pPr>
            <a:lvl5pPr marL="2000204" indent="-222245" defTabSz="913674">
              <a:defRPr>
                <a:solidFill>
                  <a:schemeClr val="tx1"/>
                </a:solidFill>
                <a:latin typeface="Verdana" pitchFamily="34" charset="0"/>
                <a:ea typeface="MS PGothic" pitchFamily="34" charset="-128"/>
              </a:defRPr>
            </a:lvl5pPr>
            <a:lvl6pPr marL="2444694" indent="-222245" defTabSz="913674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itchFamily="34" charset="0"/>
                <a:ea typeface="MS PGothic" pitchFamily="34" charset="-128"/>
              </a:defRPr>
            </a:lvl6pPr>
            <a:lvl7pPr marL="2889184" indent="-222245" defTabSz="913674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itchFamily="34" charset="0"/>
                <a:ea typeface="MS PGothic" pitchFamily="34" charset="-128"/>
              </a:defRPr>
            </a:lvl7pPr>
            <a:lvl8pPr marL="3333674" indent="-222245" defTabSz="913674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itchFamily="34" charset="0"/>
                <a:ea typeface="MS PGothic" pitchFamily="34" charset="-128"/>
              </a:defRPr>
            </a:lvl8pPr>
            <a:lvl9pPr marL="3778164" indent="-222245" defTabSz="913674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itchFamily="34" charset="0"/>
                <a:ea typeface="MS PGothic" pitchFamily="34" charset="-128"/>
              </a:defRPr>
            </a:lvl9pPr>
          </a:lstStyle>
          <a:p>
            <a:fld id="{7BD97C4E-DFD2-4790-A2D1-32C84BF8E996}" type="slidenum">
              <a:rPr lang="en-US" altLang="en-US">
                <a:latin typeface="Times New Roman" pitchFamily="18" charset="0"/>
              </a:rPr>
              <a:pPr/>
              <a:t>31</a:t>
            </a:fld>
            <a:endParaRPr lang="en-US" altLang="en-US">
              <a:latin typeface="Times New Roman" pitchFamily="18" charset="0"/>
            </a:endParaRPr>
          </a:p>
        </p:txBody>
      </p:sp>
      <p:sp>
        <p:nvSpPr>
          <p:cNvPr id="59394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59395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US" altLang="en-US">
              <a:latin typeface="Times New Roman" pitchFamily="18" charset="0"/>
            </a:endParaRPr>
          </a:p>
        </p:txBody>
      </p:sp>
    </p:spTree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441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13674">
              <a:defRPr>
                <a:solidFill>
                  <a:schemeClr val="tx1"/>
                </a:solidFill>
                <a:latin typeface="Verdana" pitchFamily="34" charset="0"/>
                <a:ea typeface="MS PGothic" pitchFamily="34" charset="-128"/>
              </a:defRPr>
            </a:lvl1pPr>
            <a:lvl2pPr marL="722296" indent="-277806" defTabSz="913674">
              <a:defRPr>
                <a:solidFill>
                  <a:schemeClr val="tx1"/>
                </a:solidFill>
                <a:latin typeface="Verdana" pitchFamily="34" charset="0"/>
                <a:ea typeface="MS PGothic" pitchFamily="34" charset="-128"/>
              </a:defRPr>
            </a:lvl2pPr>
            <a:lvl3pPr marL="1111225" indent="-222245" defTabSz="913674">
              <a:defRPr>
                <a:solidFill>
                  <a:schemeClr val="tx1"/>
                </a:solidFill>
                <a:latin typeface="Verdana" pitchFamily="34" charset="0"/>
                <a:ea typeface="MS PGothic" pitchFamily="34" charset="-128"/>
              </a:defRPr>
            </a:lvl3pPr>
            <a:lvl4pPr marL="1555714" indent="-222245" defTabSz="913674">
              <a:defRPr>
                <a:solidFill>
                  <a:schemeClr val="tx1"/>
                </a:solidFill>
                <a:latin typeface="Verdana" pitchFamily="34" charset="0"/>
                <a:ea typeface="MS PGothic" pitchFamily="34" charset="-128"/>
              </a:defRPr>
            </a:lvl4pPr>
            <a:lvl5pPr marL="2000204" indent="-222245" defTabSz="913674">
              <a:defRPr>
                <a:solidFill>
                  <a:schemeClr val="tx1"/>
                </a:solidFill>
                <a:latin typeface="Verdana" pitchFamily="34" charset="0"/>
                <a:ea typeface="MS PGothic" pitchFamily="34" charset="-128"/>
              </a:defRPr>
            </a:lvl5pPr>
            <a:lvl6pPr marL="2444694" indent="-222245" defTabSz="913674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itchFamily="34" charset="0"/>
                <a:ea typeface="MS PGothic" pitchFamily="34" charset="-128"/>
              </a:defRPr>
            </a:lvl6pPr>
            <a:lvl7pPr marL="2889184" indent="-222245" defTabSz="913674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itchFamily="34" charset="0"/>
                <a:ea typeface="MS PGothic" pitchFamily="34" charset="-128"/>
              </a:defRPr>
            </a:lvl7pPr>
            <a:lvl8pPr marL="3333674" indent="-222245" defTabSz="913674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itchFamily="34" charset="0"/>
                <a:ea typeface="MS PGothic" pitchFamily="34" charset="-128"/>
              </a:defRPr>
            </a:lvl8pPr>
            <a:lvl9pPr marL="3778164" indent="-222245" defTabSz="913674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itchFamily="34" charset="0"/>
                <a:ea typeface="MS PGothic" pitchFamily="34" charset="-128"/>
              </a:defRPr>
            </a:lvl9pPr>
          </a:lstStyle>
          <a:p>
            <a:fld id="{F078BE96-FC46-43A0-95CA-C69EB0CEA9D1}" type="slidenum">
              <a:rPr lang="en-US" altLang="en-US">
                <a:latin typeface="Times New Roman" pitchFamily="18" charset="0"/>
              </a:rPr>
              <a:pPr/>
              <a:t>32</a:t>
            </a:fld>
            <a:endParaRPr lang="en-US" altLang="en-US">
              <a:latin typeface="Times New Roman" pitchFamily="18" charset="0"/>
            </a:endParaRPr>
          </a:p>
        </p:txBody>
      </p:sp>
      <p:sp>
        <p:nvSpPr>
          <p:cNvPr id="61442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61443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US" altLang="en-US">
              <a:latin typeface="Times New Roman" pitchFamily="18" charset="0"/>
            </a:endParaRPr>
          </a:p>
        </p:txBody>
      </p:sp>
    </p:spTree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3489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13674">
              <a:defRPr>
                <a:solidFill>
                  <a:schemeClr val="tx1"/>
                </a:solidFill>
                <a:latin typeface="Verdana" pitchFamily="34" charset="0"/>
                <a:ea typeface="MS PGothic" pitchFamily="34" charset="-128"/>
              </a:defRPr>
            </a:lvl1pPr>
            <a:lvl2pPr marL="722296" indent="-277806" defTabSz="913674">
              <a:defRPr>
                <a:solidFill>
                  <a:schemeClr val="tx1"/>
                </a:solidFill>
                <a:latin typeface="Verdana" pitchFamily="34" charset="0"/>
                <a:ea typeface="MS PGothic" pitchFamily="34" charset="-128"/>
              </a:defRPr>
            </a:lvl2pPr>
            <a:lvl3pPr marL="1111225" indent="-222245" defTabSz="913674">
              <a:defRPr>
                <a:solidFill>
                  <a:schemeClr val="tx1"/>
                </a:solidFill>
                <a:latin typeface="Verdana" pitchFamily="34" charset="0"/>
                <a:ea typeface="MS PGothic" pitchFamily="34" charset="-128"/>
              </a:defRPr>
            </a:lvl3pPr>
            <a:lvl4pPr marL="1555714" indent="-222245" defTabSz="913674">
              <a:defRPr>
                <a:solidFill>
                  <a:schemeClr val="tx1"/>
                </a:solidFill>
                <a:latin typeface="Verdana" pitchFamily="34" charset="0"/>
                <a:ea typeface="MS PGothic" pitchFamily="34" charset="-128"/>
              </a:defRPr>
            </a:lvl4pPr>
            <a:lvl5pPr marL="2000204" indent="-222245" defTabSz="913674">
              <a:defRPr>
                <a:solidFill>
                  <a:schemeClr val="tx1"/>
                </a:solidFill>
                <a:latin typeface="Verdana" pitchFamily="34" charset="0"/>
                <a:ea typeface="MS PGothic" pitchFamily="34" charset="-128"/>
              </a:defRPr>
            </a:lvl5pPr>
            <a:lvl6pPr marL="2444694" indent="-222245" defTabSz="913674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itchFamily="34" charset="0"/>
                <a:ea typeface="MS PGothic" pitchFamily="34" charset="-128"/>
              </a:defRPr>
            </a:lvl6pPr>
            <a:lvl7pPr marL="2889184" indent="-222245" defTabSz="913674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itchFamily="34" charset="0"/>
                <a:ea typeface="MS PGothic" pitchFamily="34" charset="-128"/>
              </a:defRPr>
            </a:lvl7pPr>
            <a:lvl8pPr marL="3333674" indent="-222245" defTabSz="913674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itchFamily="34" charset="0"/>
                <a:ea typeface="MS PGothic" pitchFamily="34" charset="-128"/>
              </a:defRPr>
            </a:lvl8pPr>
            <a:lvl9pPr marL="3778164" indent="-222245" defTabSz="913674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itchFamily="34" charset="0"/>
                <a:ea typeface="MS PGothic" pitchFamily="34" charset="-128"/>
              </a:defRPr>
            </a:lvl9pPr>
          </a:lstStyle>
          <a:p>
            <a:fld id="{6CA02ED7-2857-4803-A345-8CD913A2E1AE}" type="slidenum">
              <a:rPr lang="en-US" altLang="en-US">
                <a:latin typeface="Times New Roman" pitchFamily="18" charset="0"/>
              </a:rPr>
              <a:pPr/>
              <a:t>33</a:t>
            </a:fld>
            <a:endParaRPr lang="en-US" altLang="en-US">
              <a:latin typeface="Times New Roman" pitchFamily="18" charset="0"/>
            </a:endParaRPr>
          </a:p>
        </p:txBody>
      </p:sp>
      <p:sp>
        <p:nvSpPr>
          <p:cNvPr id="63490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63491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US" altLang="en-US">
              <a:latin typeface="Times New Roman" pitchFamily="18" charset="0"/>
            </a:endParaRPr>
          </a:p>
        </p:txBody>
      </p:sp>
    </p:spTree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5537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13674">
              <a:defRPr>
                <a:solidFill>
                  <a:schemeClr val="tx1"/>
                </a:solidFill>
                <a:latin typeface="Verdana" pitchFamily="34" charset="0"/>
                <a:ea typeface="MS PGothic" pitchFamily="34" charset="-128"/>
              </a:defRPr>
            </a:lvl1pPr>
            <a:lvl2pPr marL="722296" indent="-277806" defTabSz="913674">
              <a:defRPr>
                <a:solidFill>
                  <a:schemeClr val="tx1"/>
                </a:solidFill>
                <a:latin typeface="Verdana" pitchFamily="34" charset="0"/>
                <a:ea typeface="MS PGothic" pitchFamily="34" charset="-128"/>
              </a:defRPr>
            </a:lvl2pPr>
            <a:lvl3pPr marL="1111225" indent="-222245" defTabSz="913674">
              <a:defRPr>
                <a:solidFill>
                  <a:schemeClr val="tx1"/>
                </a:solidFill>
                <a:latin typeface="Verdana" pitchFamily="34" charset="0"/>
                <a:ea typeface="MS PGothic" pitchFamily="34" charset="-128"/>
              </a:defRPr>
            </a:lvl3pPr>
            <a:lvl4pPr marL="1555714" indent="-222245" defTabSz="913674">
              <a:defRPr>
                <a:solidFill>
                  <a:schemeClr val="tx1"/>
                </a:solidFill>
                <a:latin typeface="Verdana" pitchFamily="34" charset="0"/>
                <a:ea typeface="MS PGothic" pitchFamily="34" charset="-128"/>
              </a:defRPr>
            </a:lvl4pPr>
            <a:lvl5pPr marL="2000204" indent="-222245" defTabSz="913674">
              <a:defRPr>
                <a:solidFill>
                  <a:schemeClr val="tx1"/>
                </a:solidFill>
                <a:latin typeface="Verdana" pitchFamily="34" charset="0"/>
                <a:ea typeface="MS PGothic" pitchFamily="34" charset="-128"/>
              </a:defRPr>
            </a:lvl5pPr>
            <a:lvl6pPr marL="2444694" indent="-222245" defTabSz="913674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itchFamily="34" charset="0"/>
                <a:ea typeface="MS PGothic" pitchFamily="34" charset="-128"/>
              </a:defRPr>
            </a:lvl6pPr>
            <a:lvl7pPr marL="2889184" indent="-222245" defTabSz="913674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itchFamily="34" charset="0"/>
                <a:ea typeface="MS PGothic" pitchFamily="34" charset="-128"/>
              </a:defRPr>
            </a:lvl7pPr>
            <a:lvl8pPr marL="3333674" indent="-222245" defTabSz="913674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itchFamily="34" charset="0"/>
                <a:ea typeface="MS PGothic" pitchFamily="34" charset="-128"/>
              </a:defRPr>
            </a:lvl8pPr>
            <a:lvl9pPr marL="3778164" indent="-222245" defTabSz="913674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itchFamily="34" charset="0"/>
                <a:ea typeface="MS PGothic" pitchFamily="34" charset="-128"/>
              </a:defRPr>
            </a:lvl9pPr>
          </a:lstStyle>
          <a:p>
            <a:fld id="{CF59732B-04D9-4060-8E9C-FFFCDD9770BD}" type="slidenum">
              <a:rPr lang="en-US" altLang="en-US">
                <a:latin typeface="Times New Roman" pitchFamily="18" charset="0"/>
              </a:rPr>
              <a:pPr/>
              <a:t>34</a:t>
            </a:fld>
            <a:endParaRPr lang="en-US" altLang="en-US">
              <a:latin typeface="Times New Roman" pitchFamily="18" charset="0"/>
            </a:endParaRPr>
          </a:p>
        </p:txBody>
      </p:sp>
      <p:sp>
        <p:nvSpPr>
          <p:cNvPr id="65538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65539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US" altLang="en-US">
              <a:latin typeface="Times New Roman" pitchFamily="18" charset="0"/>
            </a:endParaRPr>
          </a:p>
        </p:txBody>
      </p:sp>
    </p:spTree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7585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13674">
              <a:defRPr>
                <a:solidFill>
                  <a:schemeClr val="tx1"/>
                </a:solidFill>
                <a:latin typeface="Verdana" pitchFamily="34" charset="0"/>
                <a:ea typeface="MS PGothic" pitchFamily="34" charset="-128"/>
              </a:defRPr>
            </a:lvl1pPr>
            <a:lvl2pPr marL="722296" indent="-277806" defTabSz="913674">
              <a:defRPr>
                <a:solidFill>
                  <a:schemeClr val="tx1"/>
                </a:solidFill>
                <a:latin typeface="Verdana" pitchFamily="34" charset="0"/>
                <a:ea typeface="MS PGothic" pitchFamily="34" charset="-128"/>
              </a:defRPr>
            </a:lvl2pPr>
            <a:lvl3pPr marL="1111225" indent="-222245" defTabSz="913674">
              <a:defRPr>
                <a:solidFill>
                  <a:schemeClr val="tx1"/>
                </a:solidFill>
                <a:latin typeface="Verdana" pitchFamily="34" charset="0"/>
                <a:ea typeface="MS PGothic" pitchFamily="34" charset="-128"/>
              </a:defRPr>
            </a:lvl3pPr>
            <a:lvl4pPr marL="1555714" indent="-222245" defTabSz="913674">
              <a:defRPr>
                <a:solidFill>
                  <a:schemeClr val="tx1"/>
                </a:solidFill>
                <a:latin typeface="Verdana" pitchFamily="34" charset="0"/>
                <a:ea typeface="MS PGothic" pitchFamily="34" charset="-128"/>
              </a:defRPr>
            </a:lvl4pPr>
            <a:lvl5pPr marL="2000204" indent="-222245" defTabSz="913674">
              <a:defRPr>
                <a:solidFill>
                  <a:schemeClr val="tx1"/>
                </a:solidFill>
                <a:latin typeface="Verdana" pitchFamily="34" charset="0"/>
                <a:ea typeface="MS PGothic" pitchFamily="34" charset="-128"/>
              </a:defRPr>
            </a:lvl5pPr>
            <a:lvl6pPr marL="2444694" indent="-222245" defTabSz="913674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itchFamily="34" charset="0"/>
                <a:ea typeface="MS PGothic" pitchFamily="34" charset="-128"/>
              </a:defRPr>
            </a:lvl6pPr>
            <a:lvl7pPr marL="2889184" indent="-222245" defTabSz="913674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itchFamily="34" charset="0"/>
                <a:ea typeface="MS PGothic" pitchFamily="34" charset="-128"/>
              </a:defRPr>
            </a:lvl7pPr>
            <a:lvl8pPr marL="3333674" indent="-222245" defTabSz="913674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itchFamily="34" charset="0"/>
                <a:ea typeface="MS PGothic" pitchFamily="34" charset="-128"/>
              </a:defRPr>
            </a:lvl8pPr>
            <a:lvl9pPr marL="3778164" indent="-222245" defTabSz="913674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itchFamily="34" charset="0"/>
                <a:ea typeface="MS PGothic" pitchFamily="34" charset="-128"/>
              </a:defRPr>
            </a:lvl9pPr>
          </a:lstStyle>
          <a:p>
            <a:fld id="{D730E13E-EDBE-4B5F-BE27-C67266E09419}" type="slidenum">
              <a:rPr lang="en-US" altLang="en-US">
                <a:latin typeface="Times New Roman" pitchFamily="18" charset="0"/>
              </a:rPr>
              <a:pPr/>
              <a:t>35</a:t>
            </a:fld>
            <a:endParaRPr lang="en-US" altLang="en-US">
              <a:latin typeface="Times New Roman" pitchFamily="18" charset="0"/>
            </a:endParaRPr>
          </a:p>
        </p:txBody>
      </p:sp>
      <p:sp>
        <p:nvSpPr>
          <p:cNvPr id="67586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67587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US" altLang="en-US">
              <a:latin typeface="Times New Roman" pitchFamily="18" charset="0"/>
            </a:endParaRPr>
          </a:p>
        </p:txBody>
      </p:sp>
    </p:spTree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633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13674">
              <a:defRPr>
                <a:solidFill>
                  <a:schemeClr val="tx1"/>
                </a:solidFill>
                <a:latin typeface="Verdana" pitchFamily="34" charset="0"/>
                <a:ea typeface="MS PGothic" pitchFamily="34" charset="-128"/>
              </a:defRPr>
            </a:lvl1pPr>
            <a:lvl2pPr marL="722296" indent="-277806" defTabSz="913674">
              <a:defRPr>
                <a:solidFill>
                  <a:schemeClr val="tx1"/>
                </a:solidFill>
                <a:latin typeface="Verdana" pitchFamily="34" charset="0"/>
                <a:ea typeface="MS PGothic" pitchFamily="34" charset="-128"/>
              </a:defRPr>
            </a:lvl2pPr>
            <a:lvl3pPr marL="1111225" indent="-222245" defTabSz="913674">
              <a:defRPr>
                <a:solidFill>
                  <a:schemeClr val="tx1"/>
                </a:solidFill>
                <a:latin typeface="Verdana" pitchFamily="34" charset="0"/>
                <a:ea typeface="MS PGothic" pitchFamily="34" charset="-128"/>
              </a:defRPr>
            </a:lvl3pPr>
            <a:lvl4pPr marL="1555714" indent="-222245" defTabSz="913674">
              <a:defRPr>
                <a:solidFill>
                  <a:schemeClr val="tx1"/>
                </a:solidFill>
                <a:latin typeface="Verdana" pitchFamily="34" charset="0"/>
                <a:ea typeface="MS PGothic" pitchFamily="34" charset="-128"/>
              </a:defRPr>
            </a:lvl4pPr>
            <a:lvl5pPr marL="2000204" indent="-222245" defTabSz="913674">
              <a:defRPr>
                <a:solidFill>
                  <a:schemeClr val="tx1"/>
                </a:solidFill>
                <a:latin typeface="Verdana" pitchFamily="34" charset="0"/>
                <a:ea typeface="MS PGothic" pitchFamily="34" charset="-128"/>
              </a:defRPr>
            </a:lvl5pPr>
            <a:lvl6pPr marL="2444694" indent="-222245" defTabSz="913674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itchFamily="34" charset="0"/>
                <a:ea typeface="MS PGothic" pitchFamily="34" charset="-128"/>
              </a:defRPr>
            </a:lvl6pPr>
            <a:lvl7pPr marL="2889184" indent="-222245" defTabSz="913674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itchFamily="34" charset="0"/>
                <a:ea typeface="MS PGothic" pitchFamily="34" charset="-128"/>
              </a:defRPr>
            </a:lvl7pPr>
            <a:lvl8pPr marL="3333674" indent="-222245" defTabSz="913674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itchFamily="34" charset="0"/>
                <a:ea typeface="MS PGothic" pitchFamily="34" charset="-128"/>
              </a:defRPr>
            </a:lvl8pPr>
            <a:lvl9pPr marL="3778164" indent="-222245" defTabSz="913674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itchFamily="34" charset="0"/>
                <a:ea typeface="MS PGothic" pitchFamily="34" charset="-128"/>
              </a:defRPr>
            </a:lvl9pPr>
          </a:lstStyle>
          <a:p>
            <a:fld id="{AB39CF66-2C7E-4384-BA01-8A7045786600}" type="slidenum">
              <a:rPr lang="en-US" altLang="en-US">
                <a:latin typeface="Times New Roman" pitchFamily="18" charset="0"/>
              </a:rPr>
              <a:pPr/>
              <a:t>36</a:t>
            </a:fld>
            <a:endParaRPr lang="en-US" altLang="en-US">
              <a:latin typeface="Times New Roman" pitchFamily="18" charset="0"/>
            </a:endParaRPr>
          </a:p>
        </p:txBody>
      </p:sp>
      <p:sp>
        <p:nvSpPr>
          <p:cNvPr id="69634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69635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US" altLang="en-US">
              <a:latin typeface="Times New Roman" pitchFamily="18" charset="0"/>
            </a:endParaRPr>
          </a:p>
        </p:txBody>
      </p:sp>
    </p:spTree>
  </p:cSld>
  <p:clrMapOvr>
    <a:masterClrMapping/>
  </p:clrMapOvr>
</p:notes>
</file>

<file path=ppt/notesSlides/notesSlide3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681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13674">
              <a:defRPr>
                <a:solidFill>
                  <a:schemeClr val="tx1"/>
                </a:solidFill>
                <a:latin typeface="Verdana" pitchFamily="34" charset="0"/>
                <a:ea typeface="MS PGothic" pitchFamily="34" charset="-128"/>
              </a:defRPr>
            </a:lvl1pPr>
            <a:lvl2pPr marL="722296" indent="-277806" defTabSz="913674">
              <a:defRPr>
                <a:solidFill>
                  <a:schemeClr val="tx1"/>
                </a:solidFill>
                <a:latin typeface="Verdana" pitchFamily="34" charset="0"/>
                <a:ea typeface="MS PGothic" pitchFamily="34" charset="-128"/>
              </a:defRPr>
            </a:lvl2pPr>
            <a:lvl3pPr marL="1111225" indent="-222245" defTabSz="913674">
              <a:defRPr>
                <a:solidFill>
                  <a:schemeClr val="tx1"/>
                </a:solidFill>
                <a:latin typeface="Verdana" pitchFamily="34" charset="0"/>
                <a:ea typeface="MS PGothic" pitchFamily="34" charset="-128"/>
              </a:defRPr>
            </a:lvl3pPr>
            <a:lvl4pPr marL="1555714" indent="-222245" defTabSz="913674">
              <a:defRPr>
                <a:solidFill>
                  <a:schemeClr val="tx1"/>
                </a:solidFill>
                <a:latin typeface="Verdana" pitchFamily="34" charset="0"/>
                <a:ea typeface="MS PGothic" pitchFamily="34" charset="-128"/>
              </a:defRPr>
            </a:lvl4pPr>
            <a:lvl5pPr marL="2000204" indent="-222245" defTabSz="913674">
              <a:defRPr>
                <a:solidFill>
                  <a:schemeClr val="tx1"/>
                </a:solidFill>
                <a:latin typeface="Verdana" pitchFamily="34" charset="0"/>
                <a:ea typeface="MS PGothic" pitchFamily="34" charset="-128"/>
              </a:defRPr>
            </a:lvl5pPr>
            <a:lvl6pPr marL="2444694" indent="-222245" defTabSz="913674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itchFamily="34" charset="0"/>
                <a:ea typeface="MS PGothic" pitchFamily="34" charset="-128"/>
              </a:defRPr>
            </a:lvl6pPr>
            <a:lvl7pPr marL="2889184" indent="-222245" defTabSz="913674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itchFamily="34" charset="0"/>
                <a:ea typeface="MS PGothic" pitchFamily="34" charset="-128"/>
              </a:defRPr>
            </a:lvl7pPr>
            <a:lvl8pPr marL="3333674" indent="-222245" defTabSz="913674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itchFamily="34" charset="0"/>
                <a:ea typeface="MS PGothic" pitchFamily="34" charset="-128"/>
              </a:defRPr>
            </a:lvl8pPr>
            <a:lvl9pPr marL="3778164" indent="-222245" defTabSz="913674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itchFamily="34" charset="0"/>
                <a:ea typeface="MS PGothic" pitchFamily="34" charset="-128"/>
              </a:defRPr>
            </a:lvl9pPr>
          </a:lstStyle>
          <a:p>
            <a:fld id="{7F500A43-10D6-426A-9B89-85ABD03B059C}" type="slidenum">
              <a:rPr lang="en-US" altLang="en-US">
                <a:latin typeface="Times New Roman" pitchFamily="18" charset="0"/>
              </a:rPr>
              <a:pPr/>
              <a:t>37</a:t>
            </a:fld>
            <a:endParaRPr lang="en-US" altLang="en-US">
              <a:latin typeface="Times New Roman" pitchFamily="18" charset="0"/>
            </a:endParaRPr>
          </a:p>
        </p:txBody>
      </p:sp>
      <p:sp>
        <p:nvSpPr>
          <p:cNvPr id="71682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71683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US" altLang="en-US">
              <a:latin typeface="Times New Roman" pitchFamily="18" charset="0"/>
            </a:endParaRPr>
          </a:p>
        </p:txBody>
      </p:sp>
    </p:spTree>
  </p:cSld>
  <p:clrMapOvr>
    <a:masterClrMapping/>
  </p:clrMapOvr>
</p:notes>
</file>

<file path=ppt/notesSlides/notesSlide3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3729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13674">
              <a:defRPr>
                <a:solidFill>
                  <a:schemeClr val="tx1"/>
                </a:solidFill>
                <a:latin typeface="Verdana" pitchFamily="34" charset="0"/>
                <a:ea typeface="MS PGothic" pitchFamily="34" charset="-128"/>
              </a:defRPr>
            </a:lvl1pPr>
            <a:lvl2pPr marL="722296" indent="-277806" defTabSz="913674">
              <a:defRPr>
                <a:solidFill>
                  <a:schemeClr val="tx1"/>
                </a:solidFill>
                <a:latin typeface="Verdana" pitchFamily="34" charset="0"/>
                <a:ea typeface="MS PGothic" pitchFamily="34" charset="-128"/>
              </a:defRPr>
            </a:lvl2pPr>
            <a:lvl3pPr marL="1111225" indent="-222245" defTabSz="913674">
              <a:defRPr>
                <a:solidFill>
                  <a:schemeClr val="tx1"/>
                </a:solidFill>
                <a:latin typeface="Verdana" pitchFamily="34" charset="0"/>
                <a:ea typeface="MS PGothic" pitchFamily="34" charset="-128"/>
              </a:defRPr>
            </a:lvl3pPr>
            <a:lvl4pPr marL="1555714" indent="-222245" defTabSz="913674">
              <a:defRPr>
                <a:solidFill>
                  <a:schemeClr val="tx1"/>
                </a:solidFill>
                <a:latin typeface="Verdana" pitchFamily="34" charset="0"/>
                <a:ea typeface="MS PGothic" pitchFamily="34" charset="-128"/>
              </a:defRPr>
            </a:lvl4pPr>
            <a:lvl5pPr marL="2000204" indent="-222245" defTabSz="913674">
              <a:defRPr>
                <a:solidFill>
                  <a:schemeClr val="tx1"/>
                </a:solidFill>
                <a:latin typeface="Verdana" pitchFamily="34" charset="0"/>
                <a:ea typeface="MS PGothic" pitchFamily="34" charset="-128"/>
              </a:defRPr>
            </a:lvl5pPr>
            <a:lvl6pPr marL="2444694" indent="-222245" defTabSz="913674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itchFamily="34" charset="0"/>
                <a:ea typeface="MS PGothic" pitchFamily="34" charset="-128"/>
              </a:defRPr>
            </a:lvl6pPr>
            <a:lvl7pPr marL="2889184" indent="-222245" defTabSz="913674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itchFamily="34" charset="0"/>
                <a:ea typeface="MS PGothic" pitchFamily="34" charset="-128"/>
              </a:defRPr>
            </a:lvl7pPr>
            <a:lvl8pPr marL="3333674" indent="-222245" defTabSz="913674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itchFamily="34" charset="0"/>
                <a:ea typeface="MS PGothic" pitchFamily="34" charset="-128"/>
              </a:defRPr>
            </a:lvl8pPr>
            <a:lvl9pPr marL="3778164" indent="-222245" defTabSz="913674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itchFamily="34" charset="0"/>
                <a:ea typeface="MS PGothic" pitchFamily="34" charset="-128"/>
              </a:defRPr>
            </a:lvl9pPr>
          </a:lstStyle>
          <a:p>
            <a:fld id="{8976C054-E781-4A5B-8BA3-36098FA503B4}" type="slidenum">
              <a:rPr lang="en-US" altLang="en-US">
                <a:latin typeface="Times New Roman" pitchFamily="18" charset="0"/>
              </a:rPr>
              <a:pPr/>
              <a:t>38</a:t>
            </a:fld>
            <a:endParaRPr lang="en-US" altLang="en-US">
              <a:latin typeface="Times New Roman" pitchFamily="18" charset="0"/>
            </a:endParaRPr>
          </a:p>
        </p:txBody>
      </p:sp>
      <p:sp>
        <p:nvSpPr>
          <p:cNvPr id="73730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73731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US" altLang="en-US">
              <a:latin typeface="Times New Roman" pitchFamily="18" charset="0"/>
            </a:endParaRPr>
          </a:p>
        </p:txBody>
      </p:sp>
    </p:spTree>
  </p:cSld>
  <p:clrMapOvr>
    <a:masterClrMapping/>
  </p:clrMapOvr>
</p:notes>
</file>

<file path=ppt/notesSlides/notesSlide3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777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13674">
              <a:defRPr>
                <a:solidFill>
                  <a:schemeClr val="tx1"/>
                </a:solidFill>
                <a:latin typeface="Verdana" pitchFamily="34" charset="0"/>
                <a:ea typeface="MS PGothic" pitchFamily="34" charset="-128"/>
              </a:defRPr>
            </a:lvl1pPr>
            <a:lvl2pPr marL="722296" indent="-277806" defTabSz="913674">
              <a:defRPr>
                <a:solidFill>
                  <a:schemeClr val="tx1"/>
                </a:solidFill>
                <a:latin typeface="Verdana" pitchFamily="34" charset="0"/>
                <a:ea typeface="MS PGothic" pitchFamily="34" charset="-128"/>
              </a:defRPr>
            </a:lvl2pPr>
            <a:lvl3pPr marL="1111225" indent="-222245" defTabSz="913674">
              <a:defRPr>
                <a:solidFill>
                  <a:schemeClr val="tx1"/>
                </a:solidFill>
                <a:latin typeface="Verdana" pitchFamily="34" charset="0"/>
                <a:ea typeface="MS PGothic" pitchFamily="34" charset="-128"/>
              </a:defRPr>
            </a:lvl3pPr>
            <a:lvl4pPr marL="1555714" indent="-222245" defTabSz="913674">
              <a:defRPr>
                <a:solidFill>
                  <a:schemeClr val="tx1"/>
                </a:solidFill>
                <a:latin typeface="Verdana" pitchFamily="34" charset="0"/>
                <a:ea typeface="MS PGothic" pitchFamily="34" charset="-128"/>
              </a:defRPr>
            </a:lvl4pPr>
            <a:lvl5pPr marL="2000204" indent="-222245" defTabSz="913674">
              <a:defRPr>
                <a:solidFill>
                  <a:schemeClr val="tx1"/>
                </a:solidFill>
                <a:latin typeface="Verdana" pitchFamily="34" charset="0"/>
                <a:ea typeface="MS PGothic" pitchFamily="34" charset="-128"/>
              </a:defRPr>
            </a:lvl5pPr>
            <a:lvl6pPr marL="2444694" indent="-222245" defTabSz="913674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itchFamily="34" charset="0"/>
                <a:ea typeface="MS PGothic" pitchFamily="34" charset="-128"/>
              </a:defRPr>
            </a:lvl6pPr>
            <a:lvl7pPr marL="2889184" indent="-222245" defTabSz="913674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itchFamily="34" charset="0"/>
                <a:ea typeface="MS PGothic" pitchFamily="34" charset="-128"/>
              </a:defRPr>
            </a:lvl7pPr>
            <a:lvl8pPr marL="3333674" indent="-222245" defTabSz="913674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itchFamily="34" charset="0"/>
                <a:ea typeface="MS PGothic" pitchFamily="34" charset="-128"/>
              </a:defRPr>
            </a:lvl8pPr>
            <a:lvl9pPr marL="3778164" indent="-222245" defTabSz="913674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itchFamily="34" charset="0"/>
                <a:ea typeface="MS PGothic" pitchFamily="34" charset="-128"/>
              </a:defRPr>
            </a:lvl9pPr>
          </a:lstStyle>
          <a:p>
            <a:fld id="{E70B1366-2AA2-4566-B055-32B07E9B19B1}" type="slidenum">
              <a:rPr lang="en-US" altLang="en-US">
                <a:latin typeface="Times New Roman" pitchFamily="18" charset="0"/>
              </a:rPr>
              <a:pPr/>
              <a:t>39</a:t>
            </a:fld>
            <a:endParaRPr lang="en-US" altLang="en-US">
              <a:latin typeface="Times New Roman" pitchFamily="18" charset="0"/>
            </a:endParaRPr>
          </a:p>
        </p:txBody>
      </p:sp>
      <p:sp>
        <p:nvSpPr>
          <p:cNvPr id="75778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75779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US" altLang="en-US">
              <a:latin typeface="Times New Roman" pitchFamily="18" charset="0"/>
            </a:endParaRPr>
          </a:p>
        </p:txBody>
      </p:sp>
    </p:spTree>
  </p:cSld>
  <p:clrMapOvr>
    <a:masterClrMapping/>
  </p:clrMapOvr>
</p:notes>
</file>

<file path=ppt/notesSlides/notesSlide3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7825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13674">
              <a:defRPr>
                <a:solidFill>
                  <a:schemeClr val="tx1"/>
                </a:solidFill>
                <a:latin typeface="Verdana" pitchFamily="34" charset="0"/>
                <a:ea typeface="MS PGothic" pitchFamily="34" charset="-128"/>
              </a:defRPr>
            </a:lvl1pPr>
            <a:lvl2pPr marL="722296" indent="-277806" defTabSz="913674">
              <a:defRPr>
                <a:solidFill>
                  <a:schemeClr val="tx1"/>
                </a:solidFill>
                <a:latin typeface="Verdana" pitchFamily="34" charset="0"/>
                <a:ea typeface="MS PGothic" pitchFamily="34" charset="-128"/>
              </a:defRPr>
            </a:lvl2pPr>
            <a:lvl3pPr marL="1111225" indent="-222245" defTabSz="913674">
              <a:defRPr>
                <a:solidFill>
                  <a:schemeClr val="tx1"/>
                </a:solidFill>
                <a:latin typeface="Verdana" pitchFamily="34" charset="0"/>
                <a:ea typeface="MS PGothic" pitchFamily="34" charset="-128"/>
              </a:defRPr>
            </a:lvl3pPr>
            <a:lvl4pPr marL="1555714" indent="-222245" defTabSz="913674">
              <a:defRPr>
                <a:solidFill>
                  <a:schemeClr val="tx1"/>
                </a:solidFill>
                <a:latin typeface="Verdana" pitchFamily="34" charset="0"/>
                <a:ea typeface="MS PGothic" pitchFamily="34" charset="-128"/>
              </a:defRPr>
            </a:lvl4pPr>
            <a:lvl5pPr marL="2000204" indent="-222245" defTabSz="913674">
              <a:defRPr>
                <a:solidFill>
                  <a:schemeClr val="tx1"/>
                </a:solidFill>
                <a:latin typeface="Verdana" pitchFamily="34" charset="0"/>
                <a:ea typeface="MS PGothic" pitchFamily="34" charset="-128"/>
              </a:defRPr>
            </a:lvl5pPr>
            <a:lvl6pPr marL="2444694" indent="-222245" defTabSz="913674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itchFamily="34" charset="0"/>
                <a:ea typeface="MS PGothic" pitchFamily="34" charset="-128"/>
              </a:defRPr>
            </a:lvl6pPr>
            <a:lvl7pPr marL="2889184" indent="-222245" defTabSz="913674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itchFamily="34" charset="0"/>
                <a:ea typeface="MS PGothic" pitchFamily="34" charset="-128"/>
              </a:defRPr>
            </a:lvl7pPr>
            <a:lvl8pPr marL="3333674" indent="-222245" defTabSz="913674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itchFamily="34" charset="0"/>
                <a:ea typeface="MS PGothic" pitchFamily="34" charset="-128"/>
              </a:defRPr>
            </a:lvl8pPr>
            <a:lvl9pPr marL="3778164" indent="-222245" defTabSz="913674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itchFamily="34" charset="0"/>
                <a:ea typeface="MS PGothic" pitchFamily="34" charset="-128"/>
              </a:defRPr>
            </a:lvl9pPr>
          </a:lstStyle>
          <a:p>
            <a:fld id="{89CE3F77-2DF8-42DC-A778-FE27A07B38F3}" type="slidenum">
              <a:rPr lang="en-US" altLang="en-US">
                <a:latin typeface="Times New Roman" pitchFamily="18" charset="0"/>
              </a:rPr>
              <a:pPr/>
              <a:t>40</a:t>
            </a:fld>
            <a:endParaRPr lang="en-US" altLang="en-US">
              <a:latin typeface="Times New Roman" pitchFamily="18" charset="0"/>
            </a:endParaRPr>
          </a:p>
        </p:txBody>
      </p:sp>
      <p:sp>
        <p:nvSpPr>
          <p:cNvPr id="77826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77827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US" altLang="en-US">
              <a:latin typeface="Times New Roman" pitchFamily="18" charset="0"/>
            </a:endParaRPr>
          </a:p>
        </p:txBody>
      </p:sp>
    </p:spTree>
  </p:cSld>
  <p:clrMapOvr>
    <a:masterClrMapping/>
  </p:clrMapOvr>
</p:notes>
</file>

<file path=ppt/notesSlides/notesSlide3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9873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13674">
              <a:defRPr>
                <a:solidFill>
                  <a:schemeClr val="tx1"/>
                </a:solidFill>
                <a:latin typeface="Verdana" pitchFamily="34" charset="0"/>
                <a:ea typeface="MS PGothic" pitchFamily="34" charset="-128"/>
              </a:defRPr>
            </a:lvl1pPr>
            <a:lvl2pPr marL="722296" indent="-277806" defTabSz="913674">
              <a:defRPr>
                <a:solidFill>
                  <a:schemeClr val="tx1"/>
                </a:solidFill>
                <a:latin typeface="Verdana" pitchFamily="34" charset="0"/>
                <a:ea typeface="MS PGothic" pitchFamily="34" charset="-128"/>
              </a:defRPr>
            </a:lvl2pPr>
            <a:lvl3pPr marL="1111225" indent="-222245" defTabSz="913674">
              <a:defRPr>
                <a:solidFill>
                  <a:schemeClr val="tx1"/>
                </a:solidFill>
                <a:latin typeface="Verdana" pitchFamily="34" charset="0"/>
                <a:ea typeface="MS PGothic" pitchFamily="34" charset="-128"/>
              </a:defRPr>
            </a:lvl3pPr>
            <a:lvl4pPr marL="1555714" indent="-222245" defTabSz="913674">
              <a:defRPr>
                <a:solidFill>
                  <a:schemeClr val="tx1"/>
                </a:solidFill>
                <a:latin typeface="Verdana" pitchFamily="34" charset="0"/>
                <a:ea typeface="MS PGothic" pitchFamily="34" charset="-128"/>
              </a:defRPr>
            </a:lvl4pPr>
            <a:lvl5pPr marL="2000204" indent="-222245" defTabSz="913674">
              <a:defRPr>
                <a:solidFill>
                  <a:schemeClr val="tx1"/>
                </a:solidFill>
                <a:latin typeface="Verdana" pitchFamily="34" charset="0"/>
                <a:ea typeface="MS PGothic" pitchFamily="34" charset="-128"/>
              </a:defRPr>
            </a:lvl5pPr>
            <a:lvl6pPr marL="2444694" indent="-222245" defTabSz="913674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itchFamily="34" charset="0"/>
                <a:ea typeface="MS PGothic" pitchFamily="34" charset="-128"/>
              </a:defRPr>
            </a:lvl6pPr>
            <a:lvl7pPr marL="2889184" indent="-222245" defTabSz="913674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itchFamily="34" charset="0"/>
                <a:ea typeface="MS PGothic" pitchFamily="34" charset="-128"/>
              </a:defRPr>
            </a:lvl7pPr>
            <a:lvl8pPr marL="3333674" indent="-222245" defTabSz="913674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itchFamily="34" charset="0"/>
                <a:ea typeface="MS PGothic" pitchFamily="34" charset="-128"/>
              </a:defRPr>
            </a:lvl8pPr>
            <a:lvl9pPr marL="3778164" indent="-222245" defTabSz="913674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itchFamily="34" charset="0"/>
                <a:ea typeface="MS PGothic" pitchFamily="34" charset="-128"/>
              </a:defRPr>
            </a:lvl9pPr>
          </a:lstStyle>
          <a:p>
            <a:fld id="{1414FA2C-1EAD-4C1F-BFBA-E46F7F78E5F8}" type="slidenum">
              <a:rPr lang="en-US" altLang="en-US">
                <a:latin typeface="Times New Roman" pitchFamily="18" charset="0"/>
              </a:rPr>
              <a:pPr/>
              <a:t>41</a:t>
            </a:fld>
            <a:endParaRPr lang="en-US" altLang="en-US">
              <a:latin typeface="Times New Roman" pitchFamily="18" charset="0"/>
            </a:endParaRPr>
          </a:p>
        </p:txBody>
      </p:sp>
      <p:sp>
        <p:nvSpPr>
          <p:cNvPr id="79874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79875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US" altLang="en-US">
              <a:latin typeface="Times New Roman" pitchFamily="18" charset="0"/>
            </a:endParaRPr>
          </a:p>
        </p:txBody>
      </p:sp>
    </p:spTree>
  </p:cSld>
  <p:clrMapOvr>
    <a:masterClrMapping/>
  </p:clrMapOvr>
</p:notes>
</file>

<file path=ppt/notesSlides/notesSlide3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921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13674">
              <a:defRPr>
                <a:solidFill>
                  <a:schemeClr val="tx1"/>
                </a:solidFill>
                <a:latin typeface="Verdana" pitchFamily="34" charset="0"/>
                <a:ea typeface="MS PGothic" pitchFamily="34" charset="-128"/>
              </a:defRPr>
            </a:lvl1pPr>
            <a:lvl2pPr marL="722296" indent="-277806" defTabSz="913674">
              <a:defRPr>
                <a:solidFill>
                  <a:schemeClr val="tx1"/>
                </a:solidFill>
                <a:latin typeface="Verdana" pitchFamily="34" charset="0"/>
                <a:ea typeface="MS PGothic" pitchFamily="34" charset="-128"/>
              </a:defRPr>
            </a:lvl2pPr>
            <a:lvl3pPr marL="1111225" indent="-222245" defTabSz="913674">
              <a:defRPr>
                <a:solidFill>
                  <a:schemeClr val="tx1"/>
                </a:solidFill>
                <a:latin typeface="Verdana" pitchFamily="34" charset="0"/>
                <a:ea typeface="MS PGothic" pitchFamily="34" charset="-128"/>
              </a:defRPr>
            </a:lvl3pPr>
            <a:lvl4pPr marL="1555714" indent="-222245" defTabSz="913674">
              <a:defRPr>
                <a:solidFill>
                  <a:schemeClr val="tx1"/>
                </a:solidFill>
                <a:latin typeface="Verdana" pitchFamily="34" charset="0"/>
                <a:ea typeface="MS PGothic" pitchFamily="34" charset="-128"/>
              </a:defRPr>
            </a:lvl4pPr>
            <a:lvl5pPr marL="2000204" indent="-222245" defTabSz="913674">
              <a:defRPr>
                <a:solidFill>
                  <a:schemeClr val="tx1"/>
                </a:solidFill>
                <a:latin typeface="Verdana" pitchFamily="34" charset="0"/>
                <a:ea typeface="MS PGothic" pitchFamily="34" charset="-128"/>
              </a:defRPr>
            </a:lvl5pPr>
            <a:lvl6pPr marL="2444694" indent="-222245" defTabSz="913674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itchFamily="34" charset="0"/>
                <a:ea typeface="MS PGothic" pitchFamily="34" charset="-128"/>
              </a:defRPr>
            </a:lvl6pPr>
            <a:lvl7pPr marL="2889184" indent="-222245" defTabSz="913674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itchFamily="34" charset="0"/>
                <a:ea typeface="MS PGothic" pitchFamily="34" charset="-128"/>
              </a:defRPr>
            </a:lvl7pPr>
            <a:lvl8pPr marL="3333674" indent="-222245" defTabSz="913674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itchFamily="34" charset="0"/>
                <a:ea typeface="MS PGothic" pitchFamily="34" charset="-128"/>
              </a:defRPr>
            </a:lvl8pPr>
            <a:lvl9pPr marL="3778164" indent="-222245" defTabSz="913674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itchFamily="34" charset="0"/>
                <a:ea typeface="MS PGothic" pitchFamily="34" charset="-128"/>
              </a:defRPr>
            </a:lvl9pPr>
          </a:lstStyle>
          <a:p>
            <a:fld id="{B7DC0428-D64B-4F2D-B489-070C342BFE6B}" type="slidenum">
              <a:rPr lang="en-US" altLang="en-US">
                <a:latin typeface="Times New Roman" pitchFamily="18" charset="0"/>
              </a:rPr>
              <a:pPr/>
              <a:t>42</a:t>
            </a:fld>
            <a:endParaRPr lang="en-US" altLang="en-US">
              <a:latin typeface="Times New Roman" pitchFamily="18" charset="0"/>
            </a:endParaRPr>
          </a:p>
        </p:txBody>
      </p:sp>
      <p:sp>
        <p:nvSpPr>
          <p:cNvPr id="81922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81923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US" altLang="en-US">
              <a:latin typeface="Times New Roman" pitchFamily="18" charset="0"/>
            </a:endParaRPr>
          </a:p>
        </p:txBody>
      </p:sp>
    </p:spTree>
  </p:cSld>
  <p:clrMapOvr>
    <a:masterClrMapping/>
  </p:clrMapOvr>
</p:notes>
</file>

<file path=ppt/notesSlides/notesSlide3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3969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13674">
              <a:defRPr>
                <a:solidFill>
                  <a:schemeClr val="tx1"/>
                </a:solidFill>
                <a:latin typeface="Verdana" pitchFamily="34" charset="0"/>
                <a:ea typeface="MS PGothic" pitchFamily="34" charset="-128"/>
              </a:defRPr>
            </a:lvl1pPr>
            <a:lvl2pPr marL="722296" indent="-277806" defTabSz="913674">
              <a:defRPr>
                <a:solidFill>
                  <a:schemeClr val="tx1"/>
                </a:solidFill>
                <a:latin typeface="Verdana" pitchFamily="34" charset="0"/>
                <a:ea typeface="MS PGothic" pitchFamily="34" charset="-128"/>
              </a:defRPr>
            </a:lvl2pPr>
            <a:lvl3pPr marL="1111225" indent="-222245" defTabSz="913674">
              <a:defRPr>
                <a:solidFill>
                  <a:schemeClr val="tx1"/>
                </a:solidFill>
                <a:latin typeface="Verdana" pitchFamily="34" charset="0"/>
                <a:ea typeface="MS PGothic" pitchFamily="34" charset="-128"/>
              </a:defRPr>
            </a:lvl3pPr>
            <a:lvl4pPr marL="1555714" indent="-222245" defTabSz="913674">
              <a:defRPr>
                <a:solidFill>
                  <a:schemeClr val="tx1"/>
                </a:solidFill>
                <a:latin typeface="Verdana" pitchFamily="34" charset="0"/>
                <a:ea typeface="MS PGothic" pitchFamily="34" charset="-128"/>
              </a:defRPr>
            </a:lvl4pPr>
            <a:lvl5pPr marL="2000204" indent="-222245" defTabSz="913674">
              <a:defRPr>
                <a:solidFill>
                  <a:schemeClr val="tx1"/>
                </a:solidFill>
                <a:latin typeface="Verdana" pitchFamily="34" charset="0"/>
                <a:ea typeface="MS PGothic" pitchFamily="34" charset="-128"/>
              </a:defRPr>
            </a:lvl5pPr>
            <a:lvl6pPr marL="2444694" indent="-222245" defTabSz="913674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itchFamily="34" charset="0"/>
                <a:ea typeface="MS PGothic" pitchFamily="34" charset="-128"/>
              </a:defRPr>
            </a:lvl6pPr>
            <a:lvl7pPr marL="2889184" indent="-222245" defTabSz="913674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itchFamily="34" charset="0"/>
                <a:ea typeface="MS PGothic" pitchFamily="34" charset="-128"/>
              </a:defRPr>
            </a:lvl7pPr>
            <a:lvl8pPr marL="3333674" indent="-222245" defTabSz="913674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itchFamily="34" charset="0"/>
                <a:ea typeface="MS PGothic" pitchFamily="34" charset="-128"/>
              </a:defRPr>
            </a:lvl8pPr>
            <a:lvl9pPr marL="3778164" indent="-222245" defTabSz="913674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itchFamily="34" charset="0"/>
                <a:ea typeface="MS PGothic" pitchFamily="34" charset="-128"/>
              </a:defRPr>
            </a:lvl9pPr>
          </a:lstStyle>
          <a:p>
            <a:fld id="{1A029920-CE8D-4C62-97FC-DBE1D6706D67}" type="slidenum">
              <a:rPr lang="en-US" altLang="en-US">
                <a:latin typeface="Times New Roman" pitchFamily="18" charset="0"/>
              </a:rPr>
              <a:pPr/>
              <a:t>43</a:t>
            </a:fld>
            <a:endParaRPr lang="en-US" altLang="en-US">
              <a:latin typeface="Times New Roman" pitchFamily="18" charset="0"/>
            </a:endParaRPr>
          </a:p>
        </p:txBody>
      </p:sp>
      <p:sp>
        <p:nvSpPr>
          <p:cNvPr id="83970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83971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US" altLang="en-US">
              <a:latin typeface="Times New Roman" pitchFamily="18" charset="0"/>
            </a:endParaRPr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251665B-C24A-4702-B522-6A4334602E03}" type="datetimeFigureOut">
              <a:rPr lang="en-US" smtClean="0"/>
              <a:t>2/8/2026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FD889E0-CAB2-4699-909D-B9A88D47ACBE}" type="slidenum">
              <a:rPr lang="en-US" smtClean="0"/>
              <a:t>‹#›</a:t>
            </a:fld>
            <a:endParaRPr lang="en-US"/>
          </a:p>
        </p:txBody>
      </p:sp>
      <p:sp>
        <p:nvSpPr>
          <p:cNvPr id="7" name="Rectangle 6"/>
          <p:cNvSpPr/>
          <p:nvPr/>
        </p:nvSpPr>
        <p:spPr>
          <a:xfrm>
            <a:off x="284163" y="444728"/>
            <a:ext cx="8574087" cy="1468437"/>
          </a:xfrm>
          <a:prstGeom prst="rect">
            <a:avLst/>
          </a:prstGeom>
          <a:solidFill>
            <a:schemeClr val="tx1">
              <a:lumMod val="85000"/>
              <a:lumOff val="15000"/>
              <a:alpha val="85000"/>
            </a:schemeClr>
          </a:solidFill>
        </p:spPr>
        <p:txBody>
          <a:bodyPr vert="horz" lIns="91440" tIns="45720" rIns="182880" bIns="365760" rtlCol="0" anchor="b" anchorCtr="0">
            <a:normAutofit/>
          </a:bodyPr>
          <a:lstStyle/>
          <a:p>
            <a:pPr algn="l" defTabSz="914400" rtl="0" eaLnBrk="1" latinLnBrk="0" hangingPunct="1">
              <a:spcBef>
                <a:spcPct val="0"/>
              </a:spcBef>
              <a:buNone/>
            </a:pPr>
            <a:endParaRPr sz="4200" kern="1200">
              <a:solidFill>
                <a:schemeClr val="bg1"/>
              </a:solidFill>
              <a:latin typeface="+mj-lt"/>
              <a:ea typeface="+mj-ea"/>
              <a:cs typeface="+mj-cs"/>
            </a:endParaRPr>
          </a:p>
        </p:txBody>
      </p:sp>
      <p:grpSp>
        <p:nvGrpSpPr>
          <p:cNvPr id="8" name="Group 16"/>
          <p:cNvGrpSpPr/>
          <p:nvPr/>
        </p:nvGrpSpPr>
        <p:grpSpPr>
          <a:xfrm>
            <a:off x="284163" y="1906542"/>
            <a:ext cx="8576373" cy="137411"/>
            <a:chOff x="284163" y="1759424"/>
            <a:chExt cx="8576373" cy="137411"/>
          </a:xfrm>
        </p:grpSpPr>
        <p:sp>
          <p:nvSpPr>
            <p:cNvPr id="9" name="Rectangle 8"/>
            <p:cNvSpPr/>
            <p:nvPr/>
          </p:nvSpPr>
          <p:spPr>
            <a:xfrm>
              <a:off x="284163" y="1759424"/>
              <a:ext cx="2743200" cy="137411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10" name="Rectangle 9"/>
            <p:cNvSpPr/>
            <p:nvPr/>
          </p:nvSpPr>
          <p:spPr>
            <a:xfrm>
              <a:off x="3026392" y="1759424"/>
              <a:ext cx="1600200" cy="137411"/>
            </a:xfrm>
            <a:prstGeom prst="rect">
              <a:avLst/>
            </a:prstGeom>
            <a:solidFill>
              <a:schemeClr val="accent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11" name="Rectangle 10"/>
            <p:cNvSpPr/>
            <p:nvPr/>
          </p:nvSpPr>
          <p:spPr>
            <a:xfrm>
              <a:off x="4626864" y="1759424"/>
              <a:ext cx="4233672" cy="137411"/>
            </a:xfrm>
            <a:prstGeom prst="rect">
              <a:avLst/>
            </a:prstGeom>
            <a:solidFill>
              <a:schemeClr val="accent4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</p:grp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421341" y="449005"/>
            <a:ext cx="7808976" cy="1088136"/>
          </a:xfrm>
          <a:noFill/>
        </p:spPr>
        <p:txBody>
          <a:bodyPr vert="horz" lIns="91440" tIns="45720" rIns="91440" bIns="45720" rtlCol="0" anchor="b" anchorCtr="0">
            <a:normAutofit/>
          </a:bodyPr>
          <a:lstStyle>
            <a:lvl1pPr marL="0" algn="l" defTabSz="914400" rtl="0" eaLnBrk="1" latinLnBrk="0" hangingPunct="1">
              <a:lnSpc>
                <a:spcPts val="4600"/>
              </a:lnSpc>
              <a:spcBef>
                <a:spcPct val="0"/>
              </a:spcBef>
              <a:buNone/>
              <a:defRPr sz="4200" kern="1200">
                <a:solidFill>
                  <a:schemeClr val="bg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fi-FI"/>
              <a:t>Click to edit Master title style</a:t>
            </a:r>
            <a:endParaRPr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476205" y="1532427"/>
            <a:ext cx="7754112" cy="484632"/>
          </a:xfrm>
        </p:spPr>
        <p:txBody>
          <a:bodyPr vert="horz" lIns="91440" tIns="45720" rIns="91440" bIns="45720" rtlCol="0">
            <a:normAutofit/>
          </a:bodyPr>
          <a:lstStyle>
            <a:lvl1pPr marL="0" indent="0" algn="l" defTabSz="914400" rtl="0" eaLnBrk="1" latinLnBrk="0" hangingPunct="1">
              <a:lnSpc>
                <a:spcPct val="100000"/>
              </a:lnSpc>
              <a:spcBef>
                <a:spcPts val="0"/>
              </a:spcBef>
              <a:buClr>
                <a:schemeClr val="bg1">
                  <a:lumMod val="65000"/>
                </a:schemeClr>
              </a:buClr>
              <a:buSzPct val="90000"/>
              <a:buFont typeface="Wingdings" pitchFamily="2" charset="2"/>
              <a:buNone/>
              <a:defRPr sz="1800" kern="120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fi-FI"/>
              <a:t>Click to edit Master subtitle style</a:t>
            </a:r>
            <a:endParaRPr dirty="0"/>
          </a:p>
        </p:txBody>
      </p:sp>
      <p:sp>
        <p:nvSpPr>
          <p:cNvPr id="13" name="Rectangle 12"/>
          <p:cNvSpPr/>
          <p:nvPr/>
        </p:nvSpPr>
        <p:spPr>
          <a:xfrm>
            <a:off x="284163" y="6227064"/>
            <a:ext cx="8574087" cy="173736"/>
          </a:xfrm>
          <a:prstGeom prst="rect">
            <a:avLst/>
          </a:prstGeom>
          <a:solidFill>
            <a:schemeClr val="tx1">
              <a:lumMod val="85000"/>
              <a:lumOff val="15000"/>
              <a:alpha val="7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1026" name="Picture 2" descr="Image result for AIUB logo">
            <a:extLst>
              <a:ext uri="{FF2B5EF4-FFF2-40B4-BE49-F238E27FC236}">
                <a16:creationId xmlns:a16="http://schemas.microsoft.com/office/drawing/2014/main" id="{CF3BFD94-6180-4B73-8361-A4B02BAD1757}"/>
              </a:ext>
            </a:extLst>
          </p:cNvPr>
          <p:cNvPicPr>
            <a:picLocks noChangeAspect="1" noChangeArrowheads="1"/>
          </p:cNvPicPr>
          <p:nvPr userDrawn="1"/>
        </p:nvPicPr>
        <p:blipFill>
          <a:blip r:embed="rId2" cstate="email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438596" y="459899"/>
            <a:ext cx="1419654" cy="1428527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/>
          <p:nvPr/>
        </p:nvSpPr>
        <p:spPr>
          <a:xfrm>
            <a:off x="284163" y="455773"/>
            <a:ext cx="8574087" cy="1133949"/>
          </a:xfrm>
          <a:prstGeom prst="rect">
            <a:avLst/>
          </a:prstGeom>
          <a:solidFill>
            <a:schemeClr val="tx1">
              <a:lumMod val="85000"/>
              <a:lumOff val="15000"/>
              <a:alpha val="7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grpSp>
        <p:nvGrpSpPr>
          <p:cNvPr id="8" name="Group 7"/>
          <p:cNvGrpSpPr/>
          <p:nvPr/>
        </p:nvGrpSpPr>
        <p:grpSpPr>
          <a:xfrm>
            <a:off x="284163" y="1577847"/>
            <a:ext cx="8576373" cy="137411"/>
            <a:chOff x="284163" y="1577847"/>
            <a:chExt cx="8576373" cy="137411"/>
          </a:xfrm>
        </p:grpSpPr>
        <p:sp>
          <p:nvSpPr>
            <p:cNvPr id="9" name="Rectangle 8"/>
            <p:cNvSpPr/>
            <p:nvPr/>
          </p:nvSpPr>
          <p:spPr>
            <a:xfrm>
              <a:off x="284163" y="1577847"/>
              <a:ext cx="1600200" cy="137411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10" name="Rectangle 9"/>
            <p:cNvSpPr/>
            <p:nvPr/>
          </p:nvSpPr>
          <p:spPr>
            <a:xfrm>
              <a:off x="1885174" y="1577847"/>
              <a:ext cx="2743200" cy="137411"/>
            </a:xfrm>
            <a:prstGeom prst="rect">
              <a:avLst/>
            </a:prstGeom>
            <a:solidFill>
              <a:schemeClr val="accent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11" name="Rectangle 10"/>
            <p:cNvSpPr/>
            <p:nvPr/>
          </p:nvSpPr>
          <p:spPr>
            <a:xfrm>
              <a:off x="4626864" y="1577847"/>
              <a:ext cx="4233672" cy="137411"/>
            </a:xfrm>
            <a:prstGeom prst="rect">
              <a:avLst/>
            </a:prstGeom>
            <a:solidFill>
              <a:schemeClr val="accent4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</p:grpSp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i-FI"/>
              <a:t>Click to edit Master title style</a:t>
            </a:r>
            <a:endParaRPr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>
            <a:lvl5pPr>
              <a:defRPr/>
            </a:lvl5pPr>
          </a:lstStyle>
          <a:p>
            <a:pPr lvl="0"/>
            <a:r>
              <a:rPr lang="fi-FI"/>
              <a:t>Click to edit Master text styles</a:t>
            </a:r>
          </a:p>
          <a:p>
            <a:pPr lvl="1"/>
            <a:r>
              <a:rPr lang="fi-FI"/>
              <a:t>Second level</a:t>
            </a:r>
          </a:p>
          <a:p>
            <a:pPr lvl="2"/>
            <a:r>
              <a:rPr lang="fi-FI"/>
              <a:t>Third level</a:t>
            </a:r>
          </a:p>
          <a:p>
            <a:pPr lvl="3"/>
            <a:r>
              <a:rPr lang="fi-FI"/>
              <a:t>Fourth level</a:t>
            </a:r>
          </a:p>
          <a:p>
            <a:pPr lvl="4"/>
            <a:r>
              <a:rPr lang="fi-FI"/>
              <a:t>Fifth level</a:t>
            </a:r>
            <a:endParaRPr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251665B-C24A-4702-B522-6A4334602E03}" type="datetimeFigureOut">
              <a:rPr lang="en-US" smtClean="0"/>
              <a:t>2/8/2026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FD889E0-CAB2-4699-909D-B9A88D47ACBE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Slide with Pictur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Rectangle 17"/>
          <p:cNvSpPr/>
          <p:nvPr/>
        </p:nvSpPr>
        <p:spPr>
          <a:xfrm>
            <a:off x="284163" y="444728"/>
            <a:ext cx="8574087" cy="1468437"/>
          </a:xfrm>
          <a:prstGeom prst="rect">
            <a:avLst/>
          </a:prstGeom>
          <a:solidFill>
            <a:schemeClr val="tx1">
              <a:lumMod val="85000"/>
              <a:lumOff val="15000"/>
              <a:alpha val="85000"/>
            </a:schemeClr>
          </a:solidFill>
        </p:spPr>
        <p:txBody>
          <a:bodyPr vert="horz" lIns="91440" tIns="45720" rIns="182880" bIns="365760" rtlCol="0" anchor="b" anchorCtr="0">
            <a:normAutofit/>
          </a:bodyPr>
          <a:lstStyle/>
          <a:p>
            <a:pPr algn="l" defTabSz="914400" rtl="0" eaLnBrk="1" latinLnBrk="0" hangingPunct="1">
              <a:spcBef>
                <a:spcPct val="0"/>
              </a:spcBef>
              <a:buNone/>
            </a:pPr>
            <a:endParaRPr sz="4200" kern="1200">
              <a:solidFill>
                <a:schemeClr val="bg1"/>
              </a:solidFill>
              <a:latin typeface="+mj-lt"/>
              <a:ea typeface="+mj-ea"/>
              <a:cs typeface="+mj-cs"/>
            </a:endParaRP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251665B-C24A-4702-B522-6A4334602E03}" type="datetimeFigureOut">
              <a:rPr lang="en-US" smtClean="0"/>
              <a:t>2/8/2026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FD889E0-CAB2-4699-909D-B9A88D47ACBE}" type="slidenum">
              <a:rPr lang="en-US" smtClean="0"/>
              <a:t>‹#›</a:t>
            </a:fld>
            <a:endParaRPr lang="en-US"/>
          </a:p>
        </p:txBody>
      </p:sp>
      <p:sp>
        <p:nvSpPr>
          <p:cNvPr id="8" name="Picture Placeholder 7"/>
          <p:cNvSpPr>
            <a:spLocks noGrp="1"/>
          </p:cNvSpPr>
          <p:nvPr>
            <p:ph type="pic" sz="quarter" idx="13"/>
          </p:nvPr>
        </p:nvSpPr>
        <p:spPr>
          <a:xfrm>
            <a:off x="284162" y="2017058"/>
            <a:ext cx="8574087" cy="4377391"/>
          </a:xfrm>
        </p:spPr>
        <p:txBody>
          <a:bodyPr/>
          <a:lstStyle>
            <a:lvl1pPr>
              <a:buNone/>
              <a:defRPr/>
            </a:lvl1pPr>
          </a:lstStyle>
          <a:p>
            <a:r>
              <a:rPr lang="fi-FI"/>
              <a:t>Drag picture to placeholder or click icon to add</a:t>
            </a:r>
            <a:endParaRPr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472420" y="1532965"/>
            <a:ext cx="7754284" cy="484094"/>
          </a:xfrm>
        </p:spPr>
        <p:txBody>
          <a:bodyPr>
            <a:norm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sz="1800">
                <a:solidFill>
                  <a:schemeClr val="bg1"/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fi-FI"/>
              <a:t>Click to edit Master subtitle style</a:t>
            </a:r>
            <a:endParaRPr dirty="0"/>
          </a:p>
        </p:txBody>
      </p:sp>
      <p:grpSp>
        <p:nvGrpSpPr>
          <p:cNvPr id="7" name="Group 16"/>
          <p:cNvGrpSpPr/>
          <p:nvPr/>
        </p:nvGrpSpPr>
        <p:grpSpPr>
          <a:xfrm>
            <a:off x="284163" y="1906542"/>
            <a:ext cx="8576373" cy="137411"/>
            <a:chOff x="284163" y="1759424"/>
            <a:chExt cx="8576373" cy="137411"/>
          </a:xfrm>
        </p:grpSpPr>
        <p:sp>
          <p:nvSpPr>
            <p:cNvPr id="11" name="Rectangle 10"/>
            <p:cNvSpPr/>
            <p:nvPr/>
          </p:nvSpPr>
          <p:spPr>
            <a:xfrm>
              <a:off x="284163" y="1759424"/>
              <a:ext cx="2743200" cy="137411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12" name="Rectangle 11"/>
            <p:cNvSpPr/>
            <p:nvPr/>
          </p:nvSpPr>
          <p:spPr>
            <a:xfrm>
              <a:off x="3026392" y="1759424"/>
              <a:ext cx="1600200" cy="137411"/>
            </a:xfrm>
            <a:prstGeom prst="rect">
              <a:avLst/>
            </a:prstGeom>
            <a:solidFill>
              <a:schemeClr val="accent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13" name="Rectangle 12"/>
            <p:cNvSpPr/>
            <p:nvPr/>
          </p:nvSpPr>
          <p:spPr>
            <a:xfrm>
              <a:off x="4626864" y="1759424"/>
              <a:ext cx="4233672" cy="137411"/>
            </a:xfrm>
            <a:prstGeom prst="rect">
              <a:avLst/>
            </a:prstGeom>
            <a:solidFill>
              <a:schemeClr val="accent4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</p:grpSp>
      <p:sp>
        <p:nvSpPr>
          <p:cNvPr id="19" name="TextBox 18"/>
          <p:cNvSpPr txBox="1"/>
          <p:nvPr/>
        </p:nvSpPr>
        <p:spPr>
          <a:xfrm>
            <a:off x="8230889" y="444728"/>
            <a:ext cx="587020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sz="3600">
                <a:solidFill>
                  <a:schemeClr val="bg1"/>
                </a:solidFill>
                <a:sym typeface="Wingdings"/>
              </a:rPr>
              <a:t></a:t>
            </a:r>
            <a:endParaRPr sz="3600">
              <a:solidFill>
                <a:schemeClr val="bg1"/>
              </a:solidFill>
            </a:endParaRPr>
          </a:p>
        </p:txBody>
      </p: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418633" y="444728"/>
            <a:ext cx="7810967" cy="1088237"/>
          </a:xfrm>
          <a:noFill/>
        </p:spPr>
        <p:txBody>
          <a:bodyPr bIns="45720" anchor="b" anchorCtr="0">
            <a:normAutofit/>
          </a:bodyPr>
          <a:lstStyle>
            <a:lvl1pPr algn="l">
              <a:lnSpc>
                <a:spcPts val="4600"/>
              </a:lnSpc>
              <a:defRPr/>
            </a:lvl1pPr>
          </a:lstStyle>
          <a:p>
            <a:r>
              <a:rPr lang="fi-FI"/>
              <a:t>Click to edit Master title style</a:t>
            </a:r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/>
          <p:cNvSpPr/>
          <p:nvPr/>
        </p:nvSpPr>
        <p:spPr>
          <a:xfrm>
            <a:off x="284163" y="4801575"/>
            <a:ext cx="8574087" cy="1468437"/>
          </a:xfrm>
          <a:prstGeom prst="rect">
            <a:avLst/>
          </a:prstGeom>
          <a:solidFill>
            <a:schemeClr val="tx1">
              <a:lumMod val="85000"/>
              <a:lumOff val="15000"/>
              <a:alpha val="85000"/>
            </a:schemeClr>
          </a:solidFill>
        </p:spPr>
        <p:txBody>
          <a:bodyPr vert="horz" lIns="91440" tIns="45720" rIns="182880" bIns="365760" rtlCol="0" anchor="b" anchorCtr="0">
            <a:normAutofit/>
          </a:bodyPr>
          <a:lstStyle/>
          <a:p>
            <a:pPr algn="l" defTabSz="914400" rtl="0" eaLnBrk="1" latinLnBrk="0" hangingPunct="1">
              <a:spcBef>
                <a:spcPct val="0"/>
              </a:spcBef>
              <a:buNone/>
            </a:pPr>
            <a:endParaRPr sz="4200" kern="1200">
              <a:solidFill>
                <a:schemeClr val="bg1"/>
              </a:solidFill>
              <a:latin typeface="+mj-lt"/>
              <a:ea typeface="+mj-ea"/>
              <a:cs typeface="+mj-cs"/>
            </a:endParaRPr>
          </a:p>
        </p:txBody>
      </p:sp>
      <p:grpSp>
        <p:nvGrpSpPr>
          <p:cNvPr id="9" name="Group 8"/>
          <p:cNvGrpSpPr/>
          <p:nvPr/>
        </p:nvGrpSpPr>
        <p:grpSpPr>
          <a:xfrm>
            <a:off x="284163" y="6263389"/>
            <a:ext cx="8576373" cy="137411"/>
            <a:chOff x="284163" y="1759424"/>
            <a:chExt cx="8576373" cy="137411"/>
          </a:xfrm>
        </p:grpSpPr>
        <p:sp>
          <p:nvSpPr>
            <p:cNvPr id="10" name="Rectangle 9"/>
            <p:cNvSpPr/>
            <p:nvPr/>
          </p:nvSpPr>
          <p:spPr>
            <a:xfrm>
              <a:off x="284163" y="1759424"/>
              <a:ext cx="2743200" cy="137411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11" name="Rectangle 10"/>
            <p:cNvSpPr/>
            <p:nvPr/>
          </p:nvSpPr>
          <p:spPr>
            <a:xfrm>
              <a:off x="3026392" y="1759424"/>
              <a:ext cx="1600200" cy="137411"/>
            </a:xfrm>
            <a:prstGeom prst="rect">
              <a:avLst/>
            </a:prstGeom>
            <a:solidFill>
              <a:schemeClr val="accent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12" name="Rectangle 11"/>
            <p:cNvSpPr/>
            <p:nvPr/>
          </p:nvSpPr>
          <p:spPr>
            <a:xfrm>
              <a:off x="4626864" y="1759424"/>
              <a:ext cx="4233672" cy="137411"/>
            </a:xfrm>
            <a:prstGeom prst="rect">
              <a:avLst/>
            </a:prstGeom>
            <a:solidFill>
              <a:schemeClr val="accent4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</p:grpSp>
      <p:sp>
        <p:nvSpPr>
          <p:cNvPr id="13" name="TextBox 12"/>
          <p:cNvSpPr txBox="1"/>
          <p:nvPr/>
        </p:nvSpPr>
        <p:spPr>
          <a:xfrm>
            <a:off x="8230889" y="4801575"/>
            <a:ext cx="587020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sz="3600">
                <a:solidFill>
                  <a:schemeClr val="bg1"/>
                </a:solidFill>
                <a:sym typeface="Wingdings"/>
              </a:rPr>
              <a:t></a:t>
            </a:r>
            <a:endParaRPr sz="3600">
              <a:solidFill>
                <a:schemeClr val="bg1"/>
              </a:solidFill>
            </a:endParaRPr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29768" y="4814125"/>
            <a:ext cx="7772400" cy="1051560"/>
          </a:xfrm>
          <a:noFill/>
        </p:spPr>
        <p:txBody>
          <a:bodyPr vert="horz" lIns="91440" tIns="45720" rIns="91440" bIns="45720" rtlCol="0" anchor="b" anchorCtr="0">
            <a:normAutofit/>
          </a:bodyPr>
          <a:lstStyle>
            <a:lvl1pPr algn="l" defTabSz="914400" rtl="0" eaLnBrk="1" latinLnBrk="0" hangingPunct="1">
              <a:spcBef>
                <a:spcPct val="0"/>
              </a:spcBef>
              <a:buNone/>
              <a:defRPr sz="4200" b="0" i="0" kern="1200" cap="none" baseline="0">
                <a:solidFill>
                  <a:schemeClr val="bg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fi-FI"/>
              <a:t>Click to edit Master title style</a:t>
            </a:r>
            <a:endParaRPr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75488" y="5861304"/>
            <a:ext cx="7735824" cy="402336"/>
          </a:xfrm>
        </p:spPr>
        <p:txBody>
          <a:bodyPr vert="horz" lIns="91440" tIns="45720" rIns="91440" bIns="45720" rtlCol="0" anchor="t" anchorCtr="0">
            <a:normAutofit/>
          </a:bodyPr>
          <a:lstStyle>
            <a:lvl1pPr marL="0" indent="0">
              <a:spcBef>
                <a:spcPts val="0"/>
              </a:spcBef>
              <a:buNone/>
              <a:defRPr sz="1800" kern="120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marL="0" lvl="0" indent="0" algn="l" defTabSz="914400" rtl="0" eaLnBrk="1" latinLnBrk="0" hangingPunct="1">
              <a:spcBef>
                <a:spcPts val="2000"/>
              </a:spcBef>
              <a:buClr>
                <a:schemeClr val="bg1">
                  <a:lumMod val="65000"/>
                </a:schemeClr>
              </a:buClr>
              <a:buSzPct val="90000"/>
              <a:buFont typeface="Wingdings" pitchFamily="2" charset="2"/>
              <a:buNone/>
            </a:pPr>
            <a:r>
              <a:rPr lang="fi-FI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251665B-C24A-4702-B522-6A4334602E03}" type="datetimeFigureOut">
              <a:rPr lang="en-US" smtClean="0"/>
              <a:t>2/8/2026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FD889E0-CAB2-4699-909D-B9A88D47ACBE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ection with Pictur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Picture Placeholder 7"/>
          <p:cNvSpPr>
            <a:spLocks noGrp="1"/>
          </p:cNvSpPr>
          <p:nvPr>
            <p:ph type="pic" sz="quarter" idx="13"/>
          </p:nvPr>
        </p:nvSpPr>
        <p:spPr>
          <a:xfrm>
            <a:off x="284162" y="443754"/>
            <a:ext cx="8574087" cy="4370293"/>
          </a:xfrm>
        </p:spPr>
        <p:txBody>
          <a:bodyPr/>
          <a:lstStyle>
            <a:lvl1pPr>
              <a:buNone/>
              <a:defRPr/>
            </a:lvl1pPr>
          </a:lstStyle>
          <a:p>
            <a:r>
              <a:rPr lang="fi-FI"/>
              <a:t>Drag picture to placeholder or click icon to add</a:t>
            </a:r>
            <a:endParaRPr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251665B-C24A-4702-B522-6A4334602E03}" type="datetimeFigureOut">
              <a:rPr lang="en-US" smtClean="0"/>
              <a:t>2/8/2026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FD889E0-CAB2-4699-909D-B9A88D47ACBE}" type="slidenum">
              <a:rPr lang="en-US" smtClean="0"/>
              <a:t>‹#›</a:t>
            </a:fld>
            <a:endParaRPr lang="en-US"/>
          </a:p>
        </p:txBody>
      </p:sp>
      <p:sp>
        <p:nvSpPr>
          <p:cNvPr id="7" name="Rectangle 6"/>
          <p:cNvSpPr/>
          <p:nvPr/>
        </p:nvSpPr>
        <p:spPr>
          <a:xfrm>
            <a:off x="284163" y="4801575"/>
            <a:ext cx="8574087" cy="1468437"/>
          </a:xfrm>
          <a:prstGeom prst="rect">
            <a:avLst/>
          </a:prstGeom>
          <a:solidFill>
            <a:schemeClr val="tx1">
              <a:lumMod val="85000"/>
              <a:lumOff val="15000"/>
              <a:alpha val="85000"/>
            </a:schemeClr>
          </a:solidFill>
        </p:spPr>
        <p:txBody>
          <a:bodyPr vert="horz" lIns="91440" tIns="45720" rIns="182880" bIns="365760" rtlCol="0" anchor="b" anchorCtr="0">
            <a:normAutofit/>
          </a:bodyPr>
          <a:lstStyle/>
          <a:p>
            <a:pPr algn="l" defTabSz="914400" rtl="0" eaLnBrk="1" latinLnBrk="0" hangingPunct="1">
              <a:spcBef>
                <a:spcPct val="0"/>
              </a:spcBef>
              <a:buNone/>
            </a:pPr>
            <a:endParaRPr sz="4200" kern="1200">
              <a:solidFill>
                <a:schemeClr val="bg1"/>
              </a:solidFill>
              <a:latin typeface="+mj-lt"/>
              <a:ea typeface="+mj-ea"/>
              <a:cs typeface="+mj-cs"/>
            </a:endParaRPr>
          </a:p>
        </p:txBody>
      </p:sp>
      <p:grpSp>
        <p:nvGrpSpPr>
          <p:cNvPr id="8" name="Group 7"/>
          <p:cNvGrpSpPr/>
          <p:nvPr/>
        </p:nvGrpSpPr>
        <p:grpSpPr>
          <a:xfrm>
            <a:off x="284163" y="6263389"/>
            <a:ext cx="8576373" cy="137411"/>
            <a:chOff x="284163" y="1759424"/>
            <a:chExt cx="8576373" cy="137411"/>
          </a:xfrm>
        </p:grpSpPr>
        <p:sp>
          <p:nvSpPr>
            <p:cNvPr id="9" name="Rectangle 8"/>
            <p:cNvSpPr/>
            <p:nvPr/>
          </p:nvSpPr>
          <p:spPr>
            <a:xfrm>
              <a:off x="284163" y="1759424"/>
              <a:ext cx="2743200" cy="137411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10" name="Rectangle 9"/>
            <p:cNvSpPr/>
            <p:nvPr/>
          </p:nvSpPr>
          <p:spPr>
            <a:xfrm>
              <a:off x="3026392" y="1759424"/>
              <a:ext cx="1600200" cy="137411"/>
            </a:xfrm>
            <a:prstGeom prst="rect">
              <a:avLst/>
            </a:prstGeom>
            <a:solidFill>
              <a:schemeClr val="accent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11" name="Rectangle 10"/>
            <p:cNvSpPr/>
            <p:nvPr/>
          </p:nvSpPr>
          <p:spPr>
            <a:xfrm>
              <a:off x="4626864" y="1759424"/>
              <a:ext cx="4233672" cy="137411"/>
            </a:xfrm>
            <a:prstGeom prst="rect">
              <a:avLst/>
            </a:prstGeom>
            <a:solidFill>
              <a:schemeClr val="accent4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</p:grpSp>
      <p:sp>
        <p:nvSpPr>
          <p:cNvPr id="12" name="TextBox 11"/>
          <p:cNvSpPr txBox="1"/>
          <p:nvPr/>
        </p:nvSpPr>
        <p:spPr>
          <a:xfrm>
            <a:off x="8230889" y="4801575"/>
            <a:ext cx="587020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sz="3600">
                <a:solidFill>
                  <a:schemeClr val="bg1"/>
                </a:solidFill>
                <a:sym typeface="Wingdings"/>
              </a:rPr>
              <a:t></a:t>
            </a:r>
            <a:endParaRPr sz="3600">
              <a:solidFill>
                <a:schemeClr val="bg1"/>
              </a:solidFill>
            </a:endParaRPr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30306" y="4814047"/>
            <a:ext cx="7772400" cy="1048871"/>
          </a:xfrm>
          <a:noFill/>
        </p:spPr>
        <p:txBody>
          <a:bodyPr anchor="b" anchorCtr="0">
            <a:normAutofit/>
          </a:bodyPr>
          <a:lstStyle>
            <a:lvl1pPr algn="l">
              <a:defRPr sz="4200" b="0" i="0" cap="none" baseline="0"/>
            </a:lvl1pPr>
          </a:lstStyle>
          <a:p>
            <a:r>
              <a:rPr lang="fi-FI"/>
              <a:t>Click to edit Master title style</a:t>
            </a:r>
            <a:endParaRPr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70647" y="5862918"/>
            <a:ext cx="7732059" cy="403412"/>
          </a:xfrm>
        </p:spPr>
        <p:txBody>
          <a:bodyPr anchor="t" anchorCtr="0">
            <a:normAutofit/>
          </a:bodyPr>
          <a:lstStyle>
            <a:lvl1pPr marL="0" indent="0">
              <a:spcBef>
                <a:spcPts val="0"/>
              </a:spcBef>
              <a:buNone/>
              <a:defRPr sz="1800">
                <a:solidFill>
                  <a:schemeClr val="bg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fi-FI"/>
              <a:t>Click to edit Master text styles</a:t>
            </a:r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/>
          <p:cNvSpPr/>
          <p:nvPr/>
        </p:nvSpPr>
        <p:spPr>
          <a:xfrm>
            <a:off x="284163" y="455773"/>
            <a:ext cx="8574087" cy="1133949"/>
          </a:xfrm>
          <a:prstGeom prst="rect">
            <a:avLst/>
          </a:prstGeom>
          <a:solidFill>
            <a:schemeClr val="tx1">
              <a:lumMod val="85000"/>
              <a:lumOff val="15000"/>
              <a:alpha val="7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grpSp>
        <p:nvGrpSpPr>
          <p:cNvPr id="9" name="Group 8"/>
          <p:cNvGrpSpPr/>
          <p:nvPr/>
        </p:nvGrpSpPr>
        <p:grpSpPr>
          <a:xfrm>
            <a:off x="284163" y="1577847"/>
            <a:ext cx="8576373" cy="137411"/>
            <a:chOff x="284163" y="1577847"/>
            <a:chExt cx="8576373" cy="137411"/>
          </a:xfrm>
        </p:grpSpPr>
        <p:sp>
          <p:nvSpPr>
            <p:cNvPr id="10" name="Rectangle 9"/>
            <p:cNvSpPr/>
            <p:nvPr/>
          </p:nvSpPr>
          <p:spPr>
            <a:xfrm>
              <a:off x="284163" y="1577847"/>
              <a:ext cx="1600200" cy="137411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11" name="Rectangle 10"/>
            <p:cNvSpPr/>
            <p:nvPr/>
          </p:nvSpPr>
          <p:spPr>
            <a:xfrm>
              <a:off x="1885174" y="1577847"/>
              <a:ext cx="2743200" cy="137411"/>
            </a:xfrm>
            <a:prstGeom prst="rect">
              <a:avLst/>
            </a:prstGeom>
            <a:solidFill>
              <a:schemeClr val="accent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12" name="Rectangle 11"/>
            <p:cNvSpPr/>
            <p:nvPr/>
          </p:nvSpPr>
          <p:spPr>
            <a:xfrm>
              <a:off x="4626864" y="1577847"/>
              <a:ext cx="4233672" cy="137411"/>
            </a:xfrm>
            <a:prstGeom prst="rect">
              <a:avLst/>
            </a:prstGeom>
            <a:solidFill>
              <a:schemeClr val="accent4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</p:grpSp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i-FI"/>
              <a:t>Click to edit Master title style</a:t>
            </a:r>
            <a:endParaRPr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03412" y="2151063"/>
            <a:ext cx="3931920" cy="3975100"/>
          </a:xfrm>
        </p:spPr>
        <p:txBody>
          <a:bodyPr>
            <a:normAutofit/>
          </a:bodyPr>
          <a:lstStyle>
            <a:lvl1pPr>
              <a:defRPr sz="2200"/>
            </a:lvl1pPr>
            <a:lvl2pPr>
              <a:defRPr sz="2000"/>
            </a:lvl2pPr>
            <a:lvl3pPr>
              <a:defRPr sz="18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fi-FI"/>
              <a:t>Click to edit Master text styles</a:t>
            </a:r>
          </a:p>
          <a:p>
            <a:pPr lvl="1"/>
            <a:r>
              <a:rPr lang="fi-FI"/>
              <a:t>Second level</a:t>
            </a:r>
          </a:p>
          <a:p>
            <a:pPr lvl="2"/>
            <a:r>
              <a:rPr lang="fi-FI"/>
              <a:t>Third level</a:t>
            </a:r>
          </a:p>
          <a:p>
            <a:pPr lvl="3"/>
            <a:r>
              <a:rPr lang="fi-FI"/>
              <a:t>Fourth level</a:t>
            </a:r>
          </a:p>
          <a:p>
            <a:pPr lvl="4"/>
            <a:r>
              <a:rPr lang="fi-FI"/>
              <a:t>Fifth level</a:t>
            </a:r>
            <a:endParaRPr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778188" y="2151063"/>
            <a:ext cx="3931920" cy="3975100"/>
          </a:xfrm>
        </p:spPr>
        <p:txBody>
          <a:bodyPr>
            <a:normAutofit/>
          </a:bodyPr>
          <a:lstStyle>
            <a:lvl1pPr>
              <a:defRPr sz="2200"/>
            </a:lvl1pPr>
            <a:lvl2pPr>
              <a:defRPr sz="2000"/>
            </a:lvl2pPr>
            <a:lvl3pPr>
              <a:defRPr sz="18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fi-FI"/>
              <a:t>Click to edit Master text styles</a:t>
            </a:r>
          </a:p>
          <a:p>
            <a:pPr lvl="1"/>
            <a:r>
              <a:rPr lang="fi-FI"/>
              <a:t>Second level</a:t>
            </a:r>
          </a:p>
          <a:p>
            <a:pPr lvl="2"/>
            <a:r>
              <a:rPr lang="fi-FI"/>
              <a:t>Third level</a:t>
            </a:r>
          </a:p>
          <a:p>
            <a:pPr lvl="3"/>
            <a:r>
              <a:rPr lang="fi-FI"/>
              <a:t>Fourth level</a:t>
            </a:r>
          </a:p>
          <a:p>
            <a:pPr lvl="4"/>
            <a:r>
              <a:rPr lang="fi-FI"/>
              <a:t>Fifth level</a:t>
            </a:r>
            <a:endParaRPr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251665B-C24A-4702-B522-6A4334602E03}" type="datetimeFigureOut">
              <a:rPr lang="en-US" smtClean="0"/>
              <a:t>2/8/2026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FD889E0-CAB2-4699-909D-B9A88D47ACBE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Rectangle 9"/>
          <p:cNvSpPr/>
          <p:nvPr/>
        </p:nvSpPr>
        <p:spPr>
          <a:xfrm>
            <a:off x="284163" y="455773"/>
            <a:ext cx="8574087" cy="1133949"/>
          </a:xfrm>
          <a:prstGeom prst="rect">
            <a:avLst/>
          </a:prstGeom>
          <a:solidFill>
            <a:schemeClr val="tx1">
              <a:lumMod val="85000"/>
              <a:lumOff val="15000"/>
              <a:alpha val="7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grpSp>
        <p:nvGrpSpPr>
          <p:cNvPr id="11" name="Group 10"/>
          <p:cNvGrpSpPr/>
          <p:nvPr/>
        </p:nvGrpSpPr>
        <p:grpSpPr>
          <a:xfrm>
            <a:off x="284163" y="1577847"/>
            <a:ext cx="8576373" cy="137411"/>
            <a:chOff x="284163" y="1577847"/>
            <a:chExt cx="8576373" cy="137411"/>
          </a:xfrm>
        </p:grpSpPr>
        <p:sp>
          <p:nvSpPr>
            <p:cNvPr id="12" name="Rectangle 11"/>
            <p:cNvSpPr/>
            <p:nvPr/>
          </p:nvSpPr>
          <p:spPr>
            <a:xfrm>
              <a:off x="284163" y="1577847"/>
              <a:ext cx="1600200" cy="137411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13" name="Rectangle 12"/>
            <p:cNvSpPr/>
            <p:nvPr/>
          </p:nvSpPr>
          <p:spPr>
            <a:xfrm>
              <a:off x="1885174" y="1577847"/>
              <a:ext cx="2743200" cy="137411"/>
            </a:xfrm>
            <a:prstGeom prst="rect">
              <a:avLst/>
            </a:prstGeom>
            <a:solidFill>
              <a:schemeClr val="accent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14" name="Rectangle 13"/>
            <p:cNvSpPr/>
            <p:nvPr/>
          </p:nvSpPr>
          <p:spPr>
            <a:xfrm>
              <a:off x="4626864" y="1577847"/>
              <a:ext cx="4233672" cy="137411"/>
            </a:xfrm>
            <a:prstGeom prst="rect">
              <a:avLst/>
            </a:prstGeom>
            <a:solidFill>
              <a:schemeClr val="accent4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</p:grpSp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fi-FI"/>
              <a:t>Click to edit Master title style</a:t>
            </a:r>
            <a:endParaRPr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03412" y="1735138"/>
            <a:ext cx="3931920" cy="833250"/>
          </a:xfrm>
        </p:spPr>
        <p:txBody>
          <a:bodyPr anchor="b">
            <a:noAutofit/>
          </a:bodyPr>
          <a:lstStyle>
            <a:lvl1pPr marL="0" indent="0" algn="ctr">
              <a:lnSpc>
                <a:spcPct val="100000"/>
              </a:lnSpc>
              <a:spcBef>
                <a:spcPts val="600"/>
              </a:spcBef>
              <a:buNone/>
              <a:defRPr sz="2600" b="0">
                <a:solidFill>
                  <a:schemeClr val="accent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fi-FI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03412" y="2590800"/>
            <a:ext cx="3931920" cy="3535362"/>
          </a:xfrm>
        </p:spPr>
        <p:txBody>
          <a:bodyPr>
            <a:normAutofit/>
          </a:bodyPr>
          <a:lstStyle>
            <a:lvl1pPr>
              <a:defRPr sz="2200"/>
            </a:lvl1pPr>
            <a:lvl2pPr>
              <a:defRPr sz="2000"/>
            </a:lvl2pPr>
            <a:lvl3pPr>
              <a:defRPr sz="1800"/>
            </a:lvl3pPr>
            <a:lvl4pPr>
              <a:defRPr sz="1800"/>
            </a:lvl4pPr>
            <a:lvl5pPr>
              <a:defRPr sz="18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fi-FI"/>
              <a:t>Click to edit Master text styles</a:t>
            </a:r>
          </a:p>
          <a:p>
            <a:pPr lvl="1"/>
            <a:r>
              <a:rPr lang="fi-FI"/>
              <a:t>Second level</a:t>
            </a:r>
          </a:p>
          <a:p>
            <a:pPr lvl="2"/>
            <a:r>
              <a:rPr lang="fi-FI"/>
              <a:t>Third level</a:t>
            </a:r>
          </a:p>
          <a:p>
            <a:pPr lvl="3"/>
            <a:r>
              <a:rPr lang="fi-FI"/>
              <a:t>Fourth level</a:t>
            </a:r>
          </a:p>
          <a:p>
            <a:pPr lvl="4"/>
            <a:r>
              <a:rPr lang="fi-FI"/>
              <a:t>Fifth level</a:t>
            </a:r>
            <a:endParaRPr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779495" y="1735138"/>
            <a:ext cx="3931920" cy="833250"/>
          </a:xfrm>
        </p:spPr>
        <p:txBody>
          <a:bodyPr anchor="b">
            <a:noAutofit/>
          </a:bodyPr>
          <a:lstStyle>
            <a:lvl1pPr marL="0" indent="0" algn="ctr">
              <a:lnSpc>
                <a:spcPct val="100000"/>
              </a:lnSpc>
              <a:spcBef>
                <a:spcPts val="600"/>
              </a:spcBef>
              <a:buNone/>
              <a:defRPr sz="2600" b="0">
                <a:solidFill>
                  <a:schemeClr val="accent2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fi-FI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779495" y="2590800"/>
            <a:ext cx="3931920" cy="3535362"/>
          </a:xfrm>
        </p:spPr>
        <p:txBody>
          <a:bodyPr>
            <a:normAutofit/>
          </a:bodyPr>
          <a:lstStyle>
            <a:lvl1pPr>
              <a:defRPr sz="2200"/>
            </a:lvl1pPr>
            <a:lvl2pPr>
              <a:defRPr sz="2000"/>
            </a:lvl2pPr>
            <a:lvl3pPr>
              <a:defRPr sz="1800"/>
            </a:lvl3pPr>
            <a:lvl4pPr>
              <a:defRPr sz="1800"/>
            </a:lvl4pPr>
            <a:lvl5pPr>
              <a:defRPr sz="18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fi-FI"/>
              <a:t>Click to edit Master text styles</a:t>
            </a:r>
          </a:p>
          <a:p>
            <a:pPr lvl="1"/>
            <a:r>
              <a:rPr lang="fi-FI"/>
              <a:t>Second level</a:t>
            </a:r>
          </a:p>
          <a:p>
            <a:pPr lvl="2"/>
            <a:r>
              <a:rPr lang="fi-FI"/>
              <a:t>Third level</a:t>
            </a:r>
          </a:p>
          <a:p>
            <a:pPr lvl="3"/>
            <a:r>
              <a:rPr lang="fi-FI"/>
              <a:t>Fourth level</a:t>
            </a:r>
          </a:p>
          <a:p>
            <a:pPr lvl="4"/>
            <a:r>
              <a:rPr lang="fi-FI"/>
              <a:t>Fifth level</a:t>
            </a:r>
            <a:endParaRPr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251665B-C24A-4702-B522-6A4334602E03}" type="datetimeFigureOut">
              <a:rPr lang="en-US" smtClean="0"/>
              <a:t>2/8/2026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FD889E0-CAB2-4699-909D-B9A88D47ACBE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Rectangle 5"/>
          <p:cNvSpPr/>
          <p:nvPr/>
        </p:nvSpPr>
        <p:spPr>
          <a:xfrm>
            <a:off x="284163" y="455773"/>
            <a:ext cx="8574087" cy="1133949"/>
          </a:xfrm>
          <a:prstGeom prst="rect">
            <a:avLst/>
          </a:prstGeom>
          <a:solidFill>
            <a:schemeClr val="tx1">
              <a:lumMod val="85000"/>
              <a:lumOff val="15000"/>
              <a:alpha val="7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grpSp>
        <p:nvGrpSpPr>
          <p:cNvPr id="7" name="Group 6"/>
          <p:cNvGrpSpPr/>
          <p:nvPr/>
        </p:nvGrpSpPr>
        <p:grpSpPr>
          <a:xfrm>
            <a:off x="284163" y="1577847"/>
            <a:ext cx="8576373" cy="137411"/>
            <a:chOff x="284163" y="1577847"/>
            <a:chExt cx="8576373" cy="137411"/>
          </a:xfrm>
        </p:grpSpPr>
        <p:sp>
          <p:nvSpPr>
            <p:cNvPr id="8" name="Rectangle 7"/>
            <p:cNvSpPr/>
            <p:nvPr/>
          </p:nvSpPr>
          <p:spPr>
            <a:xfrm>
              <a:off x="284163" y="1577847"/>
              <a:ext cx="1600200" cy="137411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9" name="Rectangle 8"/>
            <p:cNvSpPr/>
            <p:nvPr/>
          </p:nvSpPr>
          <p:spPr>
            <a:xfrm>
              <a:off x="1885174" y="1577847"/>
              <a:ext cx="2743200" cy="137411"/>
            </a:xfrm>
            <a:prstGeom prst="rect">
              <a:avLst/>
            </a:prstGeom>
            <a:solidFill>
              <a:schemeClr val="accent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10" name="Rectangle 9"/>
            <p:cNvSpPr/>
            <p:nvPr/>
          </p:nvSpPr>
          <p:spPr>
            <a:xfrm>
              <a:off x="4626864" y="1577847"/>
              <a:ext cx="4233672" cy="137411"/>
            </a:xfrm>
            <a:prstGeom prst="rect">
              <a:avLst/>
            </a:prstGeom>
            <a:solidFill>
              <a:schemeClr val="accent4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</p:grpSp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i-FI"/>
              <a:t>Click to edit Master title style</a:t>
            </a:r>
            <a:endParaRPr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251665B-C24A-4702-B522-6A4334602E03}" type="datetimeFigureOut">
              <a:rPr lang="en-US" smtClean="0"/>
              <a:t>2/8/2026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FD889E0-CAB2-4699-909D-B9A88D47ACBE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251665B-C24A-4702-B522-6A4334602E03}" type="datetimeFigureOut">
              <a:rPr lang="en-US" smtClean="0"/>
              <a:t>2/8/2026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grpSp>
        <p:nvGrpSpPr>
          <p:cNvPr id="5" name="Group 4"/>
          <p:cNvGrpSpPr/>
          <p:nvPr/>
        </p:nvGrpSpPr>
        <p:grpSpPr>
          <a:xfrm>
            <a:off x="284164" y="452718"/>
            <a:ext cx="7365210" cy="137411"/>
            <a:chOff x="284163" y="1577847"/>
            <a:chExt cx="8576373" cy="137411"/>
          </a:xfrm>
        </p:grpSpPr>
        <p:sp>
          <p:nvSpPr>
            <p:cNvPr id="6" name="Rectangle 5"/>
            <p:cNvSpPr/>
            <p:nvPr/>
          </p:nvSpPr>
          <p:spPr>
            <a:xfrm>
              <a:off x="284163" y="1577847"/>
              <a:ext cx="1600200" cy="137411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7" name="Rectangle 6"/>
            <p:cNvSpPr/>
            <p:nvPr/>
          </p:nvSpPr>
          <p:spPr>
            <a:xfrm>
              <a:off x="1885174" y="1577847"/>
              <a:ext cx="2743200" cy="137411"/>
            </a:xfrm>
            <a:prstGeom prst="rect">
              <a:avLst/>
            </a:prstGeom>
            <a:solidFill>
              <a:schemeClr val="accent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8" name="Rectangle 7"/>
            <p:cNvSpPr/>
            <p:nvPr/>
          </p:nvSpPr>
          <p:spPr>
            <a:xfrm>
              <a:off x="4626864" y="1577847"/>
              <a:ext cx="4233672" cy="137411"/>
            </a:xfrm>
            <a:prstGeom prst="rect">
              <a:avLst/>
            </a:prstGeom>
            <a:solidFill>
              <a:schemeClr val="accent4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</p:grpSp>
      <p:pic>
        <p:nvPicPr>
          <p:cNvPr id="2050" name="Picture 2" descr="Image result for AIUB logo">
            <a:extLst>
              <a:ext uri="{FF2B5EF4-FFF2-40B4-BE49-F238E27FC236}">
                <a16:creationId xmlns:a16="http://schemas.microsoft.com/office/drawing/2014/main" id="{C28CB252-6044-4564-B6A7-264FC3396E0A}"/>
              </a:ext>
            </a:extLst>
          </p:cNvPr>
          <p:cNvPicPr>
            <a:picLocks noChangeAspect="1" noChangeArrowheads="1"/>
          </p:cNvPicPr>
          <p:nvPr userDrawn="1"/>
        </p:nvPicPr>
        <p:blipFill>
          <a:blip r:embed="rId2" cstate="email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649374" y="55844"/>
            <a:ext cx="1279161" cy="128715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68941" y="1298762"/>
            <a:ext cx="4069080" cy="1162050"/>
          </a:xfrm>
          <a:noFill/>
        </p:spPr>
        <p:txBody>
          <a:bodyPr anchor="b">
            <a:noAutofit/>
          </a:bodyPr>
          <a:lstStyle>
            <a:lvl1pPr algn="ctr">
              <a:defRPr sz="3200" b="1">
                <a:solidFill>
                  <a:schemeClr val="accent2"/>
                </a:solidFill>
              </a:defRPr>
            </a:lvl1pPr>
          </a:lstStyle>
          <a:p>
            <a:r>
              <a:rPr lang="fi-FI"/>
              <a:t>Click to edit Master title style</a:t>
            </a:r>
            <a:endParaRPr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783567" y="914400"/>
            <a:ext cx="4069080" cy="5211763"/>
          </a:xfrm>
        </p:spPr>
        <p:txBody>
          <a:bodyPr>
            <a:normAutofit/>
          </a:bodyPr>
          <a:lstStyle>
            <a:lvl1pPr>
              <a:defRPr sz="2200"/>
            </a:lvl1pPr>
            <a:lvl2pPr>
              <a:defRPr sz="2000"/>
            </a:lvl2pPr>
            <a:lvl3pPr>
              <a:defRPr sz="18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fi-FI"/>
              <a:t>Click to edit Master text styles</a:t>
            </a:r>
          </a:p>
          <a:p>
            <a:pPr lvl="1"/>
            <a:r>
              <a:rPr lang="fi-FI"/>
              <a:t>Second level</a:t>
            </a:r>
          </a:p>
          <a:p>
            <a:pPr lvl="2"/>
            <a:r>
              <a:rPr lang="fi-FI"/>
              <a:t>Third level</a:t>
            </a:r>
          </a:p>
          <a:p>
            <a:pPr lvl="3"/>
            <a:r>
              <a:rPr lang="fi-FI"/>
              <a:t>Fourth level</a:t>
            </a:r>
          </a:p>
          <a:p>
            <a:pPr lvl="4"/>
            <a:r>
              <a:rPr lang="fi-FI"/>
              <a:t>Fifth level</a:t>
            </a:r>
            <a:endParaRPr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268941" y="2456329"/>
            <a:ext cx="4069080" cy="3182472"/>
          </a:xfrm>
        </p:spPr>
        <p:txBody>
          <a:bodyPr>
            <a:normAutofit/>
          </a:bodyPr>
          <a:lstStyle>
            <a:lvl1pPr marL="0" indent="0" algn="ctr">
              <a:spcBef>
                <a:spcPts val="600"/>
              </a:spcBef>
              <a:buNone/>
              <a:defRPr sz="18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fi-FI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251665B-C24A-4702-B522-6A4334602E03}" type="datetimeFigureOut">
              <a:rPr lang="en-US" smtClean="0"/>
              <a:t>2/8/2026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FD889E0-CAB2-4699-909D-B9A88D47ACBE}" type="slidenum">
              <a:rPr lang="en-US" smtClean="0"/>
              <a:t>‹#›</a:t>
            </a:fld>
            <a:endParaRPr lang="en-US"/>
          </a:p>
        </p:txBody>
      </p:sp>
      <p:grpSp>
        <p:nvGrpSpPr>
          <p:cNvPr id="8" name="Group 7"/>
          <p:cNvGrpSpPr/>
          <p:nvPr/>
        </p:nvGrpSpPr>
        <p:grpSpPr>
          <a:xfrm>
            <a:off x="284163" y="452718"/>
            <a:ext cx="8576373" cy="137411"/>
            <a:chOff x="284163" y="1577847"/>
            <a:chExt cx="8576373" cy="137411"/>
          </a:xfrm>
        </p:grpSpPr>
        <p:sp>
          <p:nvSpPr>
            <p:cNvPr id="9" name="Rectangle 8"/>
            <p:cNvSpPr/>
            <p:nvPr/>
          </p:nvSpPr>
          <p:spPr>
            <a:xfrm>
              <a:off x="284163" y="1577847"/>
              <a:ext cx="1600200" cy="137411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10" name="Rectangle 9"/>
            <p:cNvSpPr/>
            <p:nvPr/>
          </p:nvSpPr>
          <p:spPr>
            <a:xfrm>
              <a:off x="1885174" y="1577847"/>
              <a:ext cx="2743200" cy="137411"/>
            </a:xfrm>
            <a:prstGeom prst="rect">
              <a:avLst/>
            </a:prstGeom>
            <a:solidFill>
              <a:schemeClr val="accent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11" name="Rectangle 10"/>
            <p:cNvSpPr/>
            <p:nvPr/>
          </p:nvSpPr>
          <p:spPr>
            <a:xfrm>
              <a:off x="4626864" y="1577847"/>
              <a:ext cx="4233672" cy="137411"/>
            </a:xfrm>
            <a:prstGeom prst="rect">
              <a:avLst/>
            </a:prstGeom>
            <a:solidFill>
              <a:schemeClr val="accent4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</p:grp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/>
          <p:cNvSpPr/>
          <p:nvPr/>
        </p:nvSpPr>
        <p:spPr>
          <a:xfrm>
            <a:off x="284163" y="4801575"/>
            <a:ext cx="8574087" cy="1468437"/>
          </a:xfrm>
          <a:prstGeom prst="rect">
            <a:avLst/>
          </a:prstGeom>
          <a:solidFill>
            <a:schemeClr val="tx1">
              <a:lumMod val="85000"/>
              <a:lumOff val="15000"/>
              <a:alpha val="85000"/>
            </a:schemeClr>
          </a:solidFill>
        </p:spPr>
        <p:txBody>
          <a:bodyPr vert="horz" lIns="91440" tIns="45720" rIns="182880" bIns="365760" rtlCol="0" anchor="b" anchorCtr="0">
            <a:normAutofit/>
          </a:bodyPr>
          <a:lstStyle/>
          <a:p>
            <a:pPr algn="l" defTabSz="914400" rtl="0" eaLnBrk="1" latinLnBrk="0" hangingPunct="1">
              <a:spcBef>
                <a:spcPct val="0"/>
              </a:spcBef>
              <a:buNone/>
            </a:pPr>
            <a:endParaRPr sz="4200" kern="1200">
              <a:solidFill>
                <a:schemeClr val="bg1"/>
              </a:solidFill>
              <a:latin typeface="+mj-lt"/>
              <a:ea typeface="+mj-ea"/>
              <a:cs typeface="+mj-cs"/>
            </a:endParaRPr>
          </a:p>
        </p:txBody>
      </p:sp>
      <p:grpSp>
        <p:nvGrpSpPr>
          <p:cNvPr id="9" name="Group 8"/>
          <p:cNvGrpSpPr/>
          <p:nvPr/>
        </p:nvGrpSpPr>
        <p:grpSpPr>
          <a:xfrm>
            <a:off x="284163" y="6263389"/>
            <a:ext cx="8576373" cy="137411"/>
            <a:chOff x="284163" y="1759424"/>
            <a:chExt cx="8576373" cy="137411"/>
          </a:xfrm>
        </p:grpSpPr>
        <p:sp>
          <p:nvSpPr>
            <p:cNvPr id="10" name="Rectangle 9"/>
            <p:cNvSpPr/>
            <p:nvPr/>
          </p:nvSpPr>
          <p:spPr>
            <a:xfrm>
              <a:off x="284163" y="1759424"/>
              <a:ext cx="2743200" cy="137411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11" name="Rectangle 10"/>
            <p:cNvSpPr/>
            <p:nvPr/>
          </p:nvSpPr>
          <p:spPr>
            <a:xfrm>
              <a:off x="3026392" y="1759424"/>
              <a:ext cx="1600200" cy="137411"/>
            </a:xfrm>
            <a:prstGeom prst="rect">
              <a:avLst/>
            </a:prstGeom>
            <a:solidFill>
              <a:schemeClr val="accent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12" name="Rectangle 11"/>
            <p:cNvSpPr/>
            <p:nvPr/>
          </p:nvSpPr>
          <p:spPr>
            <a:xfrm>
              <a:off x="4626864" y="1759424"/>
              <a:ext cx="4233672" cy="137411"/>
            </a:xfrm>
            <a:prstGeom prst="rect">
              <a:avLst/>
            </a:prstGeom>
            <a:solidFill>
              <a:schemeClr val="accent4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</p:grp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63071" y="4800600"/>
            <a:ext cx="8360242" cy="566738"/>
          </a:xfrm>
          <a:noFill/>
        </p:spPr>
        <p:txBody>
          <a:bodyPr vert="horz" lIns="91440" tIns="45720" rIns="91440" bIns="45720" rtlCol="0" anchor="b" anchorCtr="0">
            <a:normAutofit/>
          </a:bodyPr>
          <a:lstStyle>
            <a:lvl1pPr algn="l" defTabSz="914400" rtl="0" eaLnBrk="1" latinLnBrk="0" hangingPunct="1">
              <a:spcBef>
                <a:spcPct val="0"/>
              </a:spcBef>
              <a:buNone/>
              <a:defRPr sz="2800" b="0" i="0" kern="1200" cap="none" baseline="0">
                <a:solidFill>
                  <a:schemeClr val="bg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fi-FI"/>
              <a:t>Click to edit Master title style</a:t>
            </a:r>
            <a:endParaRPr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284163" y="457199"/>
            <a:ext cx="8577072" cy="4352544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fi-FI"/>
              <a:t>Drag picture to placeholder or click icon to add</a:t>
            </a:r>
            <a:endParaRPr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19099" y="5367338"/>
            <a:ext cx="8304213" cy="804862"/>
          </a:xfrm>
        </p:spPr>
        <p:txBody>
          <a:bodyPr/>
          <a:lstStyle>
            <a:lvl1pPr marL="0" indent="0">
              <a:spcBef>
                <a:spcPts val="0"/>
              </a:spcBef>
              <a:buNone/>
              <a:defRPr sz="1400">
                <a:solidFill>
                  <a:schemeClr val="bg1"/>
                </a:solidFill>
              </a:defRPr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fi-FI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251665B-C24A-4702-B522-6A4334602E03}" type="datetimeFigureOut">
              <a:rPr lang="en-US" smtClean="0"/>
              <a:t>2/8/2026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FD889E0-CAB2-4699-909D-B9A88D47ACBE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, Alt.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8" name="Group 8"/>
          <p:cNvGrpSpPr/>
          <p:nvPr/>
        </p:nvGrpSpPr>
        <p:grpSpPr>
          <a:xfrm>
            <a:off x="284163" y="4280647"/>
            <a:ext cx="8576373" cy="137411"/>
            <a:chOff x="284163" y="1759424"/>
            <a:chExt cx="8576373" cy="137411"/>
          </a:xfrm>
        </p:grpSpPr>
        <p:sp>
          <p:nvSpPr>
            <p:cNvPr id="10" name="Rectangle 9"/>
            <p:cNvSpPr/>
            <p:nvPr/>
          </p:nvSpPr>
          <p:spPr>
            <a:xfrm>
              <a:off x="284163" y="1759424"/>
              <a:ext cx="2743200" cy="137411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11" name="Rectangle 10"/>
            <p:cNvSpPr/>
            <p:nvPr/>
          </p:nvSpPr>
          <p:spPr>
            <a:xfrm>
              <a:off x="3026392" y="1759424"/>
              <a:ext cx="1600200" cy="137411"/>
            </a:xfrm>
            <a:prstGeom prst="rect">
              <a:avLst/>
            </a:prstGeom>
            <a:solidFill>
              <a:schemeClr val="accent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12" name="Rectangle 11"/>
            <p:cNvSpPr/>
            <p:nvPr/>
          </p:nvSpPr>
          <p:spPr>
            <a:xfrm>
              <a:off x="4626864" y="1759424"/>
              <a:ext cx="4233672" cy="137411"/>
            </a:xfrm>
            <a:prstGeom prst="rect">
              <a:avLst/>
            </a:prstGeom>
            <a:solidFill>
              <a:schemeClr val="accent4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</p:grp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63071" y="4778189"/>
            <a:ext cx="8360242" cy="566738"/>
          </a:xfrm>
          <a:noFill/>
        </p:spPr>
        <p:txBody>
          <a:bodyPr anchor="b">
            <a:normAutofit/>
          </a:bodyPr>
          <a:lstStyle>
            <a:lvl1pPr algn="l">
              <a:defRPr sz="2800" b="0">
                <a:solidFill>
                  <a:schemeClr val="accent2"/>
                </a:solidFill>
              </a:defRPr>
            </a:lvl1pPr>
          </a:lstStyle>
          <a:p>
            <a:r>
              <a:rPr lang="fi-FI"/>
              <a:t>Click to edit Master title style</a:t>
            </a:r>
            <a:endParaRPr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284163" y="457200"/>
            <a:ext cx="8577072" cy="3822192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fi-FI"/>
              <a:t>Drag picture to placeholder or click icon to add</a:t>
            </a:r>
            <a:endParaRPr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19099" y="5344927"/>
            <a:ext cx="8304213" cy="804862"/>
          </a:xfrm>
          <a:noFill/>
        </p:spPr>
        <p:txBody>
          <a:bodyPr/>
          <a:lstStyle>
            <a:lvl1pPr marL="0" indent="0">
              <a:spcBef>
                <a:spcPts val="0"/>
              </a:spcBef>
              <a:buNone/>
              <a:defRPr sz="1400">
                <a:solidFill>
                  <a:schemeClr val="tx1">
                    <a:lumMod val="85000"/>
                    <a:lumOff val="15000"/>
                  </a:schemeClr>
                </a:solidFill>
              </a:defRPr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fi-FI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251665B-C24A-4702-B522-6A4334602E03}" type="datetimeFigureOut">
              <a:rPr lang="en-US" smtClean="0"/>
              <a:t>2/8/2026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FD889E0-CAB2-4699-909D-B9A88D47ACBE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tent, Picture, and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657600" y="914400"/>
            <a:ext cx="5195047" cy="5211763"/>
          </a:xfrm>
        </p:spPr>
        <p:txBody>
          <a:bodyPr>
            <a:normAutofit/>
          </a:bodyPr>
          <a:lstStyle>
            <a:lvl1pPr>
              <a:defRPr sz="2200"/>
            </a:lvl1pPr>
            <a:lvl2pPr>
              <a:defRPr sz="2000"/>
            </a:lvl2pPr>
            <a:lvl3pPr>
              <a:defRPr sz="18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fi-FI"/>
              <a:t>Click to edit Master text styles</a:t>
            </a:r>
          </a:p>
          <a:p>
            <a:pPr lvl="1"/>
            <a:r>
              <a:rPr lang="fi-FI"/>
              <a:t>Second level</a:t>
            </a:r>
          </a:p>
          <a:p>
            <a:pPr lvl="2"/>
            <a:r>
              <a:rPr lang="fi-FI"/>
              <a:t>Third level</a:t>
            </a:r>
          </a:p>
          <a:p>
            <a:pPr lvl="3"/>
            <a:r>
              <a:rPr lang="fi-FI"/>
              <a:t>Fourth level</a:t>
            </a:r>
          </a:p>
          <a:p>
            <a:pPr lvl="4"/>
            <a:r>
              <a:rPr lang="fi-FI"/>
              <a:t>Fifth level</a:t>
            </a:r>
            <a:endParaRPr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251665B-C24A-4702-B522-6A4334602E03}" type="datetimeFigureOut">
              <a:rPr lang="en-US" smtClean="0"/>
              <a:t>2/8/2026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FD889E0-CAB2-4699-909D-B9A88D47ACBE}" type="slidenum">
              <a:rPr lang="en-US" smtClean="0"/>
              <a:t>‹#›</a:t>
            </a:fld>
            <a:endParaRPr lang="en-US"/>
          </a:p>
        </p:txBody>
      </p:sp>
      <p:sp>
        <p:nvSpPr>
          <p:cNvPr id="12" name="Rectangle 11"/>
          <p:cNvSpPr/>
          <p:nvPr/>
        </p:nvSpPr>
        <p:spPr>
          <a:xfrm>
            <a:off x="284163" y="4267200"/>
            <a:ext cx="2743200" cy="2120153"/>
          </a:xfrm>
          <a:prstGeom prst="rect">
            <a:avLst/>
          </a:prstGeom>
          <a:solidFill>
            <a:schemeClr val="tx1">
              <a:lumMod val="85000"/>
              <a:lumOff val="15000"/>
              <a:alpha val="85000"/>
            </a:schemeClr>
          </a:solidFill>
        </p:spPr>
        <p:txBody>
          <a:bodyPr vert="horz" lIns="91440" tIns="45720" rIns="182880" bIns="365760" rtlCol="0" anchor="b" anchorCtr="0">
            <a:normAutofit/>
          </a:bodyPr>
          <a:lstStyle/>
          <a:p>
            <a:pPr algn="l" defTabSz="914400" rtl="0" eaLnBrk="1" latinLnBrk="0" hangingPunct="1">
              <a:spcBef>
                <a:spcPct val="0"/>
              </a:spcBef>
              <a:buNone/>
            </a:pPr>
            <a:endParaRPr sz="4200" kern="1200">
              <a:solidFill>
                <a:schemeClr val="bg1"/>
              </a:solidFill>
              <a:latin typeface="+mj-lt"/>
              <a:ea typeface="+mj-ea"/>
              <a:cs typeface="+mj-cs"/>
            </a:endParaRP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19101" y="4953001"/>
            <a:ext cx="2472017" cy="1246094"/>
          </a:xfrm>
        </p:spPr>
        <p:txBody>
          <a:bodyPr>
            <a:normAutofit/>
          </a:bodyPr>
          <a:lstStyle>
            <a:lvl1pPr marL="0" indent="0" algn="l">
              <a:spcBef>
                <a:spcPts val="0"/>
              </a:spcBef>
              <a:buNone/>
              <a:defRPr sz="1400">
                <a:solidFill>
                  <a:schemeClr val="bg1"/>
                </a:solidFill>
              </a:defRPr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fi-FI"/>
              <a:t>Click to edit Master text styles</a:t>
            </a:r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10764" y="4419600"/>
            <a:ext cx="2475395" cy="510988"/>
          </a:xfrm>
          <a:noFill/>
        </p:spPr>
        <p:txBody>
          <a:bodyPr anchor="b">
            <a:normAutofit/>
          </a:bodyPr>
          <a:lstStyle>
            <a:lvl1pPr algn="l">
              <a:defRPr sz="2000" b="1">
                <a:solidFill>
                  <a:schemeClr val="bg1"/>
                </a:solidFill>
              </a:defRPr>
            </a:lvl1pPr>
          </a:lstStyle>
          <a:p>
            <a:r>
              <a:rPr lang="fi-FI"/>
              <a:t>Click to edit Master title style</a:t>
            </a:r>
            <a:endParaRPr/>
          </a:p>
        </p:txBody>
      </p:sp>
      <p:sp>
        <p:nvSpPr>
          <p:cNvPr id="14" name="Picture Placeholder 13"/>
          <p:cNvSpPr>
            <a:spLocks noGrp="1"/>
          </p:cNvSpPr>
          <p:nvPr>
            <p:ph type="pic" sz="quarter" idx="13"/>
          </p:nvPr>
        </p:nvSpPr>
        <p:spPr>
          <a:xfrm>
            <a:off x="284164" y="594360"/>
            <a:ext cx="2743200" cy="3675888"/>
          </a:xfrm>
        </p:spPr>
        <p:txBody>
          <a:bodyPr/>
          <a:lstStyle>
            <a:lvl1pPr>
              <a:buNone/>
              <a:defRPr/>
            </a:lvl1pPr>
          </a:lstStyle>
          <a:p>
            <a:r>
              <a:rPr lang="fi-FI"/>
              <a:t>Drag picture to placeholder or click icon to add</a:t>
            </a:r>
            <a:endParaRPr/>
          </a:p>
        </p:txBody>
      </p:sp>
      <p:grpSp>
        <p:nvGrpSpPr>
          <p:cNvPr id="8" name="Group 14"/>
          <p:cNvGrpSpPr/>
          <p:nvPr/>
        </p:nvGrpSpPr>
        <p:grpSpPr>
          <a:xfrm>
            <a:off x="284163" y="461682"/>
            <a:ext cx="8576373" cy="137411"/>
            <a:chOff x="284163" y="1759424"/>
            <a:chExt cx="8576373" cy="137411"/>
          </a:xfrm>
        </p:grpSpPr>
        <p:sp>
          <p:nvSpPr>
            <p:cNvPr id="16" name="Rectangle 15"/>
            <p:cNvSpPr/>
            <p:nvPr/>
          </p:nvSpPr>
          <p:spPr>
            <a:xfrm>
              <a:off x="284163" y="1759424"/>
              <a:ext cx="2743200" cy="137411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17" name="Rectangle 16"/>
            <p:cNvSpPr/>
            <p:nvPr/>
          </p:nvSpPr>
          <p:spPr>
            <a:xfrm>
              <a:off x="3026392" y="1759424"/>
              <a:ext cx="1600200" cy="137411"/>
            </a:xfrm>
            <a:prstGeom prst="rect">
              <a:avLst/>
            </a:prstGeom>
            <a:solidFill>
              <a:schemeClr val="accent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18" name="Rectangle 17"/>
            <p:cNvSpPr/>
            <p:nvPr/>
          </p:nvSpPr>
          <p:spPr>
            <a:xfrm>
              <a:off x="4626864" y="1759424"/>
              <a:ext cx="4233672" cy="137411"/>
            </a:xfrm>
            <a:prstGeom prst="rect">
              <a:avLst/>
            </a:prstGeom>
            <a:solidFill>
              <a:schemeClr val="accent4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</p:grpSp>
    </p:spTree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3 Pictures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/>
          <p:cNvSpPr/>
          <p:nvPr/>
        </p:nvSpPr>
        <p:spPr>
          <a:xfrm>
            <a:off x="3021013" y="4801575"/>
            <a:ext cx="5837237" cy="1468437"/>
          </a:xfrm>
          <a:prstGeom prst="rect">
            <a:avLst/>
          </a:prstGeom>
          <a:solidFill>
            <a:schemeClr val="tx1">
              <a:lumMod val="85000"/>
              <a:lumOff val="15000"/>
              <a:alpha val="85000"/>
            </a:schemeClr>
          </a:solidFill>
        </p:spPr>
        <p:txBody>
          <a:bodyPr vert="horz" lIns="91440" tIns="45720" rIns="182880" bIns="365760" rtlCol="0" anchor="b" anchorCtr="0">
            <a:normAutofit/>
          </a:bodyPr>
          <a:lstStyle/>
          <a:p>
            <a:pPr algn="l" defTabSz="914400" rtl="0" eaLnBrk="1" latinLnBrk="0" hangingPunct="1">
              <a:spcBef>
                <a:spcPct val="0"/>
              </a:spcBef>
              <a:buNone/>
            </a:pPr>
            <a:endParaRPr sz="4200" kern="1200">
              <a:solidFill>
                <a:schemeClr val="bg1"/>
              </a:solidFill>
              <a:latin typeface="+mj-lt"/>
              <a:ea typeface="+mj-ea"/>
              <a:cs typeface="+mj-cs"/>
            </a:endParaRPr>
          </a:p>
        </p:txBody>
      </p:sp>
      <p:grpSp>
        <p:nvGrpSpPr>
          <p:cNvPr id="9" name="Group 8"/>
          <p:cNvGrpSpPr/>
          <p:nvPr/>
        </p:nvGrpSpPr>
        <p:grpSpPr>
          <a:xfrm>
            <a:off x="284163" y="6263389"/>
            <a:ext cx="8576373" cy="137411"/>
            <a:chOff x="284163" y="1759424"/>
            <a:chExt cx="8576373" cy="137411"/>
          </a:xfrm>
        </p:grpSpPr>
        <p:sp>
          <p:nvSpPr>
            <p:cNvPr id="10" name="Rectangle 9"/>
            <p:cNvSpPr/>
            <p:nvPr/>
          </p:nvSpPr>
          <p:spPr>
            <a:xfrm>
              <a:off x="284163" y="1759424"/>
              <a:ext cx="2743200" cy="137411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11" name="Rectangle 10"/>
            <p:cNvSpPr/>
            <p:nvPr/>
          </p:nvSpPr>
          <p:spPr>
            <a:xfrm>
              <a:off x="3026392" y="1759424"/>
              <a:ext cx="1600200" cy="137411"/>
            </a:xfrm>
            <a:prstGeom prst="rect">
              <a:avLst/>
            </a:prstGeom>
            <a:solidFill>
              <a:schemeClr val="accent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12" name="Rectangle 11"/>
            <p:cNvSpPr/>
            <p:nvPr/>
          </p:nvSpPr>
          <p:spPr>
            <a:xfrm>
              <a:off x="4626864" y="1759424"/>
              <a:ext cx="4233672" cy="137411"/>
            </a:xfrm>
            <a:prstGeom prst="rect">
              <a:avLst/>
            </a:prstGeom>
            <a:solidFill>
              <a:schemeClr val="accent4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</p:grp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031661" y="4800600"/>
            <a:ext cx="5691651" cy="566738"/>
          </a:xfrm>
          <a:noFill/>
        </p:spPr>
        <p:txBody>
          <a:bodyPr vert="horz" lIns="91440" tIns="45720" rIns="91440" bIns="45720" rtlCol="0" anchor="b" anchorCtr="0">
            <a:normAutofit/>
          </a:bodyPr>
          <a:lstStyle>
            <a:lvl1pPr algn="l" defTabSz="914400" rtl="0" eaLnBrk="1" latinLnBrk="0" hangingPunct="1">
              <a:spcBef>
                <a:spcPct val="0"/>
              </a:spcBef>
              <a:buNone/>
              <a:defRPr sz="2800" b="0" i="0" kern="1200" cap="none" baseline="0">
                <a:solidFill>
                  <a:schemeClr val="bg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fi-FI"/>
              <a:t>Click to edit Master title style</a:t>
            </a:r>
            <a:endParaRPr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3021014" y="457199"/>
            <a:ext cx="5833872" cy="4352544"/>
          </a:xfrm>
        </p:spPr>
        <p:txBody>
          <a:bodyPr>
            <a:normAutofit/>
          </a:bodyPr>
          <a:lstStyle>
            <a:lvl1pPr marL="0" indent="0">
              <a:buNone/>
              <a:defRPr sz="24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fi-FI"/>
              <a:t>Drag picture to placeholder or click icon to add</a:t>
            </a:r>
            <a:endParaRPr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3069805" y="5367338"/>
            <a:ext cx="5653507" cy="804862"/>
          </a:xfrm>
        </p:spPr>
        <p:txBody>
          <a:bodyPr/>
          <a:lstStyle>
            <a:lvl1pPr marL="0" indent="0">
              <a:spcBef>
                <a:spcPts val="0"/>
              </a:spcBef>
              <a:buNone/>
              <a:defRPr sz="1400">
                <a:solidFill>
                  <a:schemeClr val="bg1"/>
                </a:solidFill>
              </a:defRPr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fi-FI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251665B-C24A-4702-B522-6A4334602E03}" type="datetimeFigureOut">
              <a:rPr lang="en-US" smtClean="0"/>
              <a:t>2/8/2026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FD889E0-CAB2-4699-909D-B9A88D47ACBE}" type="slidenum">
              <a:rPr lang="en-US" smtClean="0"/>
              <a:t>‹#›</a:t>
            </a:fld>
            <a:endParaRPr lang="en-US"/>
          </a:p>
        </p:txBody>
      </p:sp>
      <p:sp>
        <p:nvSpPr>
          <p:cNvPr id="13" name="Picture Placeholder 2"/>
          <p:cNvSpPr>
            <a:spLocks noGrp="1"/>
          </p:cNvSpPr>
          <p:nvPr>
            <p:ph type="pic" idx="13"/>
          </p:nvPr>
        </p:nvSpPr>
        <p:spPr>
          <a:xfrm>
            <a:off x="284164" y="457200"/>
            <a:ext cx="2736850" cy="2907792"/>
          </a:xfrm>
        </p:spPr>
        <p:txBody>
          <a:bodyPr>
            <a:normAutofit/>
          </a:bodyPr>
          <a:lstStyle>
            <a:lvl1pPr marL="0" indent="0">
              <a:buNone/>
              <a:defRPr sz="24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fi-FI"/>
              <a:t>Drag picture to placeholder or click icon to add</a:t>
            </a:r>
            <a:endParaRPr/>
          </a:p>
        </p:txBody>
      </p:sp>
      <p:sp>
        <p:nvSpPr>
          <p:cNvPr id="14" name="Picture Placeholder 2"/>
          <p:cNvSpPr>
            <a:spLocks noGrp="1"/>
          </p:cNvSpPr>
          <p:nvPr>
            <p:ph type="pic" idx="14"/>
          </p:nvPr>
        </p:nvSpPr>
        <p:spPr>
          <a:xfrm>
            <a:off x="284164" y="3364992"/>
            <a:ext cx="2736850" cy="2898648"/>
          </a:xfrm>
        </p:spPr>
        <p:txBody>
          <a:bodyPr>
            <a:normAutofit/>
          </a:bodyPr>
          <a:lstStyle>
            <a:lvl1pPr marL="0" indent="0">
              <a:buNone/>
              <a:defRPr sz="24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fi-FI"/>
              <a:t>Drag picture to placeholder or click icon to add</a:t>
            </a:r>
            <a:endParaRPr/>
          </a:p>
        </p:txBody>
      </p:sp>
    </p:spTree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/>
          <p:nvPr/>
        </p:nvSpPr>
        <p:spPr>
          <a:xfrm>
            <a:off x="284163" y="455773"/>
            <a:ext cx="8574087" cy="1133949"/>
          </a:xfrm>
          <a:prstGeom prst="rect">
            <a:avLst/>
          </a:prstGeom>
          <a:solidFill>
            <a:schemeClr val="tx1">
              <a:lumMod val="85000"/>
              <a:lumOff val="15000"/>
              <a:alpha val="7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grpSp>
        <p:nvGrpSpPr>
          <p:cNvPr id="8" name="Group 7"/>
          <p:cNvGrpSpPr/>
          <p:nvPr/>
        </p:nvGrpSpPr>
        <p:grpSpPr>
          <a:xfrm>
            <a:off x="284163" y="1577847"/>
            <a:ext cx="8576373" cy="137411"/>
            <a:chOff x="284163" y="1577847"/>
            <a:chExt cx="8576373" cy="137411"/>
          </a:xfrm>
        </p:grpSpPr>
        <p:sp>
          <p:nvSpPr>
            <p:cNvPr id="9" name="Rectangle 8"/>
            <p:cNvSpPr/>
            <p:nvPr/>
          </p:nvSpPr>
          <p:spPr>
            <a:xfrm>
              <a:off x="284163" y="1577847"/>
              <a:ext cx="1600200" cy="137411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10" name="Rectangle 9"/>
            <p:cNvSpPr/>
            <p:nvPr/>
          </p:nvSpPr>
          <p:spPr>
            <a:xfrm>
              <a:off x="1885174" y="1577847"/>
              <a:ext cx="2743200" cy="137411"/>
            </a:xfrm>
            <a:prstGeom prst="rect">
              <a:avLst/>
            </a:prstGeom>
            <a:solidFill>
              <a:schemeClr val="accent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11" name="Rectangle 10"/>
            <p:cNvSpPr/>
            <p:nvPr/>
          </p:nvSpPr>
          <p:spPr>
            <a:xfrm>
              <a:off x="4626864" y="1577847"/>
              <a:ext cx="4233672" cy="137411"/>
            </a:xfrm>
            <a:prstGeom prst="rect">
              <a:avLst/>
            </a:prstGeom>
            <a:solidFill>
              <a:schemeClr val="accent4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</p:grpSp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i-FI"/>
              <a:t>Click to edit Master title style</a:t>
            </a:r>
            <a:endParaRPr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284163" y="2133600"/>
            <a:ext cx="8574087" cy="4013200"/>
          </a:xfrm>
        </p:spPr>
        <p:txBody>
          <a:bodyPr vert="eaVert"/>
          <a:lstStyle>
            <a:lvl5pPr>
              <a:defRPr/>
            </a:lvl5pPr>
          </a:lstStyle>
          <a:p>
            <a:pPr lvl="0"/>
            <a:r>
              <a:rPr lang="fi-FI"/>
              <a:t>Click to edit Master text styles</a:t>
            </a:r>
          </a:p>
          <a:p>
            <a:pPr lvl="1"/>
            <a:r>
              <a:rPr lang="fi-FI"/>
              <a:t>Second level</a:t>
            </a:r>
          </a:p>
          <a:p>
            <a:pPr lvl="2"/>
            <a:r>
              <a:rPr lang="fi-FI"/>
              <a:t>Third level</a:t>
            </a:r>
          </a:p>
          <a:p>
            <a:pPr lvl="3"/>
            <a:r>
              <a:rPr lang="fi-FI"/>
              <a:t>Fourth level</a:t>
            </a:r>
          </a:p>
          <a:p>
            <a:pPr lvl="4"/>
            <a:r>
              <a:rPr lang="fi-FI"/>
              <a:t>Fifth level</a:t>
            </a:r>
            <a:endParaRPr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251665B-C24A-4702-B522-6A4334602E03}" type="datetimeFigureOut">
              <a:rPr lang="en-US" smtClean="0"/>
              <a:t>2/8/2026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FD889E0-CAB2-4699-909D-B9A88D47ACBE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/>
          <p:nvPr/>
        </p:nvSpPr>
        <p:spPr>
          <a:xfrm rot="5400000">
            <a:off x="5313882" y="2857535"/>
            <a:ext cx="5934615" cy="1133949"/>
          </a:xfrm>
          <a:prstGeom prst="rect">
            <a:avLst/>
          </a:prstGeom>
          <a:solidFill>
            <a:schemeClr val="tx1">
              <a:lumMod val="85000"/>
              <a:lumOff val="15000"/>
              <a:alpha val="7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7695124" y="473075"/>
            <a:ext cx="969264" cy="5921375"/>
          </a:xfrm>
        </p:spPr>
        <p:txBody>
          <a:bodyPr vert="eaVert"/>
          <a:lstStyle>
            <a:lvl1pPr algn="l">
              <a:defRPr sz="3400"/>
            </a:lvl1pPr>
          </a:lstStyle>
          <a:p>
            <a:r>
              <a:rPr lang="fi-FI"/>
              <a:t>Click to edit Master title style</a:t>
            </a:r>
            <a:endParaRPr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284163" y="457200"/>
            <a:ext cx="6497637" cy="5937250"/>
          </a:xfrm>
        </p:spPr>
        <p:txBody>
          <a:bodyPr vert="eaVert"/>
          <a:lstStyle>
            <a:lvl5pPr algn="l">
              <a:defRPr/>
            </a:lvl5pPr>
          </a:lstStyle>
          <a:p>
            <a:pPr lvl="0"/>
            <a:r>
              <a:rPr lang="fi-FI"/>
              <a:t>Click to edit Master text styles</a:t>
            </a:r>
          </a:p>
          <a:p>
            <a:pPr lvl="1"/>
            <a:r>
              <a:rPr lang="fi-FI"/>
              <a:t>Second level</a:t>
            </a:r>
          </a:p>
          <a:p>
            <a:pPr lvl="2"/>
            <a:r>
              <a:rPr lang="fi-FI"/>
              <a:t>Third level</a:t>
            </a:r>
          </a:p>
          <a:p>
            <a:pPr lvl="3"/>
            <a:r>
              <a:rPr lang="fi-FI"/>
              <a:t>Fourth level</a:t>
            </a:r>
          </a:p>
          <a:p>
            <a:pPr lvl="4"/>
            <a:r>
              <a:rPr lang="fi-FI"/>
              <a:t>Fifth level</a:t>
            </a:r>
            <a:endParaRPr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251665B-C24A-4702-B522-6A4334602E03}" type="datetimeFigureOut">
              <a:rPr lang="en-US" smtClean="0"/>
              <a:t>2/8/2026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FD889E0-CAB2-4699-909D-B9A88D47ACBE}" type="slidenum">
              <a:rPr lang="en-US" smtClean="0"/>
              <a:t>‹#›</a:t>
            </a:fld>
            <a:endParaRPr lang="en-US"/>
          </a:p>
        </p:txBody>
      </p:sp>
      <p:grpSp>
        <p:nvGrpSpPr>
          <p:cNvPr id="8" name="Group 7"/>
          <p:cNvGrpSpPr/>
          <p:nvPr/>
        </p:nvGrpSpPr>
        <p:grpSpPr>
          <a:xfrm rot="5400000">
            <a:off x="4658724" y="3355723"/>
            <a:ext cx="5934456" cy="137411"/>
            <a:chOff x="284163" y="1577847"/>
            <a:chExt cx="8576373" cy="137411"/>
          </a:xfrm>
        </p:grpSpPr>
        <p:sp>
          <p:nvSpPr>
            <p:cNvPr id="9" name="Rectangle 8"/>
            <p:cNvSpPr/>
            <p:nvPr/>
          </p:nvSpPr>
          <p:spPr>
            <a:xfrm>
              <a:off x="284163" y="1577847"/>
              <a:ext cx="1600200" cy="137411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10" name="Rectangle 9"/>
            <p:cNvSpPr/>
            <p:nvPr/>
          </p:nvSpPr>
          <p:spPr>
            <a:xfrm>
              <a:off x="1885174" y="1577847"/>
              <a:ext cx="2743200" cy="137411"/>
            </a:xfrm>
            <a:prstGeom prst="rect">
              <a:avLst/>
            </a:prstGeom>
            <a:solidFill>
              <a:schemeClr val="accent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11" name="Rectangle 10"/>
            <p:cNvSpPr/>
            <p:nvPr/>
          </p:nvSpPr>
          <p:spPr>
            <a:xfrm>
              <a:off x="4626864" y="1577847"/>
              <a:ext cx="4233672" cy="137411"/>
            </a:xfrm>
            <a:prstGeom prst="rect">
              <a:avLst/>
            </a:prstGeom>
            <a:solidFill>
              <a:schemeClr val="accent4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</p:grp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781503" y="2133600"/>
            <a:ext cx="7076747" cy="39925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fi-FI"/>
              <a:t>Click to edit Master text styles</a:t>
            </a:r>
          </a:p>
          <a:p>
            <a:pPr lvl="1"/>
            <a:r>
              <a:rPr lang="fi-FI"/>
              <a:t>Second level</a:t>
            </a:r>
          </a:p>
          <a:p>
            <a:pPr lvl="2"/>
            <a:r>
              <a:rPr lang="fi-FI"/>
              <a:t>Third level</a:t>
            </a:r>
          </a:p>
          <a:p>
            <a:pPr lvl="3"/>
            <a:r>
              <a:rPr lang="fi-FI"/>
              <a:t>Fourth level</a:t>
            </a:r>
          </a:p>
          <a:p>
            <a:pPr lvl="4"/>
            <a:r>
              <a:rPr lang="fi-FI"/>
              <a:t>Fifth level</a:t>
            </a:r>
            <a:endParaRPr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6794936" y="6437032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100" b="1">
                <a:solidFill>
                  <a:schemeClr val="bg1">
                    <a:lumMod val="65000"/>
                  </a:schemeClr>
                </a:solidFill>
              </a:defRPr>
            </a:lvl1pPr>
          </a:lstStyle>
          <a:p>
            <a:fld id="{4251665B-C24A-4702-B522-6A4334602E03}" type="datetimeFigureOut">
              <a:rPr lang="en-US" smtClean="0"/>
              <a:t>2/8/2026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199698" y="6437032"/>
            <a:ext cx="6124902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100" b="1">
                <a:solidFill>
                  <a:schemeClr val="bg1">
                    <a:lumMod val="6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306459" y="167347"/>
            <a:ext cx="630621" cy="35976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400" b="1">
                <a:solidFill>
                  <a:schemeClr val="tx1">
                    <a:lumMod val="85000"/>
                    <a:lumOff val="15000"/>
                  </a:schemeClr>
                </a:solidFill>
              </a:defRPr>
            </a:lvl1pPr>
          </a:lstStyle>
          <a:p>
            <a:fld id="{5FD889E0-CAB2-4699-909D-B9A88D47ACBE}" type="slidenum">
              <a:rPr lang="en-US" smtClean="0"/>
              <a:t>‹#›</a:t>
            </a:fld>
            <a:endParaRPr lang="en-US"/>
          </a:p>
        </p:txBody>
      </p:sp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284163" y="630382"/>
            <a:ext cx="8574087" cy="967840"/>
          </a:xfrm>
          <a:prstGeom prst="rect">
            <a:avLst/>
          </a:prstGeom>
          <a:solidFill>
            <a:schemeClr val="tx1">
              <a:lumMod val="85000"/>
              <a:lumOff val="15000"/>
              <a:alpha val="70000"/>
            </a:schemeClr>
          </a:solidFill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fi-FI"/>
              <a:t>Click to edit Master title style</a:t>
            </a:r>
            <a:endParaRPr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  <p:sldLayoutId id="2147483672" r:id="rId12"/>
    <p:sldLayoutId id="2147483673" r:id="rId13"/>
    <p:sldLayoutId id="2147483674" r:id="rId14"/>
    <p:sldLayoutId id="2147483675" r:id="rId15"/>
    <p:sldLayoutId id="2147483676" r:id="rId16"/>
  </p:sldLayoutIdLst>
  <p:txStyles>
    <p:titleStyle>
      <a:lvl1pPr algn="r" defTabSz="914400" rtl="0" eaLnBrk="1" latinLnBrk="0" hangingPunct="1">
        <a:spcBef>
          <a:spcPct val="0"/>
        </a:spcBef>
        <a:buNone/>
        <a:defRPr sz="4200" kern="1200">
          <a:solidFill>
            <a:schemeClr val="bg1"/>
          </a:solidFill>
          <a:latin typeface="+mj-lt"/>
          <a:ea typeface="+mj-ea"/>
          <a:cs typeface="+mj-cs"/>
        </a:defRPr>
      </a:lvl1pPr>
    </p:titleStyle>
    <p:bodyStyle>
      <a:lvl1pPr marL="454025" indent="-454025" algn="l" defTabSz="914400" rtl="0" eaLnBrk="1" latinLnBrk="0" hangingPunct="1">
        <a:spcBef>
          <a:spcPts val="2000"/>
        </a:spcBef>
        <a:buClr>
          <a:schemeClr val="bg1">
            <a:lumMod val="65000"/>
          </a:schemeClr>
        </a:buClr>
        <a:buSzPct val="90000"/>
        <a:buFont typeface="Wingdings" pitchFamily="2" charset="2"/>
        <a:buChar char=""/>
        <a:defRPr sz="2400" kern="1200">
          <a:solidFill>
            <a:schemeClr val="tx1">
              <a:lumMod val="85000"/>
              <a:lumOff val="15000"/>
            </a:schemeClr>
          </a:solidFill>
          <a:latin typeface="+mn-lt"/>
          <a:ea typeface="+mn-ea"/>
          <a:cs typeface="+mn-cs"/>
        </a:defRPr>
      </a:lvl1pPr>
      <a:lvl2pPr marL="914400" indent="-457200" algn="l" defTabSz="914400" rtl="0" eaLnBrk="1" latinLnBrk="0" hangingPunct="1">
        <a:spcBef>
          <a:spcPts val="600"/>
        </a:spcBef>
        <a:buClr>
          <a:schemeClr val="tx1">
            <a:lumMod val="75000"/>
            <a:lumOff val="25000"/>
          </a:schemeClr>
        </a:buClr>
        <a:buSzPct val="90000"/>
        <a:buFont typeface="Wingdings" pitchFamily="2" charset="2"/>
        <a:buChar char=""/>
        <a:defRPr sz="2200" kern="1200">
          <a:solidFill>
            <a:schemeClr val="tx1">
              <a:lumMod val="85000"/>
              <a:lumOff val="15000"/>
            </a:schemeClr>
          </a:solidFill>
          <a:latin typeface="+mn-lt"/>
          <a:ea typeface="+mn-ea"/>
          <a:cs typeface="+mn-cs"/>
        </a:defRPr>
      </a:lvl2pPr>
      <a:lvl3pPr marL="1260475" indent="-346075" algn="l" defTabSz="914400" rtl="0" eaLnBrk="1" latinLnBrk="0" hangingPunct="1">
        <a:spcBef>
          <a:spcPts val="600"/>
        </a:spcBef>
        <a:buClr>
          <a:schemeClr val="bg1">
            <a:lumMod val="65000"/>
          </a:schemeClr>
        </a:buClr>
        <a:buSzPct val="90000"/>
        <a:buFont typeface="Wingdings" pitchFamily="2" charset="2"/>
        <a:buChar char=""/>
        <a:defRPr sz="2000" kern="1200">
          <a:solidFill>
            <a:schemeClr val="tx1">
              <a:lumMod val="85000"/>
              <a:lumOff val="15000"/>
            </a:schemeClr>
          </a:solidFill>
          <a:latin typeface="+mn-lt"/>
          <a:ea typeface="+mn-ea"/>
          <a:cs typeface="+mn-cs"/>
        </a:defRPr>
      </a:lvl3pPr>
      <a:lvl4pPr marL="1600200" indent="-339725" algn="l" defTabSz="914400" rtl="0" eaLnBrk="1" latinLnBrk="0" hangingPunct="1">
        <a:spcBef>
          <a:spcPts val="600"/>
        </a:spcBef>
        <a:buClr>
          <a:schemeClr val="tx1">
            <a:lumMod val="75000"/>
            <a:lumOff val="25000"/>
          </a:schemeClr>
        </a:buClr>
        <a:buSzPct val="90000"/>
        <a:buFont typeface="Wingdings" pitchFamily="2" charset="2"/>
        <a:buChar char=""/>
        <a:defRPr sz="1800" kern="1200">
          <a:solidFill>
            <a:schemeClr val="tx1">
              <a:lumMod val="85000"/>
              <a:lumOff val="15000"/>
            </a:schemeClr>
          </a:solidFill>
          <a:latin typeface="+mn-lt"/>
          <a:ea typeface="+mn-ea"/>
          <a:cs typeface="+mn-cs"/>
        </a:defRPr>
      </a:lvl4pPr>
      <a:lvl5pPr marL="1939925" indent="-331788" algn="l" defTabSz="914400" rtl="0" eaLnBrk="1" latinLnBrk="0" hangingPunct="1">
        <a:spcBef>
          <a:spcPts val="600"/>
        </a:spcBef>
        <a:buClr>
          <a:schemeClr val="bg1">
            <a:lumMod val="65000"/>
          </a:schemeClr>
        </a:buClr>
        <a:buSzPct val="90000"/>
        <a:buFont typeface="Wingdings" pitchFamily="2" charset="2"/>
        <a:buChar char=""/>
        <a:defRPr sz="1800" kern="1200">
          <a:solidFill>
            <a:schemeClr val="tx1">
              <a:lumMod val="85000"/>
              <a:lumOff val="15000"/>
            </a:schemeClr>
          </a:solidFill>
          <a:latin typeface="+mn-lt"/>
          <a:ea typeface="+mn-ea"/>
          <a:cs typeface="+mn-cs"/>
        </a:defRPr>
      </a:lvl5pPr>
      <a:lvl6pPr marL="2290763" indent="-344488" algn="l" defTabSz="914400" rtl="0" eaLnBrk="1" latinLnBrk="0" hangingPunct="1">
        <a:spcBef>
          <a:spcPts val="600"/>
        </a:spcBef>
        <a:buClr>
          <a:schemeClr val="tx1">
            <a:lumMod val="75000"/>
            <a:lumOff val="25000"/>
          </a:schemeClr>
        </a:buClr>
        <a:buSzPct val="90000"/>
        <a:buFont typeface="Wingdings" pitchFamily="2" charset="2"/>
        <a:buChar char=""/>
        <a:defRPr lang="en-US" sz="1800" kern="1200" dirty="0" smtClean="0">
          <a:solidFill>
            <a:schemeClr val="tx1">
              <a:lumMod val="85000"/>
              <a:lumOff val="15000"/>
            </a:schemeClr>
          </a:solidFill>
          <a:latin typeface="+mn-lt"/>
          <a:ea typeface="+mn-ea"/>
          <a:cs typeface="+mn-cs"/>
        </a:defRPr>
      </a:lvl6pPr>
      <a:lvl7pPr marL="2625725" indent="-344488" algn="l" defTabSz="914400" rtl="0" eaLnBrk="1" latinLnBrk="0" hangingPunct="1">
        <a:spcBef>
          <a:spcPts val="600"/>
        </a:spcBef>
        <a:buClr>
          <a:schemeClr val="bg1">
            <a:lumMod val="65000"/>
          </a:schemeClr>
        </a:buClr>
        <a:buSzPct val="90000"/>
        <a:buFont typeface="Wingdings" pitchFamily="2" charset="2"/>
        <a:buChar char=""/>
        <a:defRPr lang="en-US" sz="1800" kern="1200" dirty="0" smtClean="0">
          <a:solidFill>
            <a:schemeClr val="tx1">
              <a:lumMod val="85000"/>
              <a:lumOff val="15000"/>
            </a:schemeClr>
          </a:solidFill>
          <a:latin typeface="+mn-lt"/>
          <a:ea typeface="+mn-ea"/>
          <a:cs typeface="+mn-cs"/>
        </a:defRPr>
      </a:lvl7pPr>
      <a:lvl8pPr marL="2970213" indent="-344488" algn="l" defTabSz="914400" rtl="0" eaLnBrk="1" latinLnBrk="0" hangingPunct="1">
        <a:spcBef>
          <a:spcPts val="600"/>
        </a:spcBef>
        <a:buClr>
          <a:schemeClr val="tx1">
            <a:lumMod val="75000"/>
            <a:lumOff val="25000"/>
          </a:schemeClr>
        </a:buClr>
        <a:buSzPct val="90000"/>
        <a:buFont typeface="Wingdings" pitchFamily="2" charset="2"/>
        <a:buChar char=""/>
        <a:defRPr lang="en-US" sz="1800" kern="1200" dirty="0" smtClean="0">
          <a:solidFill>
            <a:schemeClr val="tx1">
              <a:lumMod val="85000"/>
              <a:lumOff val="15000"/>
            </a:schemeClr>
          </a:solidFill>
          <a:latin typeface="+mn-lt"/>
          <a:ea typeface="+mn-ea"/>
          <a:cs typeface="+mn-cs"/>
        </a:defRPr>
      </a:lvl8pPr>
      <a:lvl9pPr marL="3313113" indent="-344488" algn="l" defTabSz="914400" rtl="0" eaLnBrk="1" latinLnBrk="0" hangingPunct="1">
        <a:spcBef>
          <a:spcPts val="600"/>
        </a:spcBef>
        <a:buClr>
          <a:schemeClr val="bg1">
            <a:lumMod val="65000"/>
          </a:schemeClr>
        </a:buClr>
        <a:buSzPct val="90000"/>
        <a:buFont typeface="Wingdings" pitchFamily="2" charset="2"/>
        <a:buChar char=""/>
        <a:defRPr lang="en-US" sz="1800" kern="1200" dirty="0">
          <a:solidFill>
            <a:schemeClr val="tx1">
              <a:lumMod val="85000"/>
              <a:lumOff val="15000"/>
            </a:schemeClr>
          </a:solidFill>
          <a:latin typeface="+mn-lt"/>
          <a:ea typeface="+mn-ea"/>
          <a:cs typeface="+mn-cs"/>
        </a:defRPr>
      </a:lvl9pPr>
    </p:bodyStyle>
    <p:otherStyle>
      <a:defPPr>
        <a:defRPr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hyperlink" Target="mailto:ahammadmejbah@aiub.edu" TargetMode="Externa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jpe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jpeg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jpe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jpe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jpeg"/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jpeg"/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2.xml"/></Relationships>
</file>

<file path=ppt/slides/_rels/slide2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jpeg"/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2.xml"/></Relationships>
</file>

<file path=ppt/slides/_rels/slide2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2.xml"/></Relationships>
</file>

<file path=ppt/slides/_rels/slide2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2.xml"/></Relationships>
</file>

<file path=ppt/slides/_rels/slide2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0.xml"/><Relationship Id="rId1" Type="http://schemas.openxmlformats.org/officeDocument/2006/relationships/slideLayout" Target="../slideLayouts/slideLayout2.xml"/></Relationships>
</file>

<file path=ppt/slides/_rels/slide2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1.xml"/><Relationship Id="rId1" Type="http://schemas.openxmlformats.org/officeDocument/2006/relationships/slideLayout" Target="../slideLayouts/slideLayout2.xml"/></Relationships>
</file>

<file path=ppt/slides/_rels/slide2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2.xml"/><Relationship Id="rId1" Type="http://schemas.openxmlformats.org/officeDocument/2006/relationships/slideLayout" Target="../slideLayouts/slideLayout2.xml"/></Relationships>
</file>

<file path=ppt/slides/_rels/slide3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3.xml"/><Relationship Id="rId1" Type="http://schemas.openxmlformats.org/officeDocument/2006/relationships/slideLayout" Target="../slideLayouts/slideLayout2.xml"/></Relationships>
</file>

<file path=ppt/slides/_rels/slide3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4.xml"/><Relationship Id="rId1" Type="http://schemas.openxmlformats.org/officeDocument/2006/relationships/slideLayout" Target="../slideLayouts/slideLayout2.xml"/></Relationships>
</file>

<file path=ppt/slides/_rels/slide3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5.xml"/><Relationship Id="rId1" Type="http://schemas.openxmlformats.org/officeDocument/2006/relationships/slideLayout" Target="../slideLayouts/slideLayout2.xml"/></Relationships>
</file>

<file path=ppt/slides/_rels/slide3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6.xml"/><Relationship Id="rId1" Type="http://schemas.openxmlformats.org/officeDocument/2006/relationships/slideLayout" Target="../slideLayouts/slideLayout2.xml"/></Relationships>
</file>

<file path=ppt/slides/_rels/slide3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7.xml"/><Relationship Id="rId1" Type="http://schemas.openxmlformats.org/officeDocument/2006/relationships/slideLayout" Target="../slideLayouts/slideLayout2.xml"/></Relationships>
</file>

<file path=ppt/slides/_rels/slide3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jpeg"/><Relationship Id="rId2" Type="http://schemas.openxmlformats.org/officeDocument/2006/relationships/notesSlide" Target="../notesSlides/notesSlide28.xml"/><Relationship Id="rId1" Type="http://schemas.openxmlformats.org/officeDocument/2006/relationships/slideLayout" Target="../slideLayouts/slideLayout2.xml"/></Relationships>
</file>

<file path=ppt/slides/_rels/slide3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9.xml"/><Relationship Id="rId1" Type="http://schemas.openxmlformats.org/officeDocument/2006/relationships/slideLayout" Target="../slideLayouts/slideLayout2.xml"/></Relationships>
</file>

<file path=ppt/slides/_rels/slide3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0.xml"/><Relationship Id="rId1" Type="http://schemas.openxmlformats.org/officeDocument/2006/relationships/slideLayout" Target="../slideLayouts/slideLayout2.xml"/></Relationships>
</file>

<file path=ppt/slides/_rels/slide3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1.xml"/><Relationship Id="rId1" Type="http://schemas.openxmlformats.org/officeDocument/2006/relationships/slideLayout" Target="../slideLayouts/slideLayout2.xml"/></Relationships>
</file>

<file path=ppt/slides/_rels/slide3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2.xml"/><Relationship Id="rId1" Type="http://schemas.openxmlformats.org/officeDocument/2006/relationships/slideLayout" Target="../slideLayouts/slideLayout2.xml"/></Relationships>
</file>

<file path=ppt/slides/_rels/slide4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3.xml"/><Relationship Id="rId1" Type="http://schemas.openxmlformats.org/officeDocument/2006/relationships/slideLayout" Target="../slideLayouts/slideLayout2.xml"/></Relationships>
</file>

<file path=ppt/slides/_rels/slide4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4.xml"/><Relationship Id="rId1" Type="http://schemas.openxmlformats.org/officeDocument/2006/relationships/slideLayout" Target="../slideLayouts/slideLayout2.xml"/></Relationships>
</file>

<file path=ppt/slides/_rels/slide4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5.xml"/><Relationship Id="rId1" Type="http://schemas.openxmlformats.org/officeDocument/2006/relationships/slideLayout" Target="../slideLayouts/slideLayout2.xml"/></Relationships>
</file>

<file path=ppt/slides/_rels/slide4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6.xml"/><Relationship Id="rId1" Type="http://schemas.openxmlformats.org/officeDocument/2006/relationships/slideLayout" Target="../slideLayouts/slideLayout2.xml"/></Relationships>
</file>

<file path=ppt/slides/_rels/slide4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9.xml"/></Relationships>
</file>

<file path=ppt/slides/_rels/slide4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9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>
            <a:normAutofit/>
          </a:bodyPr>
          <a:lstStyle/>
          <a:p>
            <a:r>
              <a:rPr lang="en-US" altLang="en-US" dirty="0"/>
              <a:t>Deadlocks</a:t>
            </a:r>
            <a:endParaRPr lang="en-US" sz="1800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476205" y="1532427"/>
            <a:ext cx="2789509" cy="484632"/>
          </a:xfrm>
        </p:spPr>
        <p:txBody>
          <a:bodyPr/>
          <a:lstStyle/>
          <a:p>
            <a:r>
              <a:rPr lang="en-US" dirty="0"/>
              <a:t>Course Code: CSC 2209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6971" y="2446757"/>
            <a:ext cx="9024614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2000" b="1" dirty="0">
                <a:solidFill>
                  <a:srgbClr val="0070C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Dept. of Computer Science</a:t>
            </a:r>
          </a:p>
          <a:p>
            <a:pPr algn="ctr"/>
            <a:r>
              <a:rPr lang="en-US" sz="2000" b="1" dirty="0">
                <a:solidFill>
                  <a:srgbClr val="0070C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Faculty of Science and Technology</a:t>
            </a:r>
            <a:endParaRPr lang="en-US" sz="2400" b="1" dirty="0">
              <a:solidFill>
                <a:srgbClr val="0070C0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graphicFrame>
        <p:nvGraphicFramePr>
          <p:cNvPr id="7" name="Table 6">
            <a:extLst>
              <a:ext uri="{FF2B5EF4-FFF2-40B4-BE49-F238E27FC236}">
                <a16:creationId xmlns:a16="http://schemas.microsoft.com/office/drawing/2014/main" id="{29FF08AD-7519-4C4A-8E0D-640DF5BB5E58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674286241"/>
              </p:ext>
            </p:extLst>
          </p:nvPr>
        </p:nvGraphicFramePr>
        <p:xfrm>
          <a:off x="476205" y="5186042"/>
          <a:ext cx="8335798" cy="1293136"/>
        </p:xfrm>
        <a:graphic>
          <a:graphicData uri="http://schemas.openxmlformats.org/drawingml/2006/table">
            <a:tbl>
              <a:tblPr firstRow="1" bandRow="1">
                <a:tableStyleId>{D7AC3CCA-C797-4891-BE02-D94E43425B78}</a:tableStyleId>
              </a:tblPr>
              <a:tblGrid>
                <a:gridCol w="1483224">
                  <a:extLst>
                    <a:ext uri="{9D8B030D-6E8A-4147-A177-3AD203B41FA5}">
                      <a16:colId xmlns:a16="http://schemas.microsoft.com/office/drawing/2014/main" val="3905988420"/>
                    </a:ext>
                  </a:extLst>
                </a:gridCol>
                <a:gridCol w="1397725">
                  <a:extLst>
                    <a:ext uri="{9D8B030D-6E8A-4147-A177-3AD203B41FA5}">
                      <a16:colId xmlns:a16="http://schemas.microsoft.com/office/drawing/2014/main" val="2889894460"/>
                    </a:ext>
                  </a:extLst>
                </a:gridCol>
                <a:gridCol w="1227909">
                  <a:extLst>
                    <a:ext uri="{9D8B030D-6E8A-4147-A177-3AD203B41FA5}">
                      <a16:colId xmlns:a16="http://schemas.microsoft.com/office/drawing/2014/main" val="3023211198"/>
                    </a:ext>
                  </a:extLst>
                </a:gridCol>
                <a:gridCol w="1253029">
                  <a:extLst>
                    <a:ext uri="{9D8B030D-6E8A-4147-A177-3AD203B41FA5}">
                      <a16:colId xmlns:a16="http://schemas.microsoft.com/office/drawing/2014/main" val="1762131981"/>
                    </a:ext>
                  </a:extLst>
                </a:gridCol>
                <a:gridCol w="1312985">
                  <a:extLst>
                    <a:ext uri="{9D8B030D-6E8A-4147-A177-3AD203B41FA5}">
                      <a16:colId xmlns:a16="http://schemas.microsoft.com/office/drawing/2014/main" val="445458238"/>
                    </a:ext>
                  </a:extLst>
                </a:gridCol>
                <a:gridCol w="1660926">
                  <a:extLst>
                    <a:ext uri="{9D8B030D-6E8A-4147-A177-3AD203B41FA5}">
                      <a16:colId xmlns:a16="http://schemas.microsoft.com/office/drawing/2014/main" val="1508364941"/>
                    </a:ext>
                  </a:extLst>
                </a:gridCol>
              </a:tblGrid>
              <a:tr h="378736">
                <a:tc>
                  <a:txBody>
                    <a:bodyPr/>
                    <a:lstStyle/>
                    <a:p>
                      <a:r>
                        <a:rPr lang="en-US" dirty="0"/>
                        <a:t>Lecturer No: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10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Week No: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10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Semester: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Fall 21-22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197040212"/>
                  </a:ext>
                </a:extLst>
              </a:tr>
              <a:tr h="378736"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sz="1800" b="1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  <a:cs typeface="+mn-cs"/>
                        </a:rPr>
                        <a:t>Lecturer:</a:t>
                      </a:r>
                    </a:p>
                  </a:txBody>
                  <a:tcPr/>
                </a:tc>
                <a:tc gridSpan="5">
                  <a:txBody>
                    <a:bodyPr/>
                    <a:lstStyle/>
                    <a:p>
                      <a:r>
                        <a:rPr lang="en-US" sz="1800" dirty="0">
                          <a:solidFill>
                            <a:schemeClr val="tx1"/>
                          </a:solidFill>
                          <a:latin typeface="Georgia" panose="02040502050405020303" pitchFamily="18" charset="0"/>
                        </a:rPr>
                        <a:t>Mejbah Ahammad, Lecturer, CS,  AIUB</a:t>
                      </a:r>
                    </a:p>
                    <a:p>
                      <a:r>
                        <a:rPr lang="en-US" sz="1800" dirty="0">
                          <a:solidFill>
                            <a:schemeClr val="tx1"/>
                          </a:solidFill>
                          <a:latin typeface="Georgia" panose="02040502050405020303" pitchFamily="18" charset="0"/>
                        </a:rPr>
                        <a:t>+8801308757586 </a:t>
                      </a:r>
                      <a:r>
                        <a:rPr lang="en-US" sz="1800" cap="none" dirty="0">
                          <a:solidFill>
                            <a:srgbClr val="F49100"/>
                          </a:solidFill>
                          <a:latin typeface="Georgia" panose="02040502050405020303" pitchFamily="18" charset="0"/>
                          <a:hlinkClick r:id="rId2">
                            <a:extLst>
                              <a:ext uri="{A12FA001-AC4F-418D-AE19-62706E023703}">
                                <ahyp:hlinkClr xmlns:ahyp="http://schemas.microsoft.com/office/drawing/2018/hyperlinkcolor" val="tx"/>
                              </a:ext>
                            </a:extLst>
                          </a:hlinkClick>
                        </a:rPr>
                        <a:t>ahammadmejbah@aiub.</a:t>
                      </a:r>
                      <a:r>
                        <a:rPr lang="en-US" sz="1800" cap="none" dirty="0">
                          <a:solidFill>
                            <a:schemeClr val="tx1"/>
                          </a:solidFill>
                          <a:latin typeface="Georgia" panose="02040502050405020303" pitchFamily="18" charset="0"/>
                          <a:hlinkClick r:id="rId2">
                            <a:extLst>
                              <a:ext uri="{A12FA001-AC4F-418D-AE19-62706E023703}">
                                <ahyp:hlinkClr xmlns:ahyp="http://schemas.microsoft.com/office/drawing/2018/hyperlinkcolor" val="tx"/>
                              </a:ext>
                            </a:extLst>
                          </a:hlinkClick>
                        </a:rPr>
                        <a:t>edu</a:t>
                      </a:r>
                      <a:endParaRPr lang="en-US" sz="1800" cap="none" dirty="0">
                        <a:solidFill>
                          <a:schemeClr val="tx1"/>
                        </a:solidFill>
                        <a:latin typeface="Georgia" panose="02040502050405020303" pitchFamily="18" charset="0"/>
                      </a:endParaRPr>
                    </a:p>
                    <a:p>
                      <a:r>
                        <a:rPr lang="en-US" sz="1800" cap="none">
                          <a:solidFill>
                            <a:schemeClr val="tx1"/>
                          </a:solidFill>
                          <a:latin typeface="Georgia" panose="02040502050405020303" pitchFamily="18" charset="0"/>
                        </a:rPr>
                        <a:t>Room Number: DN0922</a:t>
                      </a:r>
                      <a:endParaRPr lang="en-US" sz="1800" cap="none" dirty="0">
                        <a:solidFill>
                          <a:schemeClr val="tx1"/>
                        </a:solidFill>
                        <a:latin typeface="Georgia" panose="02040502050405020303" pitchFamily="18" charset="0"/>
                      </a:endParaRPr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x-none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x-none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x-none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x-none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091734565"/>
                  </a:ext>
                </a:extLst>
              </a:tr>
            </a:tbl>
          </a:graphicData>
        </a:graphic>
      </p:graphicFrame>
      <p:sp>
        <p:nvSpPr>
          <p:cNvPr id="8" name="Subtitle 2">
            <a:extLst>
              <a:ext uri="{FF2B5EF4-FFF2-40B4-BE49-F238E27FC236}">
                <a16:creationId xmlns:a16="http://schemas.microsoft.com/office/drawing/2014/main" id="{FF0F860A-68ED-3A45-9B2E-50E8CE1BC6B7}"/>
              </a:ext>
            </a:extLst>
          </p:cNvPr>
          <p:cNvSpPr txBox="1">
            <a:spLocks/>
          </p:cNvSpPr>
          <p:nvPr/>
        </p:nvSpPr>
        <p:spPr>
          <a:xfrm>
            <a:off x="3320578" y="1538380"/>
            <a:ext cx="4164439" cy="484632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0" indent="0" algn="l" defTabSz="914400" rtl="0" eaLnBrk="1" latinLnBrk="0" hangingPunct="1">
              <a:lnSpc>
                <a:spcPct val="100000"/>
              </a:lnSpc>
              <a:spcBef>
                <a:spcPts val="0"/>
              </a:spcBef>
              <a:buClr>
                <a:schemeClr val="bg1">
                  <a:lumMod val="65000"/>
                </a:schemeClr>
              </a:buClr>
              <a:buSzPct val="90000"/>
              <a:buFont typeface="Wingdings" pitchFamily="2" charset="2"/>
              <a:buNone/>
              <a:defRPr sz="1800" kern="120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1pPr>
            <a:lvl2pPr marL="457200" indent="0" algn="ctr" defTabSz="914400" rtl="0" eaLnBrk="1" latinLnBrk="0" hangingPunct="1">
              <a:spcBef>
                <a:spcPts val="600"/>
              </a:spcBef>
              <a:buClr>
                <a:schemeClr val="tx1">
                  <a:lumMod val="75000"/>
                  <a:lumOff val="25000"/>
                </a:schemeClr>
              </a:buClr>
              <a:buSzPct val="90000"/>
              <a:buFont typeface="Wingdings" pitchFamily="2" charset="2"/>
              <a:buNone/>
              <a:defRPr sz="22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914400" indent="0" algn="ctr" defTabSz="914400" rtl="0" eaLnBrk="1" latinLnBrk="0" hangingPunct="1">
              <a:spcBef>
                <a:spcPts val="600"/>
              </a:spcBef>
              <a:buClr>
                <a:schemeClr val="bg1">
                  <a:lumMod val="65000"/>
                </a:schemeClr>
              </a:buClr>
              <a:buSzPct val="90000"/>
              <a:buFont typeface="Wingdings" pitchFamily="2" charset="2"/>
              <a:buNone/>
              <a:defRPr sz="20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371600" indent="0" algn="ctr" defTabSz="914400" rtl="0" eaLnBrk="1" latinLnBrk="0" hangingPunct="1">
              <a:spcBef>
                <a:spcPts val="600"/>
              </a:spcBef>
              <a:buClr>
                <a:schemeClr val="tx1">
                  <a:lumMod val="75000"/>
                  <a:lumOff val="25000"/>
                </a:schemeClr>
              </a:buClr>
              <a:buSzPct val="90000"/>
              <a:buFont typeface="Wingdings" pitchFamily="2" charset="2"/>
              <a:buNone/>
              <a:defRPr sz="18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1828800" indent="0" algn="ctr" defTabSz="914400" rtl="0" eaLnBrk="1" latinLnBrk="0" hangingPunct="1">
              <a:spcBef>
                <a:spcPts val="600"/>
              </a:spcBef>
              <a:buClr>
                <a:schemeClr val="bg1">
                  <a:lumMod val="65000"/>
                </a:schemeClr>
              </a:buClr>
              <a:buSzPct val="90000"/>
              <a:buFont typeface="Wingdings" pitchFamily="2" charset="2"/>
              <a:buNone/>
              <a:defRPr sz="18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2286000" indent="0" algn="ctr" defTabSz="914400" rtl="0" eaLnBrk="1" latinLnBrk="0" hangingPunct="1">
              <a:spcBef>
                <a:spcPts val="600"/>
              </a:spcBef>
              <a:buClr>
                <a:schemeClr val="tx1">
                  <a:lumMod val="75000"/>
                  <a:lumOff val="25000"/>
                </a:schemeClr>
              </a:buClr>
              <a:buSzPct val="90000"/>
              <a:buFont typeface="Wingdings" pitchFamily="2" charset="2"/>
              <a:buNone/>
              <a:defRPr lang="en-US" sz="18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6pPr>
            <a:lvl7pPr marL="2743200" indent="0" algn="ctr" defTabSz="914400" rtl="0" eaLnBrk="1" latinLnBrk="0" hangingPunct="1">
              <a:spcBef>
                <a:spcPts val="600"/>
              </a:spcBef>
              <a:buClr>
                <a:schemeClr val="bg1">
                  <a:lumMod val="65000"/>
                </a:schemeClr>
              </a:buClr>
              <a:buSzPct val="90000"/>
              <a:buFont typeface="Wingdings" pitchFamily="2" charset="2"/>
              <a:buNone/>
              <a:defRPr lang="en-US" sz="18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7pPr>
            <a:lvl8pPr marL="3200400" indent="0" algn="ctr" defTabSz="914400" rtl="0" eaLnBrk="1" latinLnBrk="0" hangingPunct="1">
              <a:spcBef>
                <a:spcPts val="600"/>
              </a:spcBef>
              <a:buClr>
                <a:schemeClr val="tx1">
                  <a:lumMod val="75000"/>
                  <a:lumOff val="25000"/>
                </a:schemeClr>
              </a:buClr>
              <a:buSzPct val="90000"/>
              <a:buFont typeface="Wingdings" pitchFamily="2" charset="2"/>
              <a:buNone/>
              <a:defRPr lang="en-US" sz="18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8pPr>
            <a:lvl9pPr marL="3657600" indent="0" algn="ctr" defTabSz="914400" rtl="0" eaLnBrk="1" latinLnBrk="0" hangingPunct="1">
              <a:spcBef>
                <a:spcPts val="600"/>
              </a:spcBef>
              <a:buClr>
                <a:schemeClr val="bg1">
                  <a:lumMod val="65000"/>
                </a:schemeClr>
              </a:buClr>
              <a:buSzPct val="90000"/>
              <a:buFont typeface="Wingdings" pitchFamily="2" charset="2"/>
              <a:buNone/>
              <a:defRPr lang="en-US" sz="18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dirty="0"/>
              <a:t>Course Title: Operating Systems</a:t>
            </a:r>
          </a:p>
        </p:txBody>
      </p:sp>
    </p:spTree>
    <p:extLst>
      <p:ext uri="{BB962C8B-B14F-4D97-AF65-F5344CB8AC3E}">
        <p14:creationId xmlns:p14="http://schemas.microsoft.com/office/powerpoint/2010/main" val="700707328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 dirty="0"/>
              <a:t>Lecture Outline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486697" y="2363928"/>
            <a:ext cx="7754112" cy="3886560"/>
          </a:xfrm>
        </p:spPr>
        <p:txBody>
          <a:bodyPr>
            <a:normAutofit/>
          </a:bodyPr>
          <a:lstStyle/>
          <a:p>
            <a:pPr marL="457200" indent="-457200">
              <a:buAutoNum type="arabicPeriod"/>
            </a:pPr>
            <a:r>
              <a:rPr lang="en-US" sz="2000" dirty="0">
                <a:solidFill>
                  <a:schemeClr val="tx1"/>
                </a:solidFill>
              </a:rPr>
              <a:t>System Model</a:t>
            </a:r>
          </a:p>
          <a:p>
            <a:pPr marL="457200" indent="-457200">
              <a:buAutoNum type="arabicPeriod"/>
            </a:pPr>
            <a:r>
              <a:rPr lang="en-US" sz="2000" dirty="0">
                <a:solidFill>
                  <a:schemeClr val="tx1"/>
                </a:solidFill>
              </a:rPr>
              <a:t>Deadlock in Multithreaded Applications</a:t>
            </a:r>
          </a:p>
          <a:p>
            <a:pPr marL="457200" indent="-457200">
              <a:buAutoNum type="arabicPeriod"/>
            </a:pPr>
            <a:r>
              <a:rPr lang="en-US" sz="2000" dirty="0">
                <a:solidFill>
                  <a:schemeClr val="tx1"/>
                </a:solidFill>
              </a:rPr>
              <a:t>Deadlock Characterization</a:t>
            </a:r>
          </a:p>
          <a:p>
            <a:pPr marL="457200" indent="-457200">
              <a:buAutoNum type="arabicPeriod"/>
            </a:pPr>
            <a:r>
              <a:rPr lang="en-US" sz="2000" dirty="0">
                <a:solidFill>
                  <a:schemeClr val="tx1"/>
                </a:solidFill>
              </a:rPr>
              <a:t>Methods for Handling Deadlocks</a:t>
            </a:r>
          </a:p>
          <a:p>
            <a:pPr marL="457200" indent="-457200">
              <a:buAutoNum type="arabicPeriod"/>
            </a:pPr>
            <a:r>
              <a:rPr lang="en-US" sz="2000" dirty="0">
                <a:solidFill>
                  <a:schemeClr val="tx1"/>
                </a:solidFill>
              </a:rPr>
              <a:t>Deadlock Prevention</a:t>
            </a:r>
          </a:p>
          <a:p>
            <a:pPr marL="457200" indent="-457200">
              <a:buAutoNum type="arabicPeriod"/>
            </a:pPr>
            <a:r>
              <a:rPr lang="en-US" sz="2000" dirty="0">
                <a:solidFill>
                  <a:schemeClr val="tx1"/>
                </a:solidFill>
              </a:rPr>
              <a:t>Deadlock Avoidance</a:t>
            </a:r>
          </a:p>
          <a:p>
            <a:pPr marL="457200" indent="-457200">
              <a:buAutoNum type="arabicPeriod"/>
            </a:pPr>
            <a:r>
              <a:rPr lang="en-US" sz="2000" dirty="0">
                <a:solidFill>
                  <a:schemeClr val="tx1"/>
                </a:solidFill>
              </a:rPr>
              <a:t>Deadlock Detection </a:t>
            </a:r>
          </a:p>
          <a:p>
            <a:pPr marL="457200" indent="-457200">
              <a:buAutoNum type="arabicPeriod"/>
            </a:pPr>
            <a:r>
              <a:rPr lang="en-US" sz="2000" dirty="0">
                <a:solidFill>
                  <a:schemeClr val="tx1"/>
                </a:solidFill>
              </a:rPr>
              <a:t>Recovery from Deadlock </a:t>
            </a:r>
          </a:p>
          <a:p>
            <a:pPr marL="342900" indent="-342900">
              <a:buAutoNum type="arabicPeriod"/>
            </a:pPr>
            <a:endParaRPr lang="en-US" dirty="0">
              <a:solidFill>
                <a:schemeClr val="tx1"/>
              </a:solidFill>
            </a:endParaRPr>
          </a:p>
          <a:p>
            <a:pPr marL="342900" indent="-342900">
              <a:buAutoNum type="arabicPeriod"/>
            </a:pPr>
            <a:endParaRPr lang="en-US" dirty="0">
              <a:solidFill>
                <a:schemeClr val="tx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424874041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265" name="Rectangle 2"/>
          <p:cNvSpPr>
            <a:spLocks noGrp="1" noChangeArrowheads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pPr algn="l" eaLnBrk="1" hangingPunct="1"/>
            <a:r>
              <a:rPr lang="en-US" altLang="en-US"/>
              <a:t>System Model</a:t>
            </a:r>
          </a:p>
        </p:txBody>
      </p:sp>
      <p:sp>
        <p:nvSpPr>
          <p:cNvPr id="11266" name="Rectangle 3"/>
          <p:cNvSpPr>
            <a:spLocks noGrp="1" noChangeArrowheads="1"/>
          </p:cNvSpPr>
          <p:nvPr>
            <p:ph idx="1"/>
          </p:nvPr>
        </p:nvSpPr>
        <p:spPr>
          <a:xfrm>
            <a:off x="284163" y="1970761"/>
            <a:ext cx="8574087" cy="3992563"/>
          </a:xfrm>
        </p:spPr>
        <p:txBody>
          <a:bodyPr/>
          <a:lstStyle/>
          <a:p>
            <a:pPr>
              <a:buFont typeface="Wingdings" pitchFamily="2" charset="2"/>
              <a:buChar char="q"/>
            </a:pPr>
            <a:r>
              <a:rPr lang="en-US" altLang="en-US" dirty="0"/>
              <a:t>System consists of resources</a:t>
            </a:r>
          </a:p>
          <a:p>
            <a:pPr>
              <a:buFont typeface="Wingdings" pitchFamily="2" charset="2"/>
              <a:buChar char="q"/>
            </a:pPr>
            <a:r>
              <a:rPr lang="en-US" altLang="en-US" dirty="0"/>
              <a:t>Resource types </a:t>
            </a:r>
            <a:r>
              <a:rPr lang="en-US" altLang="en-US" i="1" dirty="0"/>
              <a:t>R</a:t>
            </a:r>
            <a:r>
              <a:rPr lang="en-US" altLang="en-US" baseline="-25000" dirty="0"/>
              <a:t>1</a:t>
            </a:r>
            <a:r>
              <a:rPr lang="en-US" altLang="en-US" dirty="0"/>
              <a:t>, </a:t>
            </a:r>
            <a:r>
              <a:rPr lang="en-US" altLang="en-US" i="1" dirty="0"/>
              <a:t>R</a:t>
            </a:r>
            <a:r>
              <a:rPr lang="en-US" altLang="en-US" baseline="-25000" dirty="0"/>
              <a:t>2</a:t>
            </a:r>
            <a:r>
              <a:rPr lang="en-US" altLang="en-US" dirty="0"/>
              <a:t>, . . ., </a:t>
            </a:r>
            <a:r>
              <a:rPr lang="en-US" altLang="en-US" i="1" dirty="0" err="1"/>
              <a:t>R</a:t>
            </a:r>
            <a:r>
              <a:rPr lang="en-US" altLang="en-US" baseline="-25000" dirty="0" err="1"/>
              <a:t>m</a:t>
            </a:r>
            <a:endParaRPr lang="en-US" altLang="en-US" baseline="-25000" dirty="0"/>
          </a:p>
          <a:p>
            <a:pPr lvl="2">
              <a:buFont typeface="Wingdings" pitchFamily="2" charset="2"/>
              <a:buChar char="q"/>
            </a:pPr>
            <a:r>
              <a:rPr lang="en-US" altLang="en-US" i="1" dirty="0"/>
              <a:t>CPU cycles, memory space, I/O devices</a:t>
            </a:r>
          </a:p>
          <a:p>
            <a:pPr>
              <a:buFont typeface="Wingdings" pitchFamily="2" charset="2"/>
              <a:buChar char="q"/>
            </a:pPr>
            <a:r>
              <a:rPr lang="en-US" altLang="en-US" dirty="0"/>
              <a:t>Each resource type </a:t>
            </a:r>
            <a:r>
              <a:rPr lang="en-US" altLang="en-US" i="1" dirty="0" err="1"/>
              <a:t>R</a:t>
            </a:r>
            <a:r>
              <a:rPr lang="en-US" altLang="en-US" baseline="-25000" dirty="0" err="1"/>
              <a:t>i</a:t>
            </a:r>
            <a:r>
              <a:rPr lang="en-US" altLang="en-US" dirty="0"/>
              <a:t> has </a:t>
            </a:r>
            <a:r>
              <a:rPr lang="en-US" altLang="en-US" i="1" dirty="0"/>
              <a:t>W</a:t>
            </a:r>
            <a:r>
              <a:rPr lang="en-US" altLang="en-US" baseline="-25000" dirty="0"/>
              <a:t>i</a:t>
            </a:r>
            <a:r>
              <a:rPr lang="en-US" altLang="en-US" dirty="0"/>
              <a:t> instances.</a:t>
            </a:r>
          </a:p>
          <a:p>
            <a:pPr>
              <a:buFont typeface="Wingdings" pitchFamily="2" charset="2"/>
              <a:buChar char="q"/>
            </a:pPr>
            <a:r>
              <a:rPr lang="en-US" altLang="en-US" dirty="0"/>
              <a:t>Each process utilizes a resource as follows:</a:t>
            </a:r>
          </a:p>
          <a:p>
            <a:pPr lvl="1">
              <a:buFont typeface="Wingdings" pitchFamily="2" charset="2"/>
              <a:buChar char="q"/>
            </a:pPr>
            <a:r>
              <a:rPr lang="en-US" altLang="en-US" b="1" dirty="0"/>
              <a:t>request </a:t>
            </a:r>
          </a:p>
          <a:p>
            <a:pPr lvl="1">
              <a:buFont typeface="Wingdings" pitchFamily="2" charset="2"/>
              <a:buChar char="q"/>
            </a:pPr>
            <a:r>
              <a:rPr lang="en-US" altLang="en-US" b="1" dirty="0"/>
              <a:t>use </a:t>
            </a:r>
          </a:p>
          <a:p>
            <a:pPr lvl="1">
              <a:buFont typeface="Wingdings" pitchFamily="2" charset="2"/>
              <a:buChar char="q"/>
            </a:pPr>
            <a:r>
              <a:rPr lang="en-US" altLang="en-US" b="1" dirty="0"/>
              <a:t>release</a:t>
            </a:r>
          </a:p>
        </p:txBody>
      </p:sp>
    </p:spTree>
    <p:extLst>
      <p:ext uri="{BB962C8B-B14F-4D97-AF65-F5344CB8AC3E}">
        <p14:creationId xmlns:p14="http://schemas.microsoft.com/office/powerpoint/2010/main" val="2401020203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8065" name="Title 1"/>
          <p:cNvSpPr>
            <a:spLocks noGrp="1"/>
          </p:cNvSpPr>
          <p:nvPr>
            <p:ph type="title"/>
          </p:nvPr>
        </p:nvSpPr>
        <p:spPr/>
        <p:txBody>
          <a:bodyPr>
            <a:noAutofit/>
          </a:bodyPr>
          <a:lstStyle/>
          <a:p>
            <a:pPr algn="l"/>
            <a:r>
              <a:rPr lang="en-US" sz="4000" dirty="0"/>
              <a:t>Deadlock in Multithreaded Application</a:t>
            </a:r>
          </a:p>
        </p:txBody>
      </p:sp>
      <p:sp>
        <p:nvSpPr>
          <p:cNvPr id="88066" name="Content Placeholder 2"/>
          <p:cNvSpPr>
            <a:spLocks noGrp="1"/>
          </p:cNvSpPr>
          <p:nvPr>
            <p:ph idx="1"/>
          </p:nvPr>
        </p:nvSpPr>
        <p:spPr>
          <a:xfrm>
            <a:off x="284163" y="1908131"/>
            <a:ext cx="8574087" cy="3992563"/>
          </a:xfrm>
        </p:spPr>
        <p:txBody>
          <a:bodyPr/>
          <a:lstStyle/>
          <a:p>
            <a:pPr>
              <a:buFont typeface="Wingdings" pitchFamily="2" charset="2"/>
              <a:buChar char="q"/>
            </a:pPr>
            <a:r>
              <a:rPr lang="en-US" dirty="0"/>
              <a:t>Two </a:t>
            </a:r>
            <a:r>
              <a:rPr lang="en-US" dirty="0" err="1"/>
              <a:t>mutex</a:t>
            </a:r>
            <a:r>
              <a:rPr lang="en-US" dirty="0"/>
              <a:t> locks are created an initialized:</a:t>
            </a:r>
          </a:p>
        </p:txBody>
      </p:sp>
      <p:pic>
        <p:nvPicPr>
          <p:cNvPr id="88067" name="Picture 3"/>
          <p:cNvPicPr>
            <a:picLocks noChangeAspect="1"/>
          </p:cNvPicPr>
          <p:nvPr/>
        </p:nvPicPr>
        <p:blipFill>
          <a:blip r:embed="rId2" cstate="email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324100" y="2806700"/>
            <a:ext cx="4495800" cy="12446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4000545229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9089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pPr algn="l"/>
            <a:r>
              <a:rPr lang="en-US" sz="4000"/>
              <a:t>Deadlock in Multithreaded Application</a:t>
            </a:r>
          </a:p>
        </p:txBody>
      </p:sp>
      <p:pic>
        <p:nvPicPr>
          <p:cNvPr id="89090" name="Content Placeholder 4"/>
          <p:cNvPicPr>
            <a:picLocks noGrp="1" noChangeAspect="1"/>
          </p:cNvPicPr>
          <p:nvPr>
            <p:ph idx="1"/>
          </p:nvPr>
        </p:nvPicPr>
        <p:blipFill>
          <a:blip r:embed="rId2" cstate="email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818408" y="1883079"/>
            <a:ext cx="3402987" cy="4304779"/>
          </a:xfrm>
        </p:spPr>
      </p:pic>
    </p:spTree>
    <p:extLst>
      <p:ext uri="{BB962C8B-B14F-4D97-AF65-F5344CB8AC3E}">
        <p14:creationId xmlns:p14="http://schemas.microsoft.com/office/powerpoint/2010/main" val="3613960959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0113" name="Title 1"/>
          <p:cNvSpPr>
            <a:spLocks noGrp="1"/>
          </p:cNvSpPr>
          <p:nvPr>
            <p:ph type="title"/>
          </p:nvPr>
        </p:nvSpPr>
        <p:spPr/>
        <p:txBody>
          <a:bodyPr>
            <a:noAutofit/>
          </a:bodyPr>
          <a:lstStyle/>
          <a:p>
            <a:pPr algn="l"/>
            <a:r>
              <a:rPr lang="en-US" sz="4000"/>
              <a:t>Deadlock in Multithreaded Application</a:t>
            </a:r>
          </a:p>
        </p:txBody>
      </p:sp>
      <p:sp>
        <p:nvSpPr>
          <p:cNvPr id="90114" name="Content Placeholder 2"/>
          <p:cNvSpPr>
            <a:spLocks noGrp="1"/>
          </p:cNvSpPr>
          <p:nvPr>
            <p:ph idx="1"/>
          </p:nvPr>
        </p:nvSpPr>
        <p:spPr>
          <a:xfrm>
            <a:off x="284163" y="1895605"/>
            <a:ext cx="8574087" cy="3992563"/>
          </a:xfrm>
        </p:spPr>
        <p:txBody>
          <a:bodyPr/>
          <a:lstStyle/>
          <a:p>
            <a:pPr>
              <a:buFont typeface="Wingdings" pitchFamily="2" charset="2"/>
              <a:buChar char="q"/>
            </a:pPr>
            <a:r>
              <a:rPr lang="en-US" dirty="0"/>
              <a:t>Deadlock is possible if thread 1 acquires </a:t>
            </a:r>
            <a:r>
              <a:rPr lang="en-US" b="1" dirty="0" err="1">
                <a:latin typeface="Courier New" pitchFamily="49" charset="0"/>
                <a:cs typeface="Courier New" pitchFamily="49" charset="0"/>
              </a:rPr>
              <a:t>first_mutex</a:t>
            </a:r>
            <a:r>
              <a:rPr lang="en-US" dirty="0"/>
              <a:t> and thread 2 acquires </a:t>
            </a:r>
            <a:r>
              <a:rPr lang="en-US" b="1" dirty="0" err="1">
                <a:latin typeface="Courier New" pitchFamily="49" charset="0"/>
                <a:cs typeface="Courier New" pitchFamily="49" charset="0"/>
              </a:rPr>
              <a:t>second_mutex</a:t>
            </a:r>
            <a:r>
              <a:rPr lang="en-US" dirty="0"/>
              <a:t>. Thread 1 then waits for </a:t>
            </a:r>
            <a:r>
              <a:rPr lang="en-US" b="1" dirty="0" err="1">
                <a:latin typeface="Courier New" pitchFamily="49" charset="0"/>
                <a:cs typeface="Courier New" pitchFamily="49" charset="0"/>
              </a:rPr>
              <a:t>second_mutex</a:t>
            </a:r>
            <a:r>
              <a:rPr lang="en-US" dirty="0"/>
              <a:t> and thread 2 waits for </a:t>
            </a:r>
            <a:r>
              <a:rPr lang="en-US" b="1" dirty="0" err="1">
                <a:latin typeface="Courier New" pitchFamily="49" charset="0"/>
                <a:cs typeface="Courier New" pitchFamily="49" charset="0"/>
              </a:rPr>
              <a:t>first_mutex</a:t>
            </a:r>
            <a:r>
              <a:rPr lang="en-US" dirty="0"/>
              <a:t>.</a:t>
            </a:r>
          </a:p>
          <a:p>
            <a:pPr>
              <a:buFont typeface="Wingdings" pitchFamily="2" charset="2"/>
              <a:buChar char="q"/>
            </a:pPr>
            <a:r>
              <a:rPr lang="en-US" dirty="0"/>
              <a:t>Can be illustrated with a </a:t>
            </a:r>
            <a:r>
              <a:rPr lang="en-US" b="1" dirty="0"/>
              <a:t>resource allocation graph</a:t>
            </a:r>
            <a:r>
              <a:rPr lang="en-US" dirty="0"/>
              <a:t>:</a:t>
            </a:r>
          </a:p>
        </p:txBody>
      </p:sp>
      <p:pic>
        <p:nvPicPr>
          <p:cNvPr id="90115" name="Picture 3"/>
          <p:cNvPicPr>
            <a:picLocks noChangeAspect="1"/>
          </p:cNvPicPr>
          <p:nvPr/>
        </p:nvPicPr>
        <p:blipFill>
          <a:blip r:embed="rId2" cstate="email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697038" y="3803803"/>
            <a:ext cx="5749925" cy="255428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2829717228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313" name="Rectangle 2"/>
          <p:cNvSpPr>
            <a:spLocks noGrp="1" noChangeArrowheads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pPr algn="l" eaLnBrk="1" hangingPunct="1"/>
            <a:r>
              <a:rPr lang="en-US" altLang="en-US"/>
              <a:t>Deadlock Characterization</a:t>
            </a:r>
          </a:p>
        </p:txBody>
      </p:sp>
      <p:sp>
        <p:nvSpPr>
          <p:cNvPr id="13314" name="Rectangle 3"/>
          <p:cNvSpPr>
            <a:spLocks noGrp="1" noChangeArrowheads="1"/>
          </p:cNvSpPr>
          <p:nvPr>
            <p:ph idx="1"/>
          </p:nvPr>
        </p:nvSpPr>
        <p:spPr>
          <a:xfrm>
            <a:off x="284163" y="2233808"/>
            <a:ext cx="8574087" cy="3992563"/>
          </a:xfrm>
        </p:spPr>
        <p:txBody>
          <a:bodyPr>
            <a:normAutofit fontScale="92500"/>
          </a:bodyPr>
          <a:lstStyle/>
          <a:p>
            <a:pPr>
              <a:buFont typeface="Wingdings" pitchFamily="2" charset="2"/>
              <a:buChar char="q"/>
            </a:pPr>
            <a:r>
              <a:rPr lang="en-US" altLang="en-US" b="1" dirty="0">
                <a:solidFill>
                  <a:srgbClr val="3366FF"/>
                </a:solidFill>
              </a:rPr>
              <a:t>Mutual exclusion</a:t>
            </a:r>
            <a:r>
              <a:rPr lang="en-US" altLang="en-US" b="1" dirty="0"/>
              <a:t>:</a:t>
            </a:r>
            <a:r>
              <a:rPr lang="en-US" altLang="en-US" dirty="0"/>
              <a:t>  only one process at a time can use a resource</a:t>
            </a:r>
            <a:endParaRPr lang="en-US" altLang="en-US" sz="800" dirty="0"/>
          </a:p>
          <a:p>
            <a:pPr>
              <a:buFont typeface="Wingdings" pitchFamily="2" charset="2"/>
              <a:buChar char="q"/>
            </a:pPr>
            <a:r>
              <a:rPr lang="en-US" altLang="en-US" b="1" dirty="0">
                <a:solidFill>
                  <a:srgbClr val="3366FF"/>
                </a:solidFill>
              </a:rPr>
              <a:t>Hold and wait</a:t>
            </a:r>
            <a:r>
              <a:rPr lang="en-US" altLang="en-US" b="1" dirty="0"/>
              <a:t>:</a:t>
            </a:r>
            <a:r>
              <a:rPr lang="en-US" altLang="en-US" dirty="0"/>
              <a:t>  a process holding at least one resource is waiting to acquire additional resources held by other processes</a:t>
            </a:r>
            <a:endParaRPr lang="en-US" altLang="en-US" sz="800" dirty="0"/>
          </a:p>
          <a:p>
            <a:pPr>
              <a:buFont typeface="Wingdings" pitchFamily="2" charset="2"/>
              <a:buChar char="q"/>
            </a:pPr>
            <a:r>
              <a:rPr lang="en-US" altLang="en-US" b="1" dirty="0">
                <a:solidFill>
                  <a:srgbClr val="3366FF"/>
                </a:solidFill>
              </a:rPr>
              <a:t>No preemption</a:t>
            </a:r>
            <a:r>
              <a:rPr lang="en-US" altLang="en-US" b="1" dirty="0"/>
              <a:t>:</a:t>
            </a:r>
            <a:r>
              <a:rPr lang="en-US" altLang="en-US" dirty="0"/>
              <a:t>  a resource can be released only voluntarily by the process holding it, after that process has completed its task</a:t>
            </a:r>
            <a:endParaRPr lang="en-US" altLang="en-US" sz="800" dirty="0"/>
          </a:p>
          <a:p>
            <a:pPr>
              <a:buFont typeface="Wingdings" pitchFamily="2" charset="2"/>
              <a:buChar char="q"/>
            </a:pPr>
            <a:r>
              <a:rPr lang="en-US" altLang="en-US" b="1" dirty="0">
                <a:solidFill>
                  <a:srgbClr val="3366FF"/>
                </a:solidFill>
              </a:rPr>
              <a:t>Circular wait</a:t>
            </a:r>
            <a:r>
              <a:rPr lang="en-US" altLang="en-US" b="1" dirty="0"/>
              <a:t>:</a:t>
            </a:r>
            <a:r>
              <a:rPr lang="en-US" altLang="en-US" dirty="0"/>
              <a:t>  there exists a set {</a:t>
            </a:r>
            <a:r>
              <a:rPr lang="en-US" altLang="en-US" i="1" dirty="0"/>
              <a:t>P</a:t>
            </a:r>
            <a:r>
              <a:rPr lang="en-US" altLang="en-US" baseline="-25000" dirty="0"/>
              <a:t>0</a:t>
            </a:r>
            <a:r>
              <a:rPr lang="en-US" altLang="en-US" dirty="0"/>
              <a:t>, </a:t>
            </a:r>
            <a:r>
              <a:rPr lang="en-US" altLang="en-US" i="1" dirty="0"/>
              <a:t>P</a:t>
            </a:r>
            <a:r>
              <a:rPr lang="en-US" altLang="en-US" baseline="-25000" dirty="0"/>
              <a:t>1</a:t>
            </a:r>
            <a:r>
              <a:rPr lang="en-US" altLang="en-US" dirty="0"/>
              <a:t>, …, </a:t>
            </a:r>
            <a:r>
              <a:rPr lang="en-US" altLang="en-US" i="1" dirty="0" err="1"/>
              <a:t>P</a:t>
            </a:r>
            <a:r>
              <a:rPr lang="en-US" altLang="en-US" baseline="-25000" dirty="0" err="1"/>
              <a:t>n</a:t>
            </a:r>
            <a:r>
              <a:rPr lang="en-US" altLang="en-US" dirty="0"/>
              <a:t>} of waiting processes such that </a:t>
            </a:r>
            <a:r>
              <a:rPr lang="en-US" altLang="en-US" i="1" dirty="0"/>
              <a:t>P</a:t>
            </a:r>
            <a:r>
              <a:rPr lang="en-US" altLang="en-US" baseline="-25000" dirty="0"/>
              <a:t>0 </a:t>
            </a:r>
            <a:r>
              <a:rPr lang="en-US" altLang="en-US" dirty="0"/>
              <a:t>is waiting for a resource that is held by </a:t>
            </a:r>
            <a:r>
              <a:rPr lang="en-US" altLang="en-US" i="1" dirty="0"/>
              <a:t>P</a:t>
            </a:r>
            <a:r>
              <a:rPr lang="en-US" altLang="en-US" baseline="-25000" dirty="0"/>
              <a:t>1</a:t>
            </a:r>
            <a:r>
              <a:rPr lang="en-US" altLang="en-US" dirty="0"/>
              <a:t>, </a:t>
            </a:r>
            <a:r>
              <a:rPr lang="en-US" altLang="en-US" i="1" dirty="0"/>
              <a:t>P</a:t>
            </a:r>
            <a:r>
              <a:rPr lang="en-US" altLang="en-US" baseline="-25000" dirty="0"/>
              <a:t>1</a:t>
            </a:r>
            <a:r>
              <a:rPr lang="en-US" altLang="en-US" dirty="0"/>
              <a:t> is waiting for a resource that is held by </a:t>
            </a:r>
            <a:r>
              <a:rPr lang="en-US" altLang="en-US" i="1" dirty="0"/>
              <a:t>P</a:t>
            </a:r>
            <a:r>
              <a:rPr lang="en-US" altLang="en-US" baseline="-25000" dirty="0"/>
              <a:t>2</a:t>
            </a:r>
            <a:r>
              <a:rPr lang="en-US" altLang="en-US" dirty="0"/>
              <a:t>, …, </a:t>
            </a:r>
            <a:r>
              <a:rPr lang="en-US" altLang="en-US" i="1" dirty="0" err="1"/>
              <a:t>P</a:t>
            </a:r>
            <a:r>
              <a:rPr lang="en-US" altLang="en-US" i="1" baseline="-25000" dirty="0" err="1"/>
              <a:t>n</a:t>
            </a:r>
            <a:r>
              <a:rPr lang="en-US" altLang="en-US" baseline="-25000" dirty="0"/>
              <a:t>–1</a:t>
            </a:r>
            <a:r>
              <a:rPr lang="en-US" altLang="en-US" dirty="0"/>
              <a:t> is waiting for a resource that is held by </a:t>
            </a:r>
            <a:r>
              <a:rPr lang="en-US" altLang="en-US" i="1" dirty="0" err="1"/>
              <a:t>P</a:t>
            </a:r>
            <a:r>
              <a:rPr lang="en-US" altLang="en-US" baseline="-25000" dirty="0" err="1"/>
              <a:t>n</a:t>
            </a:r>
            <a:r>
              <a:rPr lang="en-US" altLang="en-US" dirty="0"/>
              <a:t>, and </a:t>
            </a:r>
            <a:r>
              <a:rPr lang="en-US" altLang="en-US" i="1" dirty="0" err="1"/>
              <a:t>P</a:t>
            </a:r>
            <a:r>
              <a:rPr lang="en-US" altLang="en-US" baseline="-25000" dirty="0" err="1"/>
              <a:t>n</a:t>
            </a:r>
            <a:r>
              <a:rPr lang="en-US" altLang="en-US" dirty="0"/>
              <a:t> is waiting for a resource that is held by </a:t>
            </a:r>
            <a:r>
              <a:rPr lang="en-US" altLang="en-US" i="1" dirty="0"/>
              <a:t>P</a:t>
            </a:r>
            <a:r>
              <a:rPr lang="en-US" altLang="en-US" baseline="-25000" dirty="0"/>
              <a:t>0</a:t>
            </a:r>
            <a:r>
              <a:rPr lang="en-US" altLang="en-US" dirty="0"/>
              <a:t>.</a:t>
            </a:r>
          </a:p>
          <a:p>
            <a:pPr>
              <a:buFont typeface="Wingdings" pitchFamily="2" charset="2"/>
              <a:buChar char="q"/>
            </a:pPr>
            <a:endParaRPr lang="en-US" altLang="en-US" dirty="0"/>
          </a:p>
        </p:txBody>
      </p:sp>
      <p:sp>
        <p:nvSpPr>
          <p:cNvPr id="13315" name="Text Box 5"/>
          <p:cNvSpPr txBox="1">
            <a:spLocks noChangeArrowheads="1"/>
          </p:cNvSpPr>
          <p:nvPr/>
        </p:nvSpPr>
        <p:spPr bwMode="auto">
          <a:xfrm>
            <a:off x="0" y="1766888"/>
            <a:ext cx="6353175" cy="3667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ctr">
            <a:spAutoFit/>
          </a:bodyPr>
          <a:lstStyle>
            <a:lvl1pPr>
              <a:defRPr kumimoji="1">
                <a:solidFill>
                  <a:schemeClr val="tx1"/>
                </a:solidFill>
                <a:latin typeface="Helvetica" pitchFamily="-84" charset="0"/>
                <a:ea typeface="MS PGothic" pitchFamily="34" charset="-128"/>
                <a:cs typeface="MS PGothic" pitchFamily="34" charset="-128"/>
              </a:defRPr>
            </a:lvl1pPr>
            <a:lvl2pPr>
              <a:defRPr kumimoji="1">
                <a:solidFill>
                  <a:schemeClr val="tx1"/>
                </a:solidFill>
                <a:latin typeface="Helvetica" pitchFamily="-84" charset="0"/>
                <a:ea typeface="MS PGothic" pitchFamily="34" charset="-128"/>
              </a:defRPr>
            </a:lvl2pPr>
            <a:lvl3pPr marL="1143000">
              <a:defRPr kumimoji="1">
                <a:solidFill>
                  <a:schemeClr val="tx1"/>
                </a:solidFill>
                <a:latin typeface="Helvetica" pitchFamily="-84" charset="0"/>
                <a:ea typeface="MS PGothic" pitchFamily="34" charset="-128"/>
              </a:defRPr>
            </a:lvl3pPr>
            <a:lvl4pPr marL="1600200">
              <a:defRPr kumimoji="1">
                <a:solidFill>
                  <a:schemeClr val="tx1"/>
                </a:solidFill>
                <a:latin typeface="Helvetica" pitchFamily="-84" charset="0"/>
                <a:ea typeface="MS PGothic" pitchFamily="34" charset="-128"/>
              </a:defRPr>
            </a:lvl4pPr>
            <a:lvl5pPr marL="2057400">
              <a:defRPr kumimoji="1">
                <a:solidFill>
                  <a:schemeClr val="tx1"/>
                </a:solidFill>
                <a:latin typeface="Helvetica" pitchFamily="-84" charset="0"/>
                <a:ea typeface="MS PGothic" pitchFamily="34" charset="-128"/>
              </a:defRPr>
            </a:lvl5pPr>
            <a:lvl6pPr marL="2514600">
              <a:defRPr kumimoji="1">
                <a:solidFill>
                  <a:schemeClr val="tx1"/>
                </a:solidFill>
                <a:latin typeface="Helvetica" pitchFamily="-84" charset="0"/>
                <a:ea typeface="MS PGothic" pitchFamily="34" charset="-128"/>
              </a:defRPr>
            </a:lvl6pPr>
            <a:lvl7pPr marL="2971800">
              <a:defRPr kumimoji="1">
                <a:solidFill>
                  <a:schemeClr val="tx1"/>
                </a:solidFill>
                <a:latin typeface="Helvetica" pitchFamily="-84" charset="0"/>
                <a:ea typeface="MS PGothic" pitchFamily="34" charset="-128"/>
              </a:defRPr>
            </a:lvl7pPr>
            <a:lvl8pPr marL="3429000">
              <a:defRPr kumimoji="1">
                <a:solidFill>
                  <a:schemeClr val="tx1"/>
                </a:solidFill>
                <a:latin typeface="Helvetica" pitchFamily="-84" charset="0"/>
                <a:ea typeface="MS PGothic" pitchFamily="34" charset="-128"/>
              </a:defRPr>
            </a:lvl8pPr>
            <a:lvl9pPr marL="3886200">
              <a:defRPr kumimoji="1">
                <a:solidFill>
                  <a:schemeClr val="tx1"/>
                </a:solidFill>
                <a:latin typeface="Helvetica" pitchFamily="-84" charset="0"/>
                <a:ea typeface="MS PGothic" pitchFamily="34" charset="-128"/>
              </a:defRPr>
            </a:lvl9pPr>
          </a:lstStyle>
          <a:p>
            <a:pPr algn="ctr">
              <a:spcBef>
                <a:spcPct val="50000"/>
              </a:spcBef>
            </a:pPr>
            <a:r>
              <a:rPr kumimoji="0" lang="en-US" altLang="en-US" dirty="0"/>
              <a:t>Deadlock can arise if four conditions hold simultaneously.</a:t>
            </a:r>
          </a:p>
        </p:txBody>
      </p:sp>
    </p:spTree>
    <p:extLst>
      <p:ext uri="{BB962C8B-B14F-4D97-AF65-F5344CB8AC3E}">
        <p14:creationId xmlns:p14="http://schemas.microsoft.com/office/powerpoint/2010/main" val="2374349542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361" name="Rectangle 2"/>
          <p:cNvSpPr>
            <a:spLocks noGrp="1" noChangeArrowheads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pPr algn="l" eaLnBrk="1" hangingPunct="1"/>
            <a:r>
              <a:rPr lang="en-US" altLang="en-US"/>
              <a:t>Resource-Allocation Graph</a:t>
            </a:r>
          </a:p>
        </p:txBody>
      </p:sp>
      <p:sp>
        <p:nvSpPr>
          <p:cNvPr id="15362" name="Rectangle 3"/>
          <p:cNvSpPr>
            <a:spLocks noGrp="1" noChangeArrowheads="1"/>
          </p:cNvSpPr>
          <p:nvPr>
            <p:ph idx="1"/>
          </p:nvPr>
        </p:nvSpPr>
        <p:spPr>
          <a:xfrm>
            <a:off x="284163" y="2377529"/>
            <a:ext cx="8574087" cy="3992563"/>
          </a:xfrm>
        </p:spPr>
        <p:txBody>
          <a:bodyPr>
            <a:normAutofit lnSpcReduction="10000"/>
          </a:bodyPr>
          <a:lstStyle/>
          <a:p>
            <a:pPr>
              <a:buFont typeface="Wingdings" pitchFamily="2" charset="2"/>
              <a:buChar char="q"/>
            </a:pPr>
            <a:r>
              <a:rPr lang="en-US" altLang="en-US" dirty="0"/>
              <a:t>V is partitioned into two types:</a:t>
            </a:r>
          </a:p>
          <a:p>
            <a:pPr lvl="1">
              <a:buFont typeface="Wingdings" pitchFamily="2" charset="2"/>
              <a:buChar char="q"/>
            </a:pPr>
            <a:r>
              <a:rPr lang="en-US" altLang="en-US" i="1" dirty="0"/>
              <a:t>P</a:t>
            </a:r>
            <a:r>
              <a:rPr lang="en-US" altLang="en-US" dirty="0"/>
              <a:t> = {</a:t>
            </a:r>
            <a:r>
              <a:rPr lang="en-US" altLang="en-US" i="1" dirty="0"/>
              <a:t>P</a:t>
            </a:r>
            <a:r>
              <a:rPr lang="en-US" altLang="en-US" baseline="-25000" dirty="0"/>
              <a:t>1</a:t>
            </a:r>
            <a:r>
              <a:rPr lang="en-US" altLang="en-US" dirty="0"/>
              <a:t>, </a:t>
            </a:r>
            <a:r>
              <a:rPr lang="en-US" altLang="en-US" i="1" dirty="0"/>
              <a:t>P</a:t>
            </a:r>
            <a:r>
              <a:rPr lang="en-US" altLang="en-US" baseline="-25000" dirty="0"/>
              <a:t>2</a:t>
            </a:r>
            <a:r>
              <a:rPr lang="en-US" altLang="en-US" dirty="0"/>
              <a:t>, …, </a:t>
            </a:r>
            <a:r>
              <a:rPr lang="en-US" altLang="en-US" i="1" dirty="0" err="1"/>
              <a:t>P</a:t>
            </a:r>
            <a:r>
              <a:rPr lang="en-US" altLang="en-US" i="1" baseline="-25000" dirty="0" err="1"/>
              <a:t>n</a:t>
            </a:r>
            <a:r>
              <a:rPr lang="en-US" altLang="en-US" dirty="0"/>
              <a:t>}, the set consisting of all the processes in the system</a:t>
            </a:r>
            <a:br>
              <a:rPr lang="en-US" altLang="en-US" dirty="0"/>
            </a:br>
            <a:endParaRPr lang="en-US" altLang="en-US" dirty="0"/>
          </a:p>
          <a:p>
            <a:pPr lvl="1">
              <a:buFont typeface="Wingdings" pitchFamily="2" charset="2"/>
              <a:buChar char="q"/>
            </a:pPr>
            <a:r>
              <a:rPr lang="en-US" altLang="en-US" i="1" dirty="0"/>
              <a:t>R</a:t>
            </a:r>
            <a:r>
              <a:rPr lang="en-US" altLang="en-US" dirty="0"/>
              <a:t> = {</a:t>
            </a:r>
            <a:r>
              <a:rPr lang="en-US" altLang="en-US" i="1" dirty="0"/>
              <a:t>R</a:t>
            </a:r>
            <a:r>
              <a:rPr lang="en-US" altLang="en-US" baseline="-25000" dirty="0"/>
              <a:t>1</a:t>
            </a:r>
            <a:r>
              <a:rPr lang="en-US" altLang="en-US" dirty="0"/>
              <a:t>, </a:t>
            </a:r>
            <a:r>
              <a:rPr lang="en-US" altLang="en-US" i="1" dirty="0"/>
              <a:t>R</a:t>
            </a:r>
            <a:r>
              <a:rPr lang="en-US" altLang="en-US" baseline="-25000" dirty="0"/>
              <a:t>2</a:t>
            </a:r>
            <a:r>
              <a:rPr lang="en-US" altLang="en-US" dirty="0"/>
              <a:t>, …, </a:t>
            </a:r>
            <a:r>
              <a:rPr lang="en-US" altLang="en-US" i="1" dirty="0" err="1"/>
              <a:t>R</a:t>
            </a:r>
            <a:r>
              <a:rPr lang="en-US" altLang="en-US" i="1" baseline="-25000" dirty="0" err="1"/>
              <a:t>m</a:t>
            </a:r>
            <a:r>
              <a:rPr lang="en-US" altLang="en-US" dirty="0"/>
              <a:t>}, the set consisting of all resource types in the system</a:t>
            </a:r>
          </a:p>
          <a:p>
            <a:pPr lvl="1">
              <a:buFont typeface="Wingdings" pitchFamily="2" charset="2"/>
              <a:buChar char="q"/>
            </a:pPr>
            <a:endParaRPr lang="en-US" altLang="en-US" sz="900" dirty="0"/>
          </a:p>
          <a:p>
            <a:pPr>
              <a:buFont typeface="Wingdings" pitchFamily="2" charset="2"/>
              <a:buChar char="q"/>
            </a:pPr>
            <a:r>
              <a:rPr lang="en-US" altLang="en-US" b="1" dirty="0">
                <a:solidFill>
                  <a:srgbClr val="3366FF"/>
                </a:solidFill>
              </a:rPr>
              <a:t>request edge</a:t>
            </a:r>
            <a:r>
              <a:rPr lang="en-US" altLang="en-US" dirty="0">
                <a:solidFill>
                  <a:srgbClr val="3366FF"/>
                </a:solidFill>
              </a:rPr>
              <a:t> </a:t>
            </a:r>
            <a:r>
              <a:rPr lang="en-US" altLang="en-US" dirty="0"/>
              <a:t>– directed edge </a:t>
            </a:r>
            <a:r>
              <a:rPr lang="en-US" altLang="en-US" i="1" dirty="0"/>
              <a:t>P</a:t>
            </a:r>
            <a:r>
              <a:rPr lang="en-US" altLang="en-US" i="1" baseline="-25000" dirty="0"/>
              <a:t>i </a:t>
            </a:r>
            <a:r>
              <a:rPr lang="en-US" altLang="en-US" dirty="0">
                <a:sym typeface="Symbol" pitchFamily="18" charset="2"/>
              </a:rPr>
              <a:t> </a:t>
            </a:r>
            <a:r>
              <a:rPr lang="en-US" altLang="en-US" i="1" dirty="0" err="1">
                <a:sym typeface="Symbol" pitchFamily="18" charset="2"/>
              </a:rPr>
              <a:t>R</a:t>
            </a:r>
            <a:r>
              <a:rPr lang="en-US" altLang="en-US" i="1" baseline="-25000" dirty="0" err="1">
                <a:sym typeface="Symbol" pitchFamily="18" charset="2"/>
              </a:rPr>
              <a:t>j</a:t>
            </a:r>
            <a:endParaRPr lang="en-US" altLang="en-US" i="1" baseline="-25000" dirty="0">
              <a:sym typeface="Symbol" pitchFamily="18" charset="2"/>
            </a:endParaRPr>
          </a:p>
          <a:p>
            <a:pPr>
              <a:buFont typeface="Wingdings" pitchFamily="2" charset="2"/>
              <a:buChar char="q"/>
            </a:pPr>
            <a:endParaRPr lang="en-US" altLang="en-US" sz="800" i="1" baseline="-25000" dirty="0">
              <a:sym typeface="Symbol" pitchFamily="18" charset="2"/>
            </a:endParaRPr>
          </a:p>
          <a:p>
            <a:pPr>
              <a:buFont typeface="Wingdings" pitchFamily="2" charset="2"/>
              <a:buChar char="q"/>
            </a:pPr>
            <a:r>
              <a:rPr lang="en-US" altLang="en-US" b="1" dirty="0">
                <a:solidFill>
                  <a:srgbClr val="3366FF"/>
                </a:solidFill>
                <a:sym typeface="Symbol" pitchFamily="18" charset="2"/>
              </a:rPr>
              <a:t>assignment edge</a:t>
            </a:r>
            <a:r>
              <a:rPr lang="en-US" altLang="en-US" dirty="0">
                <a:solidFill>
                  <a:srgbClr val="3366FF"/>
                </a:solidFill>
                <a:sym typeface="Symbol" pitchFamily="18" charset="2"/>
              </a:rPr>
              <a:t> </a:t>
            </a:r>
            <a:r>
              <a:rPr lang="en-US" altLang="en-US" dirty="0"/>
              <a:t>– directed edge </a:t>
            </a:r>
            <a:r>
              <a:rPr lang="en-US" altLang="en-US" i="1" dirty="0" err="1"/>
              <a:t>R</a:t>
            </a:r>
            <a:r>
              <a:rPr lang="en-US" altLang="en-US" i="1" baseline="-25000" dirty="0" err="1"/>
              <a:t>j</a:t>
            </a:r>
            <a:r>
              <a:rPr lang="en-US" altLang="en-US" i="1" dirty="0"/>
              <a:t> </a:t>
            </a:r>
            <a:r>
              <a:rPr lang="en-US" altLang="en-US" dirty="0">
                <a:sym typeface="Symbol" pitchFamily="18" charset="2"/>
              </a:rPr>
              <a:t> </a:t>
            </a:r>
            <a:r>
              <a:rPr lang="en-US" altLang="en-US" i="1" dirty="0">
                <a:sym typeface="Symbol" pitchFamily="18" charset="2"/>
              </a:rPr>
              <a:t>P</a:t>
            </a:r>
            <a:r>
              <a:rPr lang="en-US" altLang="en-US" i="1" baseline="-25000" dirty="0">
                <a:sym typeface="Symbol" pitchFamily="18" charset="2"/>
              </a:rPr>
              <a:t>i</a:t>
            </a:r>
            <a:endParaRPr lang="en-US" altLang="en-US" dirty="0">
              <a:sym typeface="Symbol" pitchFamily="18" charset="2"/>
            </a:endParaRPr>
          </a:p>
        </p:txBody>
      </p:sp>
      <p:sp>
        <p:nvSpPr>
          <p:cNvPr id="15363" name="Text Box 4"/>
          <p:cNvSpPr txBox="1">
            <a:spLocks noChangeArrowheads="1"/>
          </p:cNvSpPr>
          <p:nvPr/>
        </p:nvSpPr>
        <p:spPr bwMode="auto">
          <a:xfrm>
            <a:off x="284163" y="1930769"/>
            <a:ext cx="4692650" cy="3968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>
            <a:spAutoFit/>
          </a:bodyPr>
          <a:lstStyle>
            <a:lvl1pPr>
              <a:defRPr kumimoji="1">
                <a:solidFill>
                  <a:schemeClr val="tx1"/>
                </a:solidFill>
                <a:latin typeface="Helvetica" pitchFamily="-84" charset="0"/>
                <a:ea typeface="MS PGothic" pitchFamily="34" charset="-128"/>
                <a:cs typeface="MS PGothic" pitchFamily="34" charset="-128"/>
              </a:defRPr>
            </a:lvl1pPr>
            <a:lvl2pPr>
              <a:defRPr kumimoji="1">
                <a:solidFill>
                  <a:schemeClr val="tx1"/>
                </a:solidFill>
                <a:latin typeface="Helvetica" pitchFamily="-84" charset="0"/>
                <a:ea typeface="MS PGothic" pitchFamily="34" charset="-128"/>
              </a:defRPr>
            </a:lvl2pPr>
            <a:lvl3pPr marL="1143000">
              <a:defRPr kumimoji="1">
                <a:solidFill>
                  <a:schemeClr val="tx1"/>
                </a:solidFill>
                <a:latin typeface="Helvetica" pitchFamily="-84" charset="0"/>
                <a:ea typeface="MS PGothic" pitchFamily="34" charset="-128"/>
              </a:defRPr>
            </a:lvl3pPr>
            <a:lvl4pPr marL="1600200">
              <a:defRPr kumimoji="1">
                <a:solidFill>
                  <a:schemeClr val="tx1"/>
                </a:solidFill>
                <a:latin typeface="Helvetica" pitchFamily="-84" charset="0"/>
                <a:ea typeface="MS PGothic" pitchFamily="34" charset="-128"/>
              </a:defRPr>
            </a:lvl4pPr>
            <a:lvl5pPr marL="2057400">
              <a:defRPr kumimoji="1">
                <a:solidFill>
                  <a:schemeClr val="tx1"/>
                </a:solidFill>
                <a:latin typeface="Helvetica" pitchFamily="-84" charset="0"/>
                <a:ea typeface="MS PGothic" pitchFamily="34" charset="-128"/>
              </a:defRPr>
            </a:lvl5pPr>
            <a:lvl6pPr marL="2514600">
              <a:defRPr kumimoji="1">
                <a:solidFill>
                  <a:schemeClr val="tx1"/>
                </a:solidFill>
                <a:latin typeface="Helvetica" pitchFamily="-84" charset="0"/>
                <a:ea typeface="MS PGothic" pitchFamily="34" charset="-128"/>
              </a:defRPr>
            </a:lvl6pPr>
            <a:lvl7pPr marL="2971800">
              <a:defRPr kumimoji="1">
                <a:solidFill>
                  <a:schemeClr val="tx1"/>
                </a:solidFill>
                <a:latin typeface="Helvetica" pitchFamily="-84" charset="0"/>
                <a:ea typeface="MS PGothic" pitchFamily="34" charset="-128"/>
              </a:defRPr>
            </a:lvl7pPr>
            <a:lvl8pPr marL="3429000">
              <a:defRPr kumimoji="1">
                <a:solidFill>
                  <a:schemeClr val="tx1"/>
                </a:solidFill>
                <a:latin typeface="Helvetica" pitchFamily="-84" charset="0"/>
                <a:ea typeface="MS PGothic" pitchFamily="34" charset="-128"/>
              </a:defRPr>
            </a:lvl8pPr>
            <a:lvl9pPr marL="3886200">
              <a:defRPr kumimoji="1">
                <a:solidFill>
                  <a:schemeClr val="tx1"/>
                </a:solidFill>
                <a:latin typeface="Helvetica" pitchFamily="-84" charset="0"/>
                <a:ea typeface="MS PGothic" pitchFamily="34" charset="-128"/>
              </a:defRPr>
            </a:lvl9pPr>
          </a:lstStyle>
          <a:p>
            <a:pPr algn="ctr">
              <a:spcBef>
                <a:spcPct val="50000"/>
              </a:spcBef>
            </a:pPr>
            <a:r>
              <a:rPr kumimoji="0" lang="en-US" altLang="en-US" sz="2000" dirty="0"/>
              <a:t>A set of vertices </a:t>
            </a:r>
            <a:r>
              <a:rPr kumimoji="0" lang="en-US" altLang="en-US" sz="2000" i="1" dirty="0"/>
              <a:t>V</a:t>
            </a:r>
            <a:r>
              <a:rPr kumimoji="0" lang="en-US" altLang="en-US" sz="2000" dirty="0"/>
              <a:t> and a set of edges </a:t>
            </a:r>
            <a:r>
              <a:rPr kumimoji="0" lang="en-US" altLang="en-US" sz="2000" i="1" dirty="0"/>
              <a:t>E</a:t>
            </a:r>
            <a:r>
              <a:rPr kumimoji="0" lang="en-US" altLang="en-US" sz="2000" dirty="0"/>
              <a:t>.</a:t>
            </a:r>
          </a:p>
        </p:txBody>
      </p:sp>
    </p:spTree>
    <p:extLst>
      <p:ext uri="{BB962C8B-B14F-4D97-AF65-F5344CB8AC3E}">
        <p14:creationId xmlns:p14="http://schemas.microsoft.com/office/powerpoint/2010/main" val="2305366117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1137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l"/>
            <a:r>
              <a:rPr lang="en-US" altLang="en-US" dirty="0"/>
              <a:t>Resource Allocation Graph Example</a:t>
            </a:r>
            <a:endParaRPr lang="en-US" dirty="0"/>
          </a:p>
        </p:txBody>
      </p:sp>
      <p:sp>
        <p:nvSpPr>
          <p:cNvPr id="91138" name="Content Placeholder 2"/>
          <p:cNvSpPr>
            <a:spLocks noGrp="1"/>
          </p:cNvSpPr>
          <p:nvPr>
            <p:ph idx="1"/>
          </p:nvPr>
        </p:nvSpPr>
        <p:spPr>
          <a:xfrm>
            <a:off x="284164" y="2033391"/>
            <a:ext cx="6479891" cy="3992563"/>
          </a:xfrm>
        </p:spPr>
        <p:txBody>
          <a:bodyPr>
            <a:normAutofit fontScale="85000" lnSpcReduction="20000"/>
          </a:bodyPr>
          <a:lstStyle/>
          <a:p>
            <a:pPr>
              <a:buFont typeface="Wingdings" pitchFamily="2" charset="2"/>
              <a:buChar char="q"/>
            </a:pPr>
            <a:r>
              <a:rPr lang="en-US" dirty="0"/>
              <a:t>One instance of R1</a:t>
            </a:r>
          </a:p>
          <a:p>
            <a:pPr>
              <a:buFont typeface="Wingdings" pitchFamily="2" charset="2"/>
              <a:buChar char="q"/>
            </a:pPr>
            <a:r>
              <a:rPr lang="en-US" dirty="0"/>
              <a:t>Two instances of R2</a:t>
            </a:r>
          </a:p>
          <a:p>
            <a:pPr>
              <a:buFont typeface="Wingdings" pitchFamily="2" charset="2"/>
              <a:buChar char="q"/>
            </a:pPr>
            <a:r>
              <a:rPr lang="en-US" dirty="0"/>
              <a:t>One instance of R3</a:t>
            </a:r>
          </a:p>
          <a:p>
            <a:pPr>
              <a:buFont typeface="Wingdings" pitchFamily="2" charset="2"/>
              <a:buChar char="q"/>
            </a:pPr>
            <a:r>
              <a:rPr lang="en-US" dirty="0"/>
              <a:t>Three instance of R4</a:t>
            </a:r>
          </a:p>
          <a:p>
            <a:pPr>
              <a:buFont typeface="Wingdings" pitchFamily="2" charset="2"/>
              <a:buChar char="q"/>
            </a:pPr>
            <a:r>
              <a:rPr lang="en-US" dirty="0"/>
              <a:t>T1 holds one instance of R2 and is waiting for an instance of R1</a:t>
            </a:r>
          </a:p>
          <a:p>
            <a:pPr>
              <a:buFont typeface="Wingdings" pitchFamily="2" charset="2"/>
              <a:buChar char="q"/>
            </a:pPr>
            <a:r>
              <a:rPr lang="en-US" dirty="0"/>
              <a:t>T2 holds one instance of R1, one instance of R2, and is waiting for an instance of R3</a:t>
            </a:r>
          </a:p>
          <a:p>
            <a:pPr>
              <a:buFont typeface="Wingdings" pitchFamily="2" charset="2"/>
              <a:buChar char="q"/>
            </a:pPr>
            <a:r>
              <a:rPr lang="en-US" dirty="0"/>
              <a:t>T3 is holds one instance of R3</a:t>
            </a:r>
          </a:p>
        </p:txBody>
      </p:sp>
      <p:pic>
        <p:nvPicPr>
          <p:cNvPr id="91139" name="Picture 3"/>
          <p:cNvPicPr>
            <a:picLocks noChangeAspect="1"/>
          </p:cNvPicPr>
          <p:nvPr/>
        </p:nvPicPr>
        <p:blipFill>
          <a:blip r:embed="rId2" cstate="email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423308" y="2033391"/>
            <a:ext cx="2497137" cy="36941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236035666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409" name="Rectangle 2"/>
          <p:cNvSpPr>
            <a:spLocks noGrp="1" noChangeArrowheads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pPr algn="l" eaLnBrk="1" hangingPunct="1"/>
            <a:r>
              <a:rPr lang="en-US" altLang="en-US" sz="3600"/>
              <a:t>Resource Allocation Graph With A Deadlock</a:t>
            </a:r>
          </a:p>
        </p:txBody>
      </p:sp>
      <p:pic>
        <p:nvPicPr>
          <p:cNvPr id="17410" name="Picture 1"/>
          <p:cNvPicPr>
            <a:picLocks noChangeAspect="1"/>
          </p:cNvPicPr>
          <p:nvPr/>
        </p:nvPicPr>
        <p:blipFill>
          <a:blip r:embed="rId3" cstate="email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081403" y="1861690"/>
            <a:ext cx="3040628" cy="4495466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3398424689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457" name="Rectangle 2"/>
          <p:cNvSpPr>
            <a:spLocks noGrp="1" noChangeArrowheads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pPr algn="l" eaLnBrk="1" hangingPunct="1"/>
            <a:r>
              <a:rPr lang="en-US" altLang="en-US"/>
              <a:t>Graph With A Cycle But No Deadlock</a:t>
            </a:r>
          </a:p>
        </p:txBody>
      </p:sp>
      <p:pic>
        <p:nvPicPr>
          <p:cNvPr id="19458" name="Picture 1"/>
          <p:cNvPicPr>
            <a:picLocks noChangeAspect="1"/>
          </p:cNvPicPr>
          <p:nvPr/>
        </p:nvPicPr>
        <p:blipFill>
          <a:blip r:embed="rId3" cstate="email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925762" y="1873751"/>
            <a:ext cx="3494087" cy="446246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3683187843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505" name="Rectangle 2"/>
          <p:cNvSpPr>
            <a:spLocks noGrp="1" noChangeArrowheads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pPr algn="l" eaLnBrk="1" hangingPunct="1"/>
            <a:r>
              <a:rPr lang="en-US" altLang="en-US"/>
              <a:t>Basic Facts</a:t>
            </a:r>
          </a:p>
        </p:txBody>
      </p:sp>
      <p:sp>
        <p:nvSpPr>
          <p:cNvPr id="21506" name="Rectangle 3"/>
          <p:cNvSpPr>
            <a:spLocks noGrp="1" noChangeArrowheads="1"/>
          </p:cNvSpPr>
          <p:nvPr>
            <p:ph idx="1"/>
          </p:nvPr>
        </p:nvSpPr>
        <p:spPr>
          <a:xfrm>
            <a:off x="284163" y="1933183"/>
            <a:ext cx="8484056" cy="3992563"/>
          </a:xfrm>
        </p:spPr>
        <p:txBody>
          <a:bodyPr/>
          <a:lstStyle/>
          <a:p>
            <a:pPr>
              <a:buFont typeface="Wingdings" pitchFamily="2" charset="2"/>
              <a:buChar char="q"/>
            </a:pPr>
            <a:r>
              <a:rPr lang="en-US" altLang="en-US" dirty="0"/>
              <a:t>If graph contains no cycles </a:t>
            </a:r>
            <a:r>
              <a:rPr lang="en-US" altLang="en-US" dirty="0">
                <a:sym typeface="Symbol" pitchFamily="18" charset="2"/>
              </a:rPr>
              <a:t> no deadlock</a:t>
            </a:r>
          </a:p>
          <a:p>
            <a:pPr>
              <a:buFont typeface="Wingdings" pitchFamily="2" charset="2"/>
              <a:buChar char="q"/>
            </a:pPr>
            <a:r>
              <a:rPr lang="en-US" altLang="en-US" dirty="0">
                <a:sym typeface="Symbol" pitchFamily="18" charset="2"/>
              </a:rPr>
              <a:t>If graph contains a cycle </a:t>
            </a:r>
          </a:p>
          <a:p>
            <a:pPr lvl="1">
              <a:buFont typeface="Wingdings" pitchFamily="2" charset="2"/>
              <a:buChar char="q"/>
            </a:pPr>
            <a:r>
              <a:rPr lang="en-US" altLang="en-US" dirty="0">
                <a:sym typeface="Symbol" pitchFamily="18" charset="2"/>
              </a:rPr>
              <a:t>if only one instance per resource type, then deadlock</a:t>
            </a:r>
          </a:p>
          <a:p>
            <a:pPr lvl="1">
              <a:buFont typeface="Wingdings" pitchFamily="2" charset="2"/>
              <a:buChar char="q"/>
            </a:pPr>
            <a:r>
              <a:rPr lang="en-US" altLang="en-US" dirty="0">
                <a:sym typeface="Symbol" pitchFamily="18" charset="2"/>
              </a:rPr>
              <a:t>if several instances per resource type, possibility of deadlock</a:t>
            </a:r>
          </a:p>
        </p:txBody>
      </p:sp>
    </p:spTree>
    <p:extLst>
      <p:ext uri="{BB962C8B-B14F-4D97-AF65-F5344CB8AC3E}">
        <p14:creationId xmlns:p14="http://schemas.microsoft.com/office/powerpoint/2010/main" val="1403653014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553" name="Rectangle 2"/>
          <p:cNvSpPr>
            <a:spLocks noGrp="1" noChangeArrowheads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pPr algn="l" eaLnBrk="1" hangingPunct="1"/>
            <a:r>
              <a:rPr lang="en-US" altLang="en-US" dirty="0"/>
              <a:t>Methods for Handling Deadlocks</a:t>
            </a:r>
          </a:p>
        </p:txBody>
      </p:sp>
      <p:sp>
        <p:nvSpPr>
          <p:cNvPr id="23554" name="Rectangle 3"/>
          <p:cNvSpPr>
            <a:spLocks noGrp="1" noChangeArrowheads="1"/>
          </p:cNvSpPr>
          <p:nvPr>
            <p:ph idx="1"/>
          </p:nvPr>
        </p:nvSpPr>
        <p:spPr>
          <a:xfrm>
            <a:off x="284163" y="1983287"/>
            <a:ext cx="8574087" cy="3992563"/>
          </a:xfrm>
        </p:spPr>
        <p:txBody>
          <a:bodyPr>
            <a:normAutofit/>
          </a:bodyPr>
          <a:lstStyle/>
          <a:p>
            <a:pPr>
              <a:buFont typeface="Wingdings" pitchFamily="2" charset="2"/>
              <a:buChar char="q"/>
            </a:pPr>
            <a:r>
              <a:rPr lang="en-US" altLang="en-US" dirty="0"/>
              <a:t>Ensure that the system will </a:t>
            </a:r>
            <a:r>
              <a:rPr lang="en-US" altLang="en-US" b="1" i="1" dirty="0">
                <a:solidFill>
                  <a:srgbClr val="FF0066"/>
                </a:solidFill>
              </a:rPr>
              <a:t>never</a:t>
            </a:r>
            <a:r>
              <a:rPr lang="en-US" altLang="en-US" dirty="0"/>
              <a:t> enter a deadlock state:</a:t>
            </a:r>
          </a:p>
          <a:p>
            <a:pPr lvl="1">
              <a:buFont typeface="Wingdings" pitchFamily="2" charset="2"/>
              <a:buChar char="q"/>
            </a:pPr>
            <a:r>
              <a:rPr lang="en-US" altLang="en-US" dirty="0"/>
              <a:t>Deadlock prevention</a:t>
            </a:r>
          </a:p>
          <a:p>
            <a:pPr lvl="1">
              <a:buFont typeface="Wingdings" pitchFamily="2" charset="2"/>
              <a:buChar char="q"/>
            </a:pPr>
            <a:r>
              <a:rPr lang="en-US" altLang="en-US" dirty="0"/>
              <a:t>Deadlock avoidance</a:t>
            </a:r>
          </a:p>
          <a:p>
            <a:pPr>
              <a:buFont typeface="Wingdings" pitchFamily="2" charset="2"/>
              <a:buChar char="q"/>
            </a:pPr>
            <a:r>
              <a:rPr lang="en-US" altLang="en-US" dirty="0"/>
              <a:t>Allow the system to enter a deadlock state and then recover</a:t>
            </a:r>
          </a:p>
          <a:p>
            <a:pPr>
              <a:buFont typeface="Wingdings" pitchFamily="2" charset="2"/>
              <a:buChar char="q"/>
            </a:pPr>
            <a:r>
              <a:rPr lang="en-US" altLang="en-US" dirty="0"/>
              <a:t>Ignore the problem and pretend that deadlocks never occur in the system.</a:t>
            </a:r>
          </a:p>
        </p:txBody>
      </p:sp>
    </p:spTree>
    <p:extLst>
      <p:ext uri="{BB962C8B-B14F-4D97-AF65-F5344CB8AC3E}">
        <p14:creationId xmlns:p14="http://schemas.microsoft.com/office/powerpoint/2010/main" val="3564910701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601" name="Rectangle 1026"/>
          <p:cNvSpPr>
            <a:spLocks noGrp="1" noChangeArrowheads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pPr algn="l" eaLnBrk="1" hangingPunct="1"/>
            <a:r>
              <a:rPr lang="en-US" altLang="en-US"/>
              <a:t>Deadlock Prevention</a:t>
            </a:r>
          </a:p>
        </p:txBody>
      </p:sp>
      <p:sp>
        <p:nvSpPr>
          <p:cNvPr id="25602" name="Rectangle 1027"/>
          <p:cNvSpPr>
            <a:spLocks noGrp="1" noChangeArrowheads="1"/>
          </p:cNvSpPr>
          <p:nvPr>
            <p:ph idx="1"/>
          </p:nvPr>
        </p:nvSpPr>
        <p:spPr>
          <a:xfrm>
            <a:off x="284163" y="2283912"/>
            <a:ext cx="8574087" cy="3992563"/>
          </a:xfrm>
        </p:spPr>
        <p:txBody>
          <a:bodyPr>
            <a:normAutofit/>
          </a:bodyPr>
          <a:lstStyle/>
          <a:p>
            <a:pPr>
              <a:buFont typeface="Wingdings" pitchFamily="2" charset="2"/>
              <a:buChar char="q"/>
            </a:pPr>
            <a:r>
              <a:rPr lang="en-US" altLang="en-US" b="1" dirty="0"/>
              <a:t>Mutual Exclusion</a:t>
            </a:r>
            <a:r>
              <a:rPr lang="en-US" altLang="en-US" dirty="0"/>
              <a:t> – not required for sharable resources (e.g., read-only files); must hold for non-sharable resources</a:t>
            </a:r>
          </a:p>
          <a:p>
            <a:pPr>
              <a:buFont typeface="Wingdings" pitchFamily="2" charset="2"/>
              <a:buChar char="q"/>
            </a:pPr>
            <a:r>
              <a:rPr lang="en-US" altLang="en-US" b="1" dirty="0"/>
              <a:t>Hold and Wait</a:t>
            </a:r>
            <a:r>
              <a:rPr lang="en-US" altLang="en-US" dirty="0"/>
              <a:t> – must guarantee that whenever a process requests a resource, it does not hold any other resources</a:t>
            </a:r>
          </a:p>
          <a:p>
            <a:pPr lvl="1">
              <a:buFont typeface="Wingdings" pitchFamily="2" charset="2"/>
              <a:buChar char="q"/>
            </a:pPr>
            <a:r>
              <a:rPr lang="en-US" altLang="en-US" dirty="0"/>
              <a:t>Require process to request and be allocated all its resources before it begins execution, or allow process to request resources only when the process has none allocated to it.</a:t>
            </a:r>
          </a:p>
          <a:p>
            <a:pPr lvl="1">
              <a:buFont typeface="Wingdings" pitchFamily="2" charset="2"/>
              <a:buChar char="q"/>
            </a:pPr>
            <a:r>
              <a:rPr lang="en-US" altLang="en-US" dirty="0"/>
              <a:t>Low resource utilization; starvation possible</a:t>
            </a:r>
          </a:p>
        </p:txBody>
      </p:sp>
      <p:sp>
        <p:nvSpPr>
          <p:cNvPr id="25603" name="Text Box 1028"/>
          <p:cNvSpPr txBox="1">
            <a:spLocks noChangeArrowheads="1"/>
          </p:cNvSpPr>
          <p:nvPr/>
        </p:nvSpPr>
        <p:spPr bwMode="auto">
          <a:xfrm>
            <a:off x="284163" y="1805857"/>
            <a:ext cx="6327775" cy="36988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>
            <a:spAutoFit/>
          </a:bodyPr>
          <a:lstStyle>
            <a:lvl1pPr>
              <a:defRPr kumimoji="1">
                <a:solidFill>
                  <a:schemeClr val="tx1"/>
                </a:solidFill>
                <a:latin typeface="Helvetica" pitchFamily="-84" charset="0"/>
                <a:ea typeface="MS PGothic" pitchFamily="34" charset="-128"/>
                <a:cs typeface="MS PGothic" pitchFamily="34" charset="-128"/>
              </a:defRPr>
            </a:lvl1pPr>
            <a:lvl2pPr>
              <a:defRPr kumimoji="1">
                <a:solidFill>
                  <a:schemeClr val="tx1"/>
                </a:solidFill>
                <a:latin typeface="Helvetica" pitchFamily="-84" charset="0"/>
                <a:ea typeface="MS PGothic" pitchFamily="34" charset="-128"/>
              </a:defRPr>
            </a:lvl2pPr>
            <a:lvl3pPr marL="1143000">
              <a:defRPr kumimoji="1">
                <a:solidFill>
                  <a:schemeClr val="tx1"/>
                </a:solidFill>
                <a:latin typeface="Helvetica" pitchFamily="-84" charset="0"/>
                <a:ea typeface="MS PGothic" pitchFamily="34" charset="-128"/>
              </a:defRPr>
            </a:lvl3pPr>
            <a:lvl4pPr marL="1600200">
              <a:defRPr kumimoji="1">
                <a:solidFill>
                  <a:schemeClr val="tx1"/>
                </a:solidFill>
                <a:latin typeface="Helvetica" pitchFamily="-84" charset="0"/>
                <a:ea typeface="MS PGothic" pitchFamily="34" charset="-128"/>
              </a:defRPr>
            </a:lvl4pPr>
            <a:lvl5pPr marL="2057400">
              <a:defRPr kumimoji="1">
                <a:solidFill>
                  <a:schemeClr val="tx1"/>
                </a:solidFill>
                <a:latin typeface="Helvetica" pitchFamily="-84" charset="0"/>
                <a:ea typeface="MS PGothic" pitchFamily="34" charset="-128"/>
              </a:defRPr>
            </a:lvl5pPr>
            <a:lvl6pPr marL="2514600">
              <a:defRPr kumimoji="1">
                <a:solidFill>
                  <a:schemeClr val="tx1"/>
                </a:solidFill>
                <a:latin typeface="Helvetica" pitchFamily="-84" charset="0"/>
                <a:ea typeface="MS PGothic" pitchFamily="34" charset="-128"/>
              </a:defRPr>
            </a:lvl6pPr>
            <a:lvl7pPr marL="2971800">
              <a:defRPr kumimoji="1">
                <a:solidFill>
                  <a:schemeClr val="tx1"/>
                </a:solidFill>
                <a:latin typeface="Helvetica" pitchFamily="-84" charset="0"/>
                <a:ea typeface="MS PGothic" pitchFamily="34" charset="-128"/>
              </a:defRPr>
            </a:lvl7pPr>
            <a:lvl8pPr marL="3429000">
              <a:defRPr kumimoji="1">
                <a:solidFill>
                  <a:schemeClr val="tx1"/>
                </a:solidFill>
                <a:latin typeface="Helvetica" pitchFamily="-84" charset="0"/>
                <a:ea typeface="MS PGothic" pitchFamily="34" charset="-128"/>
              </a:defRPr>
            </a:lvl8pPr>
            <a:lvl9pPr marL="3886200">
              <a:defRPr kumimoji="1">
                <a:solidFill>
                  <a:schemeClr val="tx1"/>
                </a:solidFill>
                <a:latin typeface="Helvetica" pitchFamily="-84" charset="0"/>
                <a:ea typeface="MS PGothic" pitchFamily="34" charset="-128"/>
              </a:defRPr>
            </a:lvl9pPr>
          </a:lstStyle>
          <a:p>
            <a:pPr algn="ctr">
              <a:spcBef>
                <a:spcPct val="50000"/>
              </a:spcBef>
            </a:pPr>
            <a:r>
              <a:rPr kumimoji="0" lang="en-US" altLang="en-US" dirty="0"/>
              <a:t>Invalidate one of the four necessary conditions for deadlock:</a:t>
            </a:r>
          </a:p>
        </p:txBody>
      </p:sp>
    </p:spTree>
    <p:extLst>
      <p:ext uri="{BB962C8B-B14F-4D97-AF65-F5344CB8AC3E}">
        <p14:creationId xmlns:p14="http://schemas.microsoft.com/office/powerpoint/2010/main" val="3733757361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649" name="Rectangle 1026"/>
          <p:cNvSpPr>
            <a:spLocks noGrp="1" noChangeArrowheads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pPr algn="l"/>
            <a:r>
              <a:rPr lang="en-US" altLang="en-US" dirty="0"/>
              <a:t>Deadlock Prevention </a:t>
            </a:r>
            <a:r>
              <a:rPr lang="en-US" altLang="en-US" sz="1600" dirty="0">
                <a:solidFill>
                  <a:prstClr val="white"/>
                </a:solidFill>
              </a:rPr>
              <a:t>(cont’d)</a:t>
            </a:r>
            <a:endParaRPr lang="en-US" altLang="en-US" dirty="0"/>
          </a:p>
        </p:txBody>
      </p:sp>
      <p:sp>
        <p:nvSpPr>
          <p:cNvPr id="27650" name="Rectangle 1027"/>
          <p:cNvSpPr>
            <a:spLocks noGrp="1" noChangeArrowheads="1"/>
          </p:cNvSpPr>
          <p:nvPr>
            <p:ph idx="1"/>
          </p:nvPr>
        </p:nvSpPr>
        <p:spPr>
          <a:xfrm>
            <a:off x="284163" y="1933183"/>
            <a:ext cx="8574087" cy="3992563"/>
          </a:xfrm>
        </p:spPr>
        <p:txBody>
          <a:bodyPr>
            <a:normAutofit fontScale="92500" lnSpcReduction="10000"/>
          </a:bodyPr>
          <a:lstStyle/>
          <a:p>
            <a:pPr>
              <a:buFont typeface="Wingdings" pitchFamily="2" charset="2"/>
              <a:buChar char="q"/>
            </a:pPr>
            <a:r>
              <a:rPr lang="en-US" altLang="en-US" b="1" dirty="0"/>
              <a:t>No Preemption</a:t>
            </a:r>
            <a:r>
              <a:rPr lang="en-US" altLang="en-US" dirty="0"/>
              <a:t> –</a:t>
            </a:r>
          </a:p>
          <a:p>
            <a:pPr lvl="1">
              <a:buFont typeface="Wingdings" pitchFamily="2" charset="2"/>
              <a:buChar char="q"/>
            </a:pPr>
            <a:r>
              <a:rPr lang="en-US" altLang="en-US" dirty="0"/>
              <a:t>If a process that is holding some resources requests another resource that cannot be immediately allocated to it, then all resources currently being held are released</a:t>
            </a:r>
          </a:p>
          <a:p>
            <a:pPr lvl="1">
              <a:buFont typeface="Wingdings" pitchFamily="2" charset="2"/>
              <a:buChar char="q"/>
            </a:pPr>
            <a:r>
              <a:rPr lang="en-US" altLang="en-US" dirty="0"/>
              <a:t>Preempted resources are added to the list of resources for which the process is waiting</a:t>
            </a:r>
          </a:p>
          <a:p>
            <a:pPr lvl="1">
              <a:buFont typeface="Wingdings" pitchFamily="2" charset="2"/>
              <a:buChar char="q"/>
            </a:pPr>
            <a:r>
              <a:rPr lang="en-US" altLang="en-US" dirty="0"/>
              <a:t>Process will be restarted only when it can regain its old resources, as well as the new ones that it is requesting</a:t>
            </a:r>
          </a:p>
          <a:p>
            <a:pPr>
              <a:buFont typeface="Wingdings" pitchFamily="2" charset="2"/>
              <a:buChar char="q"/>
            </a:pPr>
            <a:r>
              <a:rPr lang="en-US" altLang="en-US" b="1" dirty="0"/>
              <a:t>Circular Wait</a:t>
            </a:r>
            <a:r>
              <a:rPr lang="en-US" altLang="en-US" dirty="0"/>
              <a:t> – impose a total ordering of all resource types, and require that each process requests resources in an increasing order of enumeration</a:t>
            </a:r>
          </a:p>
          <a:p>
            <a:pPr lvl="1">
              <a:buFont typeface="Wingdings" pitchFamily="2" charset="2"/>
              <a:buChar char="q"/>
            </a:pPr>
            <a:endParaRPr lang="en-US" altLang="en-US" dirty="0"/>
          </a:p>
        </p:txBody>
      </p:sp>
    </p:spTree>
    <p:extLst>
      <p:ext uri="{BB962C8B-B14F-4D97-AF65-F5344CB8AC3E}">
        <p14:creationId xmlns:p14="http://schemas.microsoft.com/office/powerpoint/2010/main" val="349626026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2161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l"/>
            <a:r>
              <a:rPr lang="en-US"/>
              <a:t>Circular Wait</a:t>
            </a:r>
          </a:p>
        </p:txBody>
      </p:sp>
      <p:sp>
        <p:nvSpPr>
          <p:cNvPr id="92162" name="Content Placeholder 2"/>
          <p:cNvSpPr>
            <a:spLocks noGrp="1"/>
          </p:cNvSpPr>
          <p:nvPr>
            <p:ph idx="1"/>
          </p:nvPr>
        </p:nvSpPr>
        <p:spPr>
          <a:xfrm>
            <a:off x="284163" y="1936750"/>
            <a:ext cx="5457541" cy="3992563"/>
          </a:xfrm>
        </p:spPr>
        <p:txBody>
          <a:bodyPr>
            <a:normAutofit fontScale="85000" lnSpcReduction="20000"/>
          </a:bodyPr>
          <a:lstStyle/>
          <a:p>
            <a:pPr>
              <a:buFont typeface="Wingdings" pitchFamily="2" charset="2"/>
              <a:buChar char="q"/>
            </a:pPr>
            <a:r>
              <a:rPr lang="en-US" dirty="0"/>
              <a:t>Invalidating the circular wait condition is most common.</a:t>
            </a:r>
          </a:p>
          <a:p>
            <a:pPr>
              <a:buFont typeface="Wingdings" pitchFamily="2" charset="2"/>
              <a:buChar char="q"/>
            </a:pPr>
            <a:r>
              <a:rPr lang="en-US" dirty="0"/>
              <a:t>Simply assign each resource (i.e. </a:t>
            </a:r>
            <a:r>
              <a:rPr lang="en-US" dirty="0" err="1"/>
              <a:t>mutex</a:t>
            </a:r>
            <a:r>
              <a:rPr lang="en-US" dirty="0"/>
              <a:t> locks) a unique number.</a:t>
            </a:r>
          </a:p>
          <a:p>
            <a:pPr>
              <a:buFont typeface="Wingdings" pitchFamily="2" charset="2"/>
              <a:buChar char="q"/>
            </a:pPr>
            <a:r>
              <a:rPr lang="en-US" dirty="0"/>
              <a:t>Resources must be acquired in order.</a:t>
            </a:r>
          </a:p>
          <a:p>
            <a:pPr>
              <a:buFont typeface="Wingdings" pitchFamily="2" charset="2"/>
              <a:buChar char="q"/>
            </a:pPr>
            <a:r>
              <a:rPr lang="en-US" dirty="0"/>
              <a:t>If:</a:t>
            </a:r>
            <a:br>
              <a:rPr lang="en-US" dirty="0"/>
            </a:br>
            <a:br>
              <a:rPr lang="en-US" dirty="0"/>
            </a:br>
            <a:r>
              <a:rPr lang="en-US" b="1" dirty="0" err="1">
                <a:latin typeface="Courier New" pitchFamily="49" charset="0"/>
                <a:cs typeface="Courier New" pitchFamily="49" charset="0"/>
              </a:rPr>
              <a:t>first_mutex</a:t>
            </a:r>
            <a:r>
              <a:rPr lang="en-US" b="1" dirty="0">
                <a:latin typeface="Courier New" pitchFamily="49" charset="0"/>
                <a:cs typeface="Courier New" pitchFamily="49" charset="0"/>
              </a:rPr>
              <a:t> = 1</a:t>
            </a:r>
            <a:br>
              <a:rPr lang="en-US" b="1" dirty="0">
                <a:latin typeface="Courier New" pitchFamily="49" charset="0"/>
                <a:cs typeface="Courier New" pitchFamily="49" charset="0"/>
              </a:rPr>
            </a:br>
            <a:r>
              <a:rPr lang="en-US" b="1" dirty="0" err="1">
                <a:latin typeface="Courier New" pitchFamily="49" charset="0"/>
                <a:cs typeface="Courier New" pitchFamily="49" charset="0"/>
              </a:rPr>
              <a:t>second_mutex</a:t>
            </a:r>
            <a:r>
              <a:rPr lang="en-US" b="1" dirty="0">
                <a:latin typeface="Courier New" pitchFamily="49" charset="0"/>
                <a:cs typeface="Courier New" pitchFamily="49" charset="0"/>
              </a:rPr>
              <a:t> = 5</a:t>
            </a:r>
            <a:br>
              <a:rPr lang="en-US" b="1" dirty="0">
                <a:latin typeface="Courier New" pitchFamily="49" charset="0"/>
                <a:cs typeface="Courier New" pitchFamily="49" charset="0"/>
              </a:rPr>
            </a:br>
            <a:br>
              <a:rPr lang="en-US" dirty="0"/>
            </a:br>
            <a:r>
              <a:rPr lang="en-US" dirty="0"/>
              <a:t>code for </a:t>
            </a:r>
            <a:r>
              <a:rPr lang="en-US" b="1" dirty="0" err="1">
                <a:latin typeface="Courier New" pitchFamily="49" charset="0"/>
                <a:cs typeface="Courier New" pitchFamily="49" charset="0"/>
              </a:rPr>
              <a:t>thread_two</a:t>
            </a:r>
            <a:r>
              <a:rPr lang="en-US" dirty="0"/>
              <a:t> could not be </a:t>
            </a:r>
            <a:br>
              <a:rPr lang="en-US" dirty="0"/>
            </a:br>
            <a:r>
              <a:rPr lang="en-US" dirty="0"/>
              <a:t>written as follows:</a:t>
            </a:r>
          </a:p>
        </p:txBody>
      </p:sp>
      <p:pic>
        <p:nvPicPr>
          <p:cNvPr id="92163" name="Content Placeholder 4"/>
          <p:cNvPicPr>
            <a:picLocks noChangeAspect="1"/>
          </p:cNvPicPr>
          <p:nvPr/>
        </p:nvPicPr>
        <p:blipFill>
          <a:blip r:embed="rId2" cstate="email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759450" y="2387687"/>
            <a:ext cx="3098800" cy="39179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cxnSp>
        <p:nvCxnSpPr>
          <p:cNvPr id="92164" name="Straight Arrow Connector 5"/>
          <p:cNvCxnSpPr>
            <a:cxnSpLocks noChangeShapeType="1"/>
          </p:cNvCxnSpPr>
          <p:nvPr/>
        </p:nvCxnSpPr>
        <p:spPr bwMode="auto">
          <a:xfrm flipV="1">
            <a:off x="2863264" y="5198301"/>
            <a:ext cx="3136703" cy="352926"/>
          </a:xfrm>
          <a:prstGeom prst="straightConnector1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med" len="med"/>
          </a:ln>
        </p:spPr>
      </p:cxnSp>
    </p:spTree>
    <p:extLst>
      <p:ext uri="{BB962C8B-B14F-4D97-AF65-F5344CB8AC3E}">
        <p14:creationId xmlns:p14="http://schemas.microsoft.com/office/powerpoint/2010/main" val="1079302567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697" name="Rectangle 2"/>
          <p:cNvSpPr>
            <a:spLocks noGrp="1" noChangeArrowheads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pPr algn="l" eaLnBrk="1" hangingPunct="1"/>
            <a:r>
              <a:rPr lang="en-US" altLang="en-US"/>
              <a:t>Deadlock Avoidance</a:t>
            </a:r>
          </a:p>
        </p:txBody>
      </p:sp>
      <p:sp>
        <p:nvSpPr>
          <p:cNvPr id="29698" name="Rectangle 3"/>
          <p:cNvSpPr>
            <a:spLocks noGrp="1" noChangeArrowheads="1"/>
          </p:cNvSpPr>
          <p:nvPr>
            <p:ph idx="1"/>
          </p:nvPr>
        </p:nvSpPr>
        <p:spPr>
          <a:xfrm>
            <a:off x="284163" y="2508554"/>
            <a:ext cx="8574087" cy="3992563"/>
          </a:xfrm>
        </p:spPr>
        <p:txBody>
          <a:bodyPr>
            <a:normAutofit/>
          </a:bodyPr>
          <a:lstStyle/>
          <a:p>
            <a:pPr>
              <a:buFont typeface="Wingdings" pitchFamily="2" charset="2"/>
              <a:buChar char="q"/>
            </a:pPr>
            <a:r>
              <a:rPr lang="en-US" altLang="en-US" dirty="0"/>
              <a:t>Simplest and most useful model requires that each process declare the </a:t>
            </a:r>
            <a:r>
              <a:rPr lang="en-US" altLang="en-US" b="1" i="1" dirty="0"/>
              <a:t>maximum number</a:t>
            </a:r>
            <a:r>
              <a:rPr lang="en-US" altLang="en-US" b="1" dirty="0"/>
              <a:t> </a:t>
            </a:r>
            <a:r>
              <a:rPr lang="en-US" altLang="en-US" dirty="0"/>
              <a:t>of resources of each type that it may need</a:t>
            </a:r>
          </a:p>
          <a:p>
            <a:pPr>
              <a:buFont typeface="Wingdings" pitchFamily="2" charset="2"/>
              <a:buChar char="q"/>
            </a:pPr>
            <a:r>
              <a:rPr lang="en-US" altLang="en-US" dirty="0"/>
              <a:t>The deadlock-avoidance algorithm dynamically examines the resource-allocation state to ensure that there can never be a circular-wait condition</a:t>
            </a:r>
          </a:p>
          <a:p>
            <a:pPr>
              <a:buFont typeface="Wingdings" pitchFamily="2" charset="2"/>
              <a:buChar char="q"/>
            </a:pPr>
            <a:r>
              <a:rPr lang="en-US" altLang="en-US" dirty="0"/>
              <a:t>Resource-allocation </a:t>
            </a:r>
            <a:r>
              <a:rPr lang="en-US" altLang="en-US" i="1" dirty="0"/>
              <a:t>state</a:t>
            </a:r>
            <a:r>
              <a:rPr lang="en-US" altLang="en-US" dirty="0"/>
              <a:t> is defined by the number of available and allocated resources, and the maximum demands of the processes</a:t>
            </a:r>
          </a:p>
        </p:txBody>
      </p:sp>
      <p:sp>
        <p:nvSpPr>
          <p:cNvPr id="29699" name="Text Box 4"/>
          <p:cNvSpPr txBox="1">
            <a:spLocks noChangeArrowheads="1"/>
          </p:cNvSpPr>
          <p:nvPr/>
        </p:nvSpPr>
        <p:spPr bwMode="auto">
          <a:xfrm>
            <a:off x="284163" y="1812925"/>
            <a:ext cx="8574087" cy="6413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anchor="ctr">
            <a:spAutoFit/>
          </a:bodyPr>
          <a:lstStyle>
            <a:lvl1pPr>
              <a:defRPr kumimoji="1">
                <a:solidFill>
                  <a:schemeClr val="tx1"/>
                </a:solidFill>
                <a:latin typeface="Helvetica" pitchFamily="-84" charset="0"/>
                <a:ea typeface="MS PGothic" pitchFamily="34" charset="-128"/>
                <a:cs typeface="MS PGothic" pitchFamily="34" charset="-128"/>
              </a:defRPr>
            </a:lvl1pPr>
            <a:lvl2pPr>
              <a:defRPr kumimoji="1">
                <a:solidFill>
                  <a:schemeClr val="tx1"/>
                </a:solidFill>
                <a:latin typeface="Helvetica" pitchFamily="-84" charset="0"/>
                <a:ea typeface="MS PGothic" pitchFamily="34" charset="-128"/>
              </a:defRPr>
            </a:lvl2pPr>
            <a:lvl3pPr marL="1143000">
              <a:defRPr kumimoji="1">
                <a:solidFill>
                  <a:schemeClr val="tx1"/>
                </a:solidFill>
                <a:latin typeface="Helvetica" pitchFamily="-84" charset="0"/>
                <a:ea typeface="MS PGothic" pitchFamily="34" charset="-128"/>
              </a:defRPr>
            </a:lvl3pPr>
            <a:lvl4pPr marL="1600200">
              <a:defRPr kumimoji="1">
                <a:solidFill>
                  <a:schemeClr val="tx1"/>
                </a:solidFill>
                <a:latin typeface="Helvetica" pitchFamily="-84" charset="0"/>
                <a:ea typeface="MS PGothic" pitchFamily="34" charset="-128"/>
              </a:defRPr>
            </a:lvl4pPr>
            <a:lvl5pPr marL="2057400">
              <a:defRPr kumimoji="1">
                <a:solidFill>
                  <a:schemeClr val="tx1"/>
                </a:solidFill>
                <a:latin typeface="Helvetica" pitchFamily="-84" charset="0"/>
                <a:ea typeface="MS PGothic" pitchFamily="34" charset="-128"/>
              </a:defRPr>
            </a:lvl5pPr>
            <a:lvl6pPr marL="2514600">
              <a:defRPr kumimoji="1">
                <a:solidFill>
                  <a:schemeClr val="tx1"/>
                </a:solidFill>
                <a:latin typeface="Helvetica" pitchFamily="-84" charset="0"/>
                <a:ea typeface="MS PGothic" pitchFamily="34" charset="-128"/>
              </a:defRPr>
            </a:lvl6pPr>
            <a:lvl7pPr marL="2971800">
              <a:defRPr kumimoji="1">
                <a:solidFill>
                  <a:schemeClr val="tx1"/>
                </a:solidFill>
                <a:latin typeface="Helvetica" pitchFamily="-84" charset="0"/>
                <a:ea typeface="MS PGothic" pitchFamily="34" charset="-128"/>
              </a:defRPr>
            </a:lvl7pPr>
            <a:lvl8pPr marL="3429000">
              <a:defRPr kumimoji="1">
                <a:solidFill>
                  <a:schemeClr val="tx1"/>
                </a:solidFill>
                <a:latin typeface="Helvetica" pitchFamily="-84" charset="0"/>
                <a:ea typeface="MS PGothic" pitchFamily="34" charset="-128"/>
              </a:defRPr>
            </a:lvl8pPr>
            <a:lvl9pPr marL="3886200">
              <a:defRPr kumimoji="1">
                <a:solidFill>
                  <a:schemeClr val="tx1"/>
                </a:solidFill>
                <a:latin typeface="Helvetica" pitchFamily="-84" charset="0"/>
                <a:ea typeface="MS PGothic" pitchFamily="34" charset="-128"/>
              </a:defRPr>
            </a:lvl9pPr>
          </a:lstStyle>
          <a:p>
            <a:pPr>
              <a:spcBef>
                <a:spcPct val="50000"/>
              </a:spcBef>
            </a:pPr>
            <a:r>
              <a:rPr kumimoji="0" lang="en-US" altLang="en-US" dirty="0"/>
              <a:t>Requires that the system has some additional </a:t>
            </a:r>
            <a:r>
              <a:rPr kumimoji="0" lang="en-US" altLang="en-US" b="1" i="1" dirty="0"/>
              <a:t>a priori </a:t>
            </a:r>
            <a:r>
              <a:rPr kumimoji="0" lang="en-US" altLang="en-US" dirty="0"/>
              <a:t>information </a:t>
            </a:r>
            <a:br>
              <a:rPr kumimoji="0" lang="en-US" altLang="en-US" dirty="0"/>
            </a:br>
            <a:r>
              <a:rPr kumimoji="0" lang="en-US" altLang="en-US" dirty="0"/>
              <a:t>available</a:t>
            </a:r>
          </a:p>
        </p:txBody>
      </p:sp>
    </p:spTree>
    <p:extLst>
      <p:ext uri="{BB962C8B-B14F-4D97-AF65-F5344CB8AC3E}">
        <p14:creationId xmlns:p14="http://schemas.microsoft.com/office/powerpoint/2010/main" val="531270803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745" name="Rectangle 2"/>
          <p:cNvSpPr>
            <a:spLocks noGrp="1" noChangeArrowheads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pPr algn="l" eaLnBrk="1" hangingPunct="1"/>
            <a:r>
              <a:rPr lang="en-US" altLang="en-US"/>
              <a:t>Safe State</a:t>
            </a:r>
          </a:p>
        </p:txBody>
      </p:sp>
      <p:sp>
        <p:nvSpPr>
          <p:cNvPr id="31746" name="Rectangle 3"/>
          <p:cNvSpPr>
            <a:spLocks noGrp="1" noChangeArrowheads="1"/>
          </p:cNvSpPr>
          <p:nvPr>
            <p:ph idx="1"/>
          </p:nvPr>
        </p:nvSpPr>
        <p:spPr>
          <a:xfrm>
            <a:off x="284163" y="1920657"/>
            <a:ext cx="8574087" cy="3992563"/>
          </a:xfrm>
        </p:spPr>
        <p:txBody>
          <a:bodyPr>
            <a:normAutofit fontScale="85000" lnSpcReduction="20000"/>
          </a:bodyPr>
          <a:lstStyle/>
          <a:p>
            <a:pPr>
              <a:buFont typeface="Wingdings" pitchFamily="2" charset="2"/>
              <a:buChar char="q"/>
            </a:pPr>
            <a:r>
              <a:rPr lang="en-US" altLang="en-US" dirty="0"/>
              <a:t>When a process requests an available resource, system must decide if immediate allocation leaves the system in a safe state</a:t>
            </a:r>
          </a:p>
          <a:p>
            <a:pPr>
              <a:buFont typeface="Wingdings" pitchFamily="2" charset="2"/>
              <a:buChar char="q"/>
            </a:pPr>
            <a:r>
              <a:rPr lang="en-US" altLang="en-US" dirty="0"/>
              <a:t>System is in </a:t>
            </a:r>
            <a:r>
              <a:rPr lang="en-US" altLang="en-US" b="1" dirty="0">
                <a:solidFill>
                  <a:srgbClr val="3366FF"/>
                </a:solidFill>
              </a:rPr>
              <a:t>safe state</a:t>
            </a:r>
            <a:r>
              <a:rPr lang="en-US" altLang="en-US" dirty="0">
                <a:solidFill>
                  <a:srgbClr val="3366FF"/>
                </a:solidFill>
              </a:rPr>
              <a:t> </a:t>
            </a:r>
            <a:r>
              <a:rPr lang="en-US" altLang="en-US" dirty="0"/>
              <a:t>if there exists a sequence &lt;</a:t>
            </a:r>
            <a:r>
              <a:rPr lang="en-US" altLang="en-US" i="1" dirty="0"/>
              <a:t>P</a:t>
            </a:r>
            <a:r>
              <a:rPr lang="en-US" altLang="en-US" i="1" baseline="-25000" dirty="0"/>
              <a:t>1</a:t>
            </a:r>
            <a:r>
              <a:rPr lang="en-US" altLang="en-US" i="1" dirty="0"/>
              <a:t>, P</a:t>
            </a:r>
            <a:r>
              <a:rPr lang="en-US" altLang="en-US" i="1" baseline="-25000" dirty="0"/>
              <a:t>2</a:t>
            </a:r>
            <a:r>
              <a:rPr lang="en-US" altLang="en-US" i="1" dirty="0"/>
              <a:t>, …, </a:t>
            </a:r>
            <a:r>
              <a:rPr lang="en-US" altLang="en-US" i="1" dirty="0" err="1"/>
              <a:t>P</a:t>
            </a:r>
            <a:r>
              <a:rPr lang="en-US" altLang="en-US" i="1" baseline="-25000" dirty="0" err="1"/>
              <a:t>n</a:t>
            </a:r>
            <a:r>
              <a:rPr lang="en-US" altLang="en-US" dirty="0"/>
              <a:t>&gt; of ALL the  processes  in the systems such that  for each P</a:t>
            </a:r>
            <a:r>
              <a:rPr lang="en-US" altLang="en-US" baseline="-25000" dirty="0"/>
              <a:t>i</a:t>
            </a:r>
            <a:r>
              <a:rPr lang="en-US" altLang="en-US" dirty="0"/>
              <a:t>, the resources that P</a:t>
            </a:r>
            <a:r>
              <a:rPr lang="en-US" altLang="en-US" baseline="-25000" dirty="0"/>
              <a:t>i </a:t>
            </a:r>
            <a:r>
              <a:rPr lang="en-US" altLang="en-US" dirty="0"/>
              <a:t>can still request can be satisfied by currently available resources + resources held by all the </a:t>
            </a:r>
            <a:r>
              <a:rPr lang="en-US" altLang="en-US" i="1" dirty="0" err="1"/>
              <a:t>P</a:t>
            </a:r>
            <a:r>
              <a:rPr lang="en-US" altLang="en-US" i="1" baseline="-25000" dirty="0" err="1"/>
              <a:t>j</a:t>
            </a:r>
            <a:r>
              <a:rPr lang="en-US" altLang="en-US" dirty="0"/>
              <a:t>, with</a:t>
            </a:r>
            <a:r>
              <a:rPr lang="en-US" altLang="en-US" i="1" dirty="0"/>
              <a:t> j </a:t>
            </a:r>
            <a:r>
              <a:rPr lang="en-US" altLang="en-US" dirty="0"/>
              <a:t>&lt; </a:t>
            </a:r>
            <a:r>
              <a:rPr lang="en-US" altLang="en-US" i="1" dirty="0"/>
              <a:t>I</a:t>
            </a:r>
            <a:endParaRPr lang="en-US" altLang="en-US" dirty="0"/>
          </a:p>
          <a:p>
            <a:pPr>
              <a:buFont typeface="Wingdings" pitchFamily="2" charset="2"/>
              <a:buChar char="q"/>
            </a:pPr>
            <a:r>
              <a:rPr lang="en-US" altLang="en-US" dirty="0"/>
              <a:t>That is:</a:t>
            </a:r>
          </a:p>
          <a:p>
            <a:pPr lvl="1">
              <a:buFont typeface="Wingdings" pitchFamily="2" charset="2"/>
              <a:buChar char="q"/>
            </a:pPr>
            <a:r>
              <a:rPr lang="en-US" altLang="en-US" dirty="0"/>
              <a:t>If P</a:t>
            </a:r>
            <a:r>
              <a:rPr lang="en-US" altLang="en-US" baseline="-25000" dirty="0"/>
              <a:t>i</a:t>
            </a:r>
            <a:r>
              <a:rPr lang="en-US" altLang="en-US" dirty="0"/>
              <a:t> resource needs are not immediately available, then </a:t>
            </a:r>
            <a:r>
              <a:rPr lang="en-US" altLang="en-US" i="1" dirty="0"/>
              <a:t>P</a:t>
            </a:r>
            <a:r>
              <a:rPr lang="en-US" altLang="en-US" i="1" baseline="-25000" dirty="0"/>
              <a:t>i</a:t>
            </a:r>
            <a:r>
              <a:rPr lang="en-US" altLang="en-US" dirty="0"/>
              <a:t> can wait until all </a:t>
            </a:r>
            <a:r>
              <a:rPr lang="en-US" altLang="en-US" i="1" dirty="0" err="1"/>
              <a:t>P</a:t>
            </a:r>
            <a:r>
              <a:rPr lang="en-US" altLang="en-US" i="1" baseline="-25000" dirty="0" err="1"/>
              <a:t>j</a:t>
            </a:r>
            <a:r>
              <a:rPr lang="en-US" altLang="en-US" i="1" dirty="0"/>
              <a:t> </a:t>
            </a:r>
            <a:r>
              <a:rPr lang="en-US" altLang="en-US" dirty="0"/>
              <a:t>have finished</a:t>
            </a:r>
          </a:p>
          <a:p>
            <a:pPr lvl="1">
              <a:buFont typeface="Wingdings" pitchFamily="2" charset="2"/>
              <a:buChar char="q"/>
            </a:pPr>
            <a:r>
              <a:rPr lang="en-US" altLang="en-US" dirty="0"/>
              <a:t>When </a:t>
            </a:r>
            <a:r>
              <a:rPr lang="en-US" altLang="en-US" i="1" dirty="0" err="1"/>
              <a:t>P</a:t>
            </a:r>
            <a:r>
              <a:rPr lang="en-US" altLang="en-US" i="1" baseline="-25000" dirty="0" err="1"/>
              <a:t>j</a:t>
            </a:r>
            <a:r>
              <a:rPr lang="en-US" altLang="en-US" dirty="0"/>
              <a:t> is finished, </a:t>
            </a:r>
            <a:r>
              <a:rPr lang="en-US" altLang="en-US" i="1" dirty="0"/>
              <a:t>P</a:t>
            </a:r>
            <a:r>
              <a:rPr lang="en-US" altLang="en-US" i="1" baseline="-25000" dirty="0"/>
              <a:t>i</a:t>
            </a:r>
            <a:r>
              <a:rPr lang="en-US" altLang="en-US" dirty="0"/>
              <a:t> can obtain needed resources, execute, return allocated resources, and terminate</a:t>
            </a:r>
          </a:p>
          <a:p>
            <a:pPr lvl="1">
              <a:buFont typeface="Wingdings" pitchFamily="2" charset="2"/>
              <a:buChar char="q"/>
            </a:pPr>
            <a:r>
              <a:rPr lang="en-US" altLang="en-US" dirty="0"/>
              <a:t>When </a:t>
            </a:r>
            <a:r>
              <a:rPr lang="en-US" altLang="en-US" i="1" dirty="0"/>
              <a:t>P</a:t>
            </a:r>
            <a:r>
              <a:rPr lang="en-US" altLang="en-US" i="1" baseline="-25000" dirty="0"/>
              <a:t>i</a:t>
            </a:r>
            <a:r>
              <a:rPr lang="en-US" altLang="en-US" dirty="0"/>
              <a:t> terminates, </a:t>
            </a:r>
            <a:r>
              <a:rPr lang="en-US" altLang="en-US" i="1" dirty="0"/>
              <a:t>P</a:t>
            </a:r>
            <a:r>
              <a:rPr lang="en-US" altLang="en-US" i="1" baseline="-25000" dirty="0"/>
              <a:t>i </a:t>
            </a:r>
            <a:r>
              <a:rPr lang="en-US" altLang="en-US" baseline="-25000" dirty="0"/>
              <a:t>+1</a:t>
            </a:r>
            <a:r>
              <a:rPr lang="en-US" altLang="en-US" dirty="0"/>
              <a:t> can obtain its needed resources, and so on </a:t>
            </a:r>
          </a:p>
        </p:txBody>
      </p:sp>
    </p:spTree>
    <p:extLst>
      <p:ext uri="{BB962C8B-B14F-4D97-AF65-F5344CB8AC3E}">
        <p14:creationId xmlns:p14="http://schemas.microsoft.com/office/powerpoint/2010/main" val="3317458621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793" name="Rectangle 2"/>
          <p:cNvSpPr>
            <a:spLocks noGrp="1" noChangeArrowheads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pPr algn="l" eaLnBrk="1" hangingPunct="1"/>
            <a:r>
              <a:rPr lang="en-US" altLang="en-US"/>
              <a:t>Basic Facts</a:t>
            </a:r>
          </a:p>
        </p:txBody>
      </p:sp>
      <p:sp>
        <p:nvSpPr>
          <p:cNvPr id="33794" name="Rectangle 3"/>
          <p:cNvSpPr>
            <a:spLocks noGrp="1" noChangeArrowheads="1"/>
          </p:cNvSpPr>
          <p:nvPr>
            <p:ph idx="1"/>
          </p:nvPr>
        </p:nvSpPr>
        <p:spPr>
          <a:xfrm>
            <a:off x="284163" y="2033391"/>
            <a:ext cx="8574087" cy="3992563"/>
          </a:xfrm>
        </p:spPr>
        <p:txBody>
          <a:bodyPr/>
          <a:lstStyle/>
          <a:p>
            <a:pPr>
              <a:buFont typeface="Wingdings" pitchFamily="2" charset="2"/>
              <a:buChar char="q"/>
            </a:pPr>
            <a:r>
              <a:rPr lang="en-US" altLang="en-US" dirty="0"/>
              <a:t>If a system is in safe state </a:t>
            </a:r>
            <a:r>
              <a:rPr lang="en-US" altLang="en-US" dirty="0">
                <a:sym typeface="Symbol" pitchFamily="18" charset="2"/>
              </a:rPr>
              <a:t> no deadlocks</a:t>
            </a:r>
            <a:br>
              <a:rPr lang="en-US" altLang="en-US" dirty="0">
                <a:sym typeface="Symbol" pitchFamily="18" charset="2"/>
              </a:rPr>
            </a:br>
            <a:endParaRPr lang="en-US" altLang="en-US" dirty="0">
              <a:sym typeface="Symbol" pitchFamily="18" charset="2"/>
            </a:endParaRPr>
          </a:p>
          <a:p>
            <a:pPr>
              <a:buFont typeface="Wingdings" pitchFamily="2" charset="2"/>
              <a:buChar char="q"/>
            </a:pPr>
            <a:r>
              <a:rPr lang="en-US" altLang="en-US" dirty="0">
                <a:sym typeface="Symbol" pitchFamily="18" charset="2"/>
              </a:rPr>
              <a:t>If a system is in unsafe state  possibility of deadlock</a:t>
            </a:r>
            <a:br>
              <a:rPr lang="en-US" altLang="en-US" dirty="0">
                <a:sym typeface="Symbol" pitchFamily="18" charset="2"/>
              </a:rPr>
            </a:br>
            <a:endParaRPr lang="en-US" altLang="en-US" dirty="0">
              <a:sym typeface="Symbol" pitchFamily="18" charset="2"/>
            </a:endParaRPr>
          </a:p>
          <a:p>
            <a:pPr>
              <a:buFont typeface="Wingdings" pitchFamily="2" charset="2"/>
              <a:buChar char="q"/>
            </a:pPr>
            <a:r>
              <a:rPr lang="en-US" altLang="en-US" dirty="0">
                <a:sym typeface="Symbol" pitchFamily="18" charset="2"/>
              </a:rPr>
              <a:t>Avoidance  ensure that a system will never enter an unsafe state.</a:t>
            </a:r>
          </a:p>
        </p:txBody>
      </p:sp>
    </p:spTree>
    <p:extLst>
      <p:ext uri="{BB962C8B-B14F-4D97-AF65-F5344CB8AC3E}">
        <p14:creationId xmlns:p14="http://schemas.microsoft.com/office/powerpoint/2010/main" val="3108158781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841" name="Rectangle 2"/>
          <p:cNvSpPr>
            <a:spLocks noGrp="1" noChangeArrowheads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pPr algn="l" eaLnBrk="1" hangingPunct="1"/>
            <a:r>
              <a:rPr lang="en-US" altLang="en-US"/>
              <a:t>Safe, Unsafe, Deadlock State </a:t>
            </a:r>
          </a:p>
        </p:txBody>
      </p:sp>
      <p:pic>
        <p:nvPicPr>
          <p:cNvPr id="35842" name="Picture 1"/>
          <p:cNvPicPr>
            <a:picLocks noChangeAspect="1"/>
          </p:cNvPicPr>
          <p:nvPr/>
        </p:nvPicPr>
        <p:blipFill>
          <a:blip r:embed="rId3" cstate="email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743200" y="1950603"/>
            <a:ext cx="4352925" cy="43529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1315313362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889" name="Rectangle 2"/>
          <p:cNvSpPr>
            <a:spLocks noGrp="1" noChangeArrowheads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pPr algn="l" eaLnBrk="1" hangingPunct="1"/>
            <a:r>
              <a:rPr lang="en-US" altLang="en-US"/>
              <a:t>Avoidance Algorithms</a:t>
            </a:r>
          </a:p>
        </p:txBody>
      </p:sp>
      <p:sp>
        <p:nvSpPr>
          <p:cNvPr id="37890" name="Rectangle 3"/>
          <p:cNvSpPr>
            <a:spLocks noGrp="1" noChangeArrowheads="1"/>
          </p:cNvSpPr>
          <p:nvPr>
            <p:ph idx="1"/>
          </p:nvPr>
        </p:nvSpPr>
        <p:spPr>
          <a:xfrm>
            <a:off x="284163" y="1983287"/>
            <a:ext cx="8574087" cy="3992563"/>
          </a:xfrm>
        </p:spPr>
        <p:txBody>
          <a:bodyPr/>
          <a:lstStyle/>
          <a:p>
            <a:pPr>
              <a:buFont typeface="Wingdings" pitchFamily="2" charset="2"/>
              <a:buChar char="q"/>
            </a:pPr>
            <a:r>
              <a:rPr lang="en-US" altLang="en-US" dirty="0"/>
              <a:t>Single instance of a resource type</a:t>
            </a:r>
          </a:p>
          <a:p>
            <a:pPr lvl="1">
              <a:buFont typeface="Wingdings" pitchFamily="2" charset="2"/>
              <a:buChar char="q"/>
            </a:pPr>
            <a:r>
              <a:rPr lang="en-US" altLang="en-US" dirty="0"/>
              <a:t>Use a resource-allocation graph</a:t>
            </a:r>
          </a:p>
          <a:p>
            <a:pPr lvl="1">
              <a:buFont typeface="Wingdings" pitchFamily="2" charset="2"/>
              <a:buChar char="q"/>
            </a:pPr>
            <a:endParaRPr lang="en-US" altLang="en-US" dirty="0"/>
          </a:p>
          <a:p>
            <a:pPr>
              <a:buFont typeface="Wingdings" pitchFamily="2" charset="2"/>
              <a:buChar char="q"/>
            </a:pPr>
            <a:r>
              <a:rPr lang="en-US" altLang="en-US" dirty="0"/>
              <a:t>Multiple instances of a resource type</a:t>
            </a:r>
          </a:p>
          <a:p>
            <a:pPr lvl="1">
              <a:buFont typeface="Wingdings" pitchFamily="2" charset="2"/>
              <a:buChar char="q"/>
            </a:pPr>
            <a:r>
              <a:rPr lang="en-US" altLang="en-US" dirty="0"/>
              <a:t> Use the Banker</a:t>
            </a:r>
            <a:r>
              <a:rPr lang="ja-JP" altLang="en-US" dirty="0"/>
              <a:t>’</a:t>
            </a:r>
            <a:r>
              <a:rPr lang="en-US" altLang="ja-JP" dirty="0"/>
              <a:t>s Algorithm</a:t>
            </a:r>
            <a:endParaRPr lang="en-US" altLang="en-US" dirty="0"/>
          </a:p>
        </p:txBody>
      </p:sp>
    </p:spTree>
    <p:extLst>
      <p:ext uri="{BB962C8B-B14F-4D97-AF65-F5344CB8AC3E}">
        <p14:creationId xmlns:p14="http://schemas.microsoft.com/office/powerpoint/2010/main" val="2697097444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937" name="Rectangle 2"/>
          <p:cNvSpPr>
            <a:spLocks noGrp="1" noChangeArrowheads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pPr algn="l" eaLnBrk="1" hangingPunct="1"/>
            <a:r>
              <a:rPr lang="en-US" altLang="en-US"/>
              <a:t>Resource-Allocation Graph Scheme</a:t>
            </a:r>
          </a:p>
        </p:txBody>
      </p:sp>
      <p:sp>
        <p:nvSpPr>
          <p:cNvPr id="39938" name="Rectangle 3"/>
          <p:cNvSpPr>
            <a:spLocks noGrp="1" noChangeArrowheads="1"/>
          </p:cNvSpPr>
          <p:nvPr>
            <p:ph idx="1"/>
          </p:nvPr>
        </p:nvSpPr>
        <p:spPr>
          <a:xfrm>
            <a:off x="284163" y="1983287"/>
            <a:ext cx="8574087" cy="3992563"/>
          </a:xfrm>
        </p:spPr>
        <p:txBody>
          <a:bodyPr>
            <a:normAutofit fontScale="92500" lnSpcReduction="10000"/>
          </a:bodyPr>
          <a:lstStyle/>
          <a:p>
            <a:pPr>
              <a:buFont typeface="Wingdings" pitchFamily="2" charset="2"/>
              <a:buChar char="q"/>
            </a:pPr>
            <a:r>
              <a:rPr lang="en-US" altLang="en-US" b="1" dirty="0">
                <a:solidFill>
                  <a:srgbClr val="3366FF"/>
                </a:solidFill>
              </a:rPr>
              <a:t>Claim edge</a:t>
            </a:r>
            <a:r>
              <a:rPr lang="en-US" altLang="en-US" dirty="0">
                <a:solidFill>
                  <a:srgbClr val="3366FF"/>
                </a:solidFill>
              </a:rPr>
              <a:t> </a:t>
            </a:r>
            <a:r>
              <a:rPr lang="en-US" altLang="en-US" i="1" dirty="0"/>
              <a:t>P</a:t>
            </a:r>
            <a:r>
              <a:rPr lang="en-US" altLang="en-US" i="1" baseline="-25000" dirty="0"/>
              <a:t>i</a:t>
            </a:r>
            <a:r>
              <a:rPr lang="en-US" altLang="en-US" dirty="0"/>
              <a:t> </a:t>
            </a:r>
            <a:r>
              <a:rPr lang="en-US" altLang="en-US" dirty="0">
                <a:sym typeface="Symbol" pitchFamily="18" charset="2"/>
              </a:rPr>
              <a:t> </a:t>
            </a:r>
            <a:r>
              <a:rPr lang="en-US" altLang="en-US" i="1" dirty="0" err="1">
                <a:sym typeface="Symbol" pitchFamily="18" charset="2"/>
              </a:rPr>
              <a:t>R</a:t>
            </a:r>
            <a:r>
              <a:rPr lang="en-US" altLang="en-US" i="1" baseline="-25000" dirty="0" err="1">
                <a:sym typeface="Symbol" pitchFamily="18" charset="2"/>
              </a:rPr>
              <a:t>j</a:t>
            </a:r>
            <a:r>
              <a:rPr lang="en-US" altLang="en-US" dirty="0">
                <a:sym typeface="Symbol" pitchFamily="18" charset="2"/>
              </a:rPr>
              <a:t> indicated that process </a:t>
            </a:r>
            <a:r>
              <a:rPr lang="en-US" altLang="en-US" i="1" dirty="0" err="1">
                <a:sym typeface="Symbol" pitchFamily="18" charset="2"/>
              </a:rPr>
              <a:t>P</a:t>
            </a:r>
            <a:r>
              <a:rPr lang="en-US" altLang="en-US" i="1" baseline="-25000" dirty="0" err="1">
                <a:sym typeface="Symbol" pitchFamily="18" charset="2"/>
              </a:rPr>
              <a:t>j</a:t>
            </a:r>
            <a:r>
              <a:rPr lang="en-US" altLang="en-US" dirty="0">
                <a:sym typeface="Symbol" pitchFamily="18" charset="2"/>
              </a:rPr>
              <a:t> may request resource </a:t>
            </a:r>
            <a:r>
              <a:rPr lang="en-US" altLang="en-US" i="1" dirty="0" err="1">
                <a:sym typeface="Symbol" pitchFamily="18" charset="2"/>
              </a:rPr>
              <a:t>R</a:t>
            </a:r>
            <a:r>
              <a:rPr lang="en-US" altLang="en-US" i="1" baseline="-25000" dirty="0" err="1">
                <a:sym typeface="Symbol" pitchFamily="18" charset="2"/>
              </a:rPr>
              <a:t>j</a:t>
            </a:r>
            <a:r>
              <a:rPr lang="en-US" altLang="en-US" dirty="0">
                <a:sym typeface="Symbol" pitchFamily="18" charset="2"/>
              </a:rPr>
              <a:t>; represented by a dashed line</a:t>
            </a:r>
          </a:p>
          <a:p>
            <a:pPr>
              <a:buFont typeface="Wingdings" pitchFamily="2" charset="2"/>
              <a:buChar char="q"/>
            </a:pPr>
            <a:r>
              <a:rPr lang="en-US" altLang="en-US" dirty="0">
                <a:sym typeface="Symbol" pitchFamily="18" charset="2"/>
              </a:rPr>
              <a:t>Claim edge converts to request edge when a process requests a resource</a:t>
            </a:r>
          </a:p>
          <a:p>
            <a:pPr>
              <a:buFont typeface="Wingdings" pitchFamily="2" charset="2"/>
              <a:buChar char="q"/>
            </a:pPr>
            <a:r>
              <a:rPr lang="en-US" altLang="en-US" dirty="0">
                <a:sym typeface="Symbol" pitchFamily="18" charset="2"/>
              </a:rPr>
              <a:t>Request edge converted to an assignment edge when the  resource is allocated to the process</a:t>
            </a:r>
          </a:p>
          <a:p>
            <a:pPr>
              <a:buFont typeface="Wingdings" pitchFamily="2" charset="2"/>
              <a:buChar char="q"/>
            </a:pPr>
            <a:r>
              <a:rPr lang="en-US" altLang="en-US" dirty="0">
                <a:sym typeface="Symbol" pitchFamily="18" charset="2"/>
              </a:rPr>
              <a:t>When a resource is released by a process, assignment edge reconverts to a claim edge</a:t>
            </a:r>
          </a:p>
          <a:p>
            <a:pPr>
              <a:buFont typeface="Wingdings" pitchFamily="2" charset="2"/>
              <a:buChar char="q"/>
            </a:pPr>
            <a:r>
              <a:rPr lang="en-US" altLang="en-US" dirty="0">
                <a:sym typeface="Symbol" pitchFamily="18" charset="2"/>
              </a:rPr>
              <a:t>Resources must be claimed </a:t>
            </a:r>
            <a:r>
              <a:rPr lang="en-US" altLang="en-US" i="1" dirty="0">
                <a:sym typeface="Symbol" pitchFamily="18" charset="2"/>
              </a:rPr>
              <a:t>a priori</a:t>
            </a:r>
            <a:r>
              <a:rPr lang="en-US" altLang="en-US" dirty="0">
                <a:sym typeface="Symbol" pitchFamily="18" charset="2"/>
              </a:rPr>
              <a:t> in the system</a:t>
            </a:r>
            <a:endParaRPr lang="en-US" altLang="en-US" dirty="0"/>
          </a:p>
        </p:txBody>
      </p:sp>
    </p:spTree>
    <p:extLst>
      <p:ext uri="{BB962C8B-B14F-4D97-AF65-F5344CB8AC3E}">
        <p14:creationId xmlns:p14="http://schemas.microsoft.com/office/powerpoint/2010/main" val="258815517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985" name="Rectangle 2"/>
          <p:cNvSpPr>
            <a:spLocks noGrp="1" noChangeArrowheads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pPr algn="l" eaLnBrk="1" hangingPunct="1"/>
            <a:r>
              <a:rPr lang="en-US" altLang="en-US"/>
              <a:t>Resource-Allocation Graph</a:t>
            </a:r>
          </a:p>
        </p:txBody>
      </p:sp>
      <p:pic>
        <p:nvPicPr>
          <p:cNvPr id="41986" name="Picture 1"/>
          <p:cNvPicPr>
            <a:picLocks noChangeAspect="1"/>
          </p:cNvPicPr>
          <p:nvPr/>
        </p:nvPicPr>
        <p:blipFill>
          <a:blip r:embed="rId3" cstate="email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022599" y="2295916"/>
            <a:ext cx="3662363" cy="36925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2629741721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033" name="Rectangle 2"/>
          <p:cNvSpPr>
            <a:spLocks noGrp="1" noChangeArrowheads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pPr algn="l" eaLnBrk="1" hangingPunct="1"/>
            <a:r>
              <a:rPr lang="en-US" altLang="en-US" sz="3600"/>
              <a:t>Unsafe State In Resource-Allocation Graph</a:t>
            </a:r>
          </a:p>
        </p:txBody>
      </p:sp>
      <p:pic>
        <p:nvPicPr>
          <p:cNvPr id="44034" name="Picture 1"/>
          <p:cNvPicPr>
            <a:picLocks noChangeAspect="1"/>
          </p:cNvPicPr>
          <p:nvPr/>
        </p:nvPicPr>
        <p:blipFill>
          <a:blip r:embed="rId3" cstate="email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809874" y="2052050"/>
            <a:ext cx="3902075" cy="39338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69925828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081" name="Rectangle 2"/>
          <p:cNvSpPr>
            <a:spLocks noGrp="1" noChangeArrowheads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pPr algn="l" eaLnBrk="1" hangingPunct="1"/>
            <a:r>
              <a:rPr lang="en-US" altLang="en-US"/>
              <a:t>Resource-Allocation Graph Algorithm</a:t>
            </a:r>
          </a:p>
        </p:txBody>
      </p:sp>
      <p:sp>
        <p:nvSpPr>
          <p:cNvPr id="46082" name="Rectangle 3"/>
          <p:cNvSpPr>
            <a:spLocks noGrp="1" noChangeArrowheads="1"/>
          </p:cNvSpPr>
          <p:nvPr>
            <p:ph idx="1"/>
          </p:nvPr>
        </p:nvSpPr>
        <p:spPr>
          <a:xfrm>
            <a:off x="284163" y="2133600"/>
            <a:ext cx="8574087" cy="3992563"/>
          </a:xfrm>
        </p:spPr>
        <p:txBody>
          <a:bodyPr/>
          <a:lstStyle/>
          <a:p>
            <a:pPr>
              <a:buFont typeface="Wingdings" pitchFamily="2" charset="2"/>
              <a:buChar char="q"/>
            </a:pPr>
            <a:r>
              <a:rPr lang="en-US" altLang="en-US" dirty="0"/>
              <a:t>Suppose that process</a:t>
            </a:r>
            <a:r>
              <a:rPr lang="en-US" altLang="en-US" i="1" dirty="0"/>
              <a:t> P</a:t>
            </a:r>
            <a:r>
              <a:rPr lang="en-US" altLang="en-US" i="1" baseline="-25000" dirty="0"/>
              <a:t>i</a:t>
            </a:r>
            <a:r>
              <a:rPr lang="en-US" altLang="en-US" dirty="0"/>
              <a:t> requests a resource </a:t>
            </a:r>
            <a:r>
              <a:rPr lang="en-US" altLang="en-US" i="1" dirty="0" err="1">
                <a:sym typeface="Symbol" pitchFamily="18" charset="2"/>
              </a:rPr>
              <a:t>R</a:t>
            </a:r>
            <a:r>
              <a:rPr lang="en-US" altLang="en-US" i="1" baseline="-25000" dirty="0" err="1">
                <a:sym typeface="Symbol" pitchFamily="18" charset="2"/>
              </a:rPr>
              <a:t>j</a:t>
            </a:r>
            <a:endParaRPr lang="en-US" altLang="en-US" i="1" baseline="-25000" dirty="0">
              <a:sym typeface="Symbol" pitchFamily="18" charset="2"/>
            </a:endParaRPr>
          </a:p>
          <a:p>
            <a:pPr>
              <a:buFont typeface="Wingdings" pitchFamily="2" charset="2"/>
              <a:buChar char="q"/>
            </a:pPr>
            <a:r>
              <a:rPr lang="en-US" altLang="en-US" dirty="0">
                <a:sym typeface="Symbol" pitchFamily="18" charset="2"/>
              </a:rPr>
              <a:t>The request can be granted only if converting the request edge to an assignment edge does not result in the formation of a cycle in the resource allocation graph</a:t>
            </a:r>
          </a:p>
        </p:txBody>
      </p:sp>
    </p:spTree>
    <p:extLst>
      <p:ext uri="{BB962C8B-B14F-4D97-AF65-F5344CB8AC3E}">
        <p14:creationId xmlns:p14="http://schemas.microsoft.com/office/powerpoint/2010/main" val="537879867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8129" name="Rectangle 2"/>
          <p:cNvSpPr>
            <a:spLocks noGrp="1" noChangeArrowheads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pPr algn="l" eaLnBrk="1" hangingPunct="1"/>
            <a:r>
              <a:rPr lang="en-US" altLang="en-US"/>
              <a:t>Banker’s Algorithm</a:t>
            </a:r>
          </a:p>
        </p:txBody>
      </p:sp>
      <p:sp>
        <p:nvSpPr>
          <p:cNvPr id="48130" name="Rectangle 3"/>
          <p:cNvSpPr>
            <a:spLocks noGrp="1" noChangeArrowheads="1"/>
          </p:cNvSpPr>
          <p:nvPr>
            <p:ph idx="1"/>
          </p:nvPr>
        </p:nvSpPr>
        <p:spPr>
          <a:xfrm>
            <a:off x="284163" y="1970761"/>
            <a:ext cx="8574087" cy="3992563"/>
          </a:xfrm>
        </p:spPr>
        <p:txBody>
          <a:bodyPr>
            <a:normAutofit/>
          </a:bodyPr>
          <a:lstStyle/>
          <a:p>
            <a:pPr>
              <a:buFont typeface="Wingdings" pitchFamily="2" charset="2"/>
              <a:buChar char="q"/>
            </a:pPr>
            <a:r>
              <a:rPr lang="en-US" altLang="en-US" dirty="0"/>
              <a:t>Multiple instances of resources</a:t>
            </a:r>
            <a:br>
              <a:rPr lang="en-US" altLang="en-US" dirty="0"/>
            </a:br>
            <a:endParaRPr lang="en-US" altLang="en-US" dirty="0"/>
          </a:p>
          <a:p>
            <a:pPr>
              <a:buFont typeface="Wingdings" pitchFamily="2" charset="2"/>
              <a:buChar char="q"/>
            </a:pPr>
            <a:r>
              <a:rPr lang="en-US" altLang="en-US" dirty="0"/>
              <a:t>Each process must a priori claim maximum use</a:t>
            </a:r>
            <a:br>
              <a:rPr lang="en-US" altLang="en-US" dirty="0"/>
            </a:br>
            <a:endParaRPr lang="en-US" altLang="en-US" dirty="0"/>
          </a:p>
          <a:p>
            <a:pPr>
              <a:buFont typeface="Wingdings" pitchFamily="2" charset="2"/>
              <a:buChar char="q"/>
            </a:pPr>
            <a:r>
              <a:rPr lang="en-US" altLang="en-US" dirty="0"/>
              <a:t>When a process requests a resource it may have to wait  </a:t>
            </a:r>
            <a:br>
              <a:rPr lang="en-US" altLang="en-US" dirty="0"/>
            </a:br>
            <a:endParaRPr lang="en-US" altLang="en-US" dirty="0"/>
          </a:p>
          <a:p>
            <a:pPr>
              <a:buFont typeface="Wingdings" pitchFamily="2" charset="2"/>
              <a:buChar char="q"/>
            </a:pPr>
            <a:r>
              <a:rPr lang="en-US" altLang="en-US" dirty="0"/>
              <a:t>When a process gets all its resources it must return them in a finite amount of time</a:t>
            </a:r>
          </a:p>
        </p:txBody>
      </p:sp>
    </p:spTree>
    <p:extLst>
      <p:ext uri="{BB962C8B-B14F-4D97-AF65-F5344CB8AC3E}">
        <p14:creationId xmlns:p14="http://schemas.microsoft.com/office/powerpoint/2010/main" val="2338522793"/>
      </p:ext>
    </p:extLst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177" name="Rectangle 2"/>
          <p:cNvSpPr>
            <a:spLocks noGrp="1" noChangeArrowheads="1"/>
          </p:cNvSpPr>
          <p:nvPr>
            <p:ph type="title"/>
          </p:nvPr>
        </p:nvSpPr>
        <p:spPr/>
        <p:txBody>
          <a:bodyPr>
            <a:noAutofit/>
          </a:bodyPr>
          <a:lstStyle/>
          <a:p>
            <a:pPr algn="l" eaLnBrk="1" hangingPunct="1"/>
            <a:r>
              <a:rPr lang="en-US" altLang="en-US" sz="3600" dirty="0"/>
              <a:t>Data Structures for the Banker’</a:t>
            </a:r>
            <a:r>
              <a:rPr lang="en-US" altLang="ja-JP" sz="3600" dirty="0"/>
              <a:t>s Algorithm </a:t>
            </a:r>
            <a:endParaRPr lang="en-US" altLang="en-US" sz="3600" dirty="0"/>
          </a:p>
        </p:txBody>
      </p:sp>
      <p:sp>
        <p:nvSpPr>
          <p:cNvPr id="50178" name="Rectangle 3"/>
          <p:cNvSpPr>
            <a:spLocks noGrp="1" noChangeArrowheads="1"/>
          </p:cNvSpPr>
          <p:nvPr>
            <p:ph idx="1"/>
          </p:nvPr>
        </p:nvSpPr>
        <p:spPr>
          <a:xfrm>
            <a:off x="284163" y="2434224"/>
            <a:ext cx="8574087" cy="3992563"/>
          </a:xfrm>
        </p:spPr>
        <p:txBody>
          <a:bodyPr>
            <a:normAutofit fontScale="70000" lnSpcReduction="20000"/>
          </a:bodyPr>
          <a:lstStyle/>
          <a:p>
            <a:pPr>
              <a:buFont typeface="Wingdings" pitchFamily="2" charset="2"/>
              <a:buChar char="q"/>
            </a:pPr>
            <a:r>
              <a:rPr lang="en-US" altLang="en-US" b="1" dirty="0"/>
              <a:t>Available</a:t>
            </a:r>
            <a:r>
              <a:rPr lang="en-US" altLang="en-US" i="1" dirty="0"/>
              <a:t>:</a:t>
            </a:r>
            <a:r>
              <a:rPr lang="en-US" altLang="en-US" dirty="0"/>
              <a:t>  Vector of length </a:t>
            </a:r>
            <a:r>
              <a:rPr lang="en-US" altLang="en-US" i="1" dirty="0"/>
              <a:t>m</a:t>
            </a:r>
            <a:r>
              <a:rPr lang="en-US" altLang="en-US" dirty="0"/>
              <a:t>. If available [</a:t>
            </a:r>
            <a:r>
              <a:rPr lang="en-US" altLang="en-US" i="1" dirty="0"/>
              <a:t>j</a:t>
            </a:r>
            <a:r>
              <a:rPr lang="en-US" altLang="en-US" dirty="0"/>
              <a:t>] = </a:t>
            </a:r>
            <a:r>
              <a:rPr lang="en-US" altLang="en-US" i="1" dirty="0"/>
              <a:t>k</a:t>
            </a:r>
            <a:r>
              <a:rPr lang="en-US" altLang="en-US" dirty="0"/>
              <a:t>, there are</a:t>
            </a:r>
            <a:r>
              <a:rPr lang="en-US" altLang="en-US" i="1" dirty="0"/>
              <a:t> k</a:t>
            </a:r>
            <a:r>
              <a:rPr lang="en-US" altLang="en-US" dirty="0"/>
              <a:t> instances of resource type </a:t>
            </a:r>
            <a:r>
              <a:rPr lang="en-US" altLang="en-US" i="1" dirty="0" err="1"/>
              <a:t>R</a:t>
            </a:r>
            <a:r>
              <a:rPr lang="en-US" altLang="en-US" i="1" baseline="-25000" dirty="0" err="1"/>
              <a:t>j</a:t>
            </a:r>
            <a:r>
              <a:rPr lang="en-US" altLang="en-US" baseline="-25000" dirty="0"/>
              <a:t>  </a:t>
            </a:r>
            <a:r>
              <a:rPr lang="en-US" altLang="en-US" dirty="0"/>
              <a:t>available</a:t>
            </a:r>
          </a:p>
          <a:p>
            <a:pPr>
              <a:buFont typeface="Wingdings" pitchFamily="2" charset="2"/>
              <a:buChar char="q"/>
            </a:pPr>
            <a:endParaRPr lang="en-US" altLang="en-US" sz="800" dirty="0"/>
          </a:p>
          <a:p>
            <a:pPr>
              <a:buFont typeface="Wingdings" pitchFamily="2" charset="2"/>
              <a:buChar char="q"/>
            </a:pPr>
            <a:r>
              <a:rPr lang="en-US" altLang="en-US" b="1" dirty="0">
                <a:solidFill>
                  <a:srgbClr val="000000"/>
                </a:solidFill>
              </a:rPr>
              <a:t>Max</a:t>
            </a:r>
            <a:r>
              <a:rPr lang="en-US" altLang="en-US" i="1" dirty="0"/>
              <a:t>: n x m</a:t>
            </a:r>
            <a:r>
              <a:rPr lang="en-US" altLang="en-US" dirty="0"/>
              <a:t> matrix.  If </a:t>
            </a:r>
            <a:r>
              <a:rPr lang="en-US" altLang="en-US" i="1" dirty="0"/>
              <a:t>Max </a:t>
            </a:r>
            <a:r>
              <a:rPr lang="en-US" altLang="en-US" dirty="0"/>
              <a:t>[</a:t>
            </a:r>
            <a:r>
              <a:rPr lang="en-US" altLang="en-US" i="1" dirty="0" err="1"/>
              <a:t>i,j</a:t>
            </a:r>
            <a:r>
              <a:rPr lang="en-US" altLang="en-US" dirty="0"/>
              <a:t>] = </a:t>
            </a:r>
            <a:r>
              <a:rPr lang="en-US" altLang="en-US" i="1" dirty="0"/>
              <a:t>k</a:t>
            </a:r>
            <a:r>
              <a:rPr lang="en-US" altLang="en-US" dirty="0"/>
              <a:t>, then process </a:t>
            </a:r>
            <a:r>
              <a:rPr lang="en-US" altLang="en-US" i="1" dirty="0"/>
              <a:t>P</a:t>
            </a:r>
            <a:r>
              <a:rPr lang="en-US" altLang="en-US" i="1" baseline="-25000" dirty="0"/>
              <a:t>i</a:t>
            </a:r>
            <a:r>
              <a:rPr lang="en-US" altLang="en-US" i="1" dirty="0"/>
              <a:t> </a:t>
            </a:r>
            <a:r>
              <a:rPr lang="en-US" altLang="en-US" dirty="0"/>
              <a:t>may request at most</a:t>
            </a:r>
            <a:r>
              <a:rPr lang="en-US" altLang="en-US" i="1" dirty="0"/>
              <a:t> k </a:t>
            </a:r>
            <a:r>
              <a:rPr lang="en-US" altLang="en-US" dirty="0"/>
              <a:t>instances of resource type </a:t>
            </a:r>
            <a:r>
              <a:rPr lang="en-US" altLang="en-US" i="1" dirty="0" err="1"/>
              <a:t>R</a:t>
            </a:r>
            <a:r>
              <a:rPr lang="en-US" altLang="en-US" i="1" baseline="-25000" dirty="0" err="1"/>
              <a:t>j</a:t>
            </a:r>
            <a:endParaRPr lang="en-US" altLang="en-US" i="1" baseline="-25000" dirty="0"/>
          </a:p>
          <a:p>
            <a:pPr>
              <a:buFont typeface="Wingdings" pitchFamily="2" charset="2"/>
              <a:buChar char="q"/>
            </a:pPr>
            <a:endParaRPr lang="en-US" altLang="en-US" sz="800" i="1" baseline="-25000" dirty="0"/>
          </a:p>
          <a:p>
            <a:pPr>
              <a:buFont typeface="Wingdings" pitchFamily="2" charset="2"/>
              <a:buChar char="q"/>
            </a:pPr>
            <a:r>
              <a:rPr lang="en-US" altLang="en-US" b="1" dirty="0">
                <a:solidFill>
                  <a:srgbClr val="000000"/>
                </a:solidFill>
              </a:rPr>
              <a:t>Allocation</a:t>
            </a:r>
            <a:r>
              <a:rPr lang="en-US" altLang="en-US" i="1" dirty="0"/>
              <a:t>:  n </a:t>
            </a:r>
            <a:r>
              <a:rPr lang="en-US" altLang="en-US" dirty="0"/>
              <a:t>x</a:t>
            </a:r>
            <a:r>
              <a:rPr lang="en-US" altLang="en-US" i="1" dirty="0"/>
              <a:t> m</a:t>
            </a:r>
            <a:r>
              <a:rPr lang="en-US" altLang="en-US" dirty="0"/>
              <a:t> matrix.  If Allocation[</a:t>
            </a:r>
            <a:r>
              <a:rPr lang="en-US" altLang="en-US" i="1" dirty="0" err="1"/>
              <a:t>i,j</a:t>
            </a:r>
            <a:r>
              <a:rPr lang="en-US" altLang="en-US" dirty="0"/>
              <a:t>] = </a:t>
            </a:r>
            <a:r>
              <a:rPr lang="en-US" altLang="en-US" i="1" dirty="0"/>
              <a:t>k</a:t>
            </a:r>
            <a:r>
              <a:rPr lang="en-US" altLang="en-US" dirty="0"/>
              <a:t> then</a:t>
            </a:r>
            <a:r>
              <a:rPr lang="en-US" altLang="en-US" i="1" dirty="0"/>
              <a:t> P</a:t>
            </a:r>
            <a:r>
              <a:rPr lang="en-US" altLang="en-US" i="1" baseline="-25000" dirty="0"/>
              <a:t>i</a:t>
            </a:r>
            <a:r>
              <a:rPr lang="en-US" altLang="en-US" dirty="0"/>
              <a:t> is currently allocated </a:t>
            </a:r>
            <a:r>
              <a:rPr lang="en-US" altLang="en-US" i="1" dirty="0"/>
              <a:t>k</a:t>
            </a:r>
            <a:r>
              <a:rPr lang="en-US" altLang="en-US" dirty="0"/>
              <a:t> instances of </a:t>
            </a:r>
            <a:r>
              <a:rPr lang="en-US" altLang="en-US" i="1" dirty="0" err="1"/>
              <a:t>R</a:t>
            </a:r>
            <a:r>
              <a:rPr lang="en-US" altLang="en-US" i="1" baseline="-25000" dirty="0" err="1"/>
              <a:t>j</a:t>
            </a:r>
            <a:endParaRPr lang="en-US" altLang="en-US" i="1" baseline="-25000" dirty="0"/>
          </a:p>
          <a:p>
            <a:pPr>
              <a:buFont typeface="Wingdings" pitchFamily="2" charset="2"/>
              <a:buChar char="q"/>
            </a:pPr>
            <a:endParaRPr lang="en-US" altLang="en-US" sz="800" i="1" baseline="-25000" dirty="0"/>
          </a:p>
          <a:p>
            <a:pPr>
              <a:buFont typeface="Wingdings" pitchFamily="2" charset="2"/>
              <a:buChar char="q"/>
            </a:pPr>
            <a:r>
              <a:rPr lang="en-US" altLang="en-US" b="1" dirty="0">
                <a:solidFill>
                  <a:srgbClr val="000000"/>
                </a:solidFill>
              </a:rPr>
              <a:t>Need</a:t>
            </a:r>
            <a:r>
              <a:rPr lang="en-US" altLang="en-US" i="1" dirty="0"/>
              <a:t>:  n </a:t>
            </a:r>
            <a:r>
              <a:rPr lang="en-US" altLang="en-US" dirty="0"/>
              <a:t>x</a:t>
            </a:r>
            <a:r>
              <a:rPr lang="en-US" altLang="en-US" i="1" dirty="0"/>
              <a:t> m</a:t>
            </a:r>
            <a:r>
              <a:rPr lang="en-US" altLang="en-US" dirty="0"/>
              <a:t> matrix. If </a:t>
            </a:r>
            <a:r>
              <a:rPr lang="en-US" altLang="en-US" i="1" dirty="0"/>
              <a:t>Need</a:t>
            </a:r>
            <a:r>
              <a:rPr lang="en-US" altLang="en-US" dirty="0"/>
              <a:t>[</a:t>
            </a:r>
            <a:r>
              <a:rPr lang="en-US" altLang="en-US" i="1" dirty="0" err="1"/>
              <a:t>i,j</a:t>
            </a:r>
            <a:r>
              <a:rPr lang="en-US" altLang="en-US" dirty="0"/>
              <a:t>] =</a:t>
            </a:r>
            <a:r>
              <a:rPr lang="en-US" altLang="en-US" i="1" dirty="0"/>
              <a:t> k</a:t>
            </a:r>
            <a:r>
              <a:rPr lang="en-US" altLang="en-US" dirty="0"/>
              <a:t>, then</a:t>
            </a:r>
            <a:r>
              <a:rPr lang="en-US" altLang="en-US" i="1" dirty="0"/>
              <a:t> P</a:t>
            </a:r>
            <a:r>
              <a:rPr lang="en-US" altLang="en-US" i="1" baseline="-25000" dirty="0"/>
              <a:t>i</a:t>
            </a:r>
            <a:r>
              <a:rPr lang="en-US" altLang="en-US" dirty="0"/>
              <a:t> may need </a:t>
            </a:r>
            <a:r>
              <a:rPr lang="en-US" altLang="en-US" i="1" dirty="0"/>
              <a:t>k</a:t>
            </a:r>
            <a:r>
              <a:rPr lang="en-US" altLang="en-US" dirty="0"/>
              <a:t> more instances of </a:t>
            </a:r>
            <a:r>
              <a:rPr lang="en-US" altLang="en-US" i="1" dirty="0" err="1"/>
              <a:t>R</a:t>
            </a:r>
            <a:r>
              <a:rPr lang="en-US" altLang="en-US" i="1" baseline="-25000" dirty="0" err="1"/>
              <a:t>j</a:t>
            </a:r>
            <a:r>
              <a:rPr lang="en-US" altLang="en-US" baseline="-25000" dirty="0"/>
              <a:t> </a:t>
            </a:r>
            <a:r>
              <a:rPr lang="en-US" altLang="en-US" dirty="0"/>
              <a:t>to complete its task</a:t>
            </a:r>
          </a:p>
          <a:p>
            <a:pPr lvl="2">
              <a:buFont typeface="Wingdings" pitchFamily="2" charset="2"/>
              <a:buChar char="q"/>
            </a:pPr>
            <a:br>
              <a:rPr lang="en-US" altLang="en-US" dirty="0"/>
            </a:br>
            <a:r>
              <a:rPr lang="en-US" altLang="en-US" i="1" dirty="0"/>
              <a:t>Need</a:t>
            </a:r>
            <a:r>
              <a:rPr lang="en-US" altLang="en-US" dirty="0"/>
              <a:t> [</a:t>
            </a:r>
            <a:r>
              <a:rPr lang="en-US" altLang="en-US" i="1" dirty="0" err="1"/>
              <a:t>i,j</a:t>
            </a:r>
            <a:r>
              <a:rPr lang="en-US" altLang="en-US" i="1" dirty="0"/>
              <a:t>]</a:t>
            </a:r>
            <a:r>
              <a:rPr lang="en-US" altLang="en-US" dirty="0"/>
              <a:t> = </a:t>
            </a:r>
            <a:r>
              <a:rPr lang="en-US" altLang="en-US" i="1" dirty="0"/>
              <a:t>Max</a:t>
            </a:r>
            <a:r>
              <a:rPr lang="en-US" altLang="en-US" dirty="0"/>
              <a:t>[</a:t>
            </a:r>
            <a:r>
              <a:rPr lang="en-US" altLang="en-US" i="1" dirty="0" err="1"/>
              <a:t>i,j</a:t>
            </a:r>
            <a:r>
              <a:rPr lang="en-US" altLang="en-US" dirty="0"/>
              <a:t>] – </a:t>
            </a:r>
            <a:r>
              <a:rPr lang="en-US" altLang="en-US" i="1" dirty="0"/>
              <a:t>Allocation</a:t>
            </a:r>
            <a:r>
              <a:rPr lang="en-US" altLang="en-US" dirty="0"/>
              <a:t> [</a:t>
            </a:r>
            <a:r>
              <a:rPr lang="en-US" altLang="en-US" i="1" dirty="0" err="1"/>
              <a:t>i,j</a:t>
            </a:r>
            <a:r>
              <a:rPr lang="en-US" altLang="en-US" dirty="0"/>
              <a:t>]</a:t>
            </a:r>
          </a:p>
        </p:txBody>
      </p:sp>
      <p:sp>
        <p:nvSpPr>
          <p:cNvPr id="50179" name="Text Box 4"/>
          <p:cNvSpPr txBox="1">
            <a:spLocks noChangeArrowheads="1"/>
          </p:cNvSpPr>
          <p:nvPr/>
        </p:nvSpPr>
        <p:spPr bwMode="auto">
          <a:xfrm>
            <a:off x="284163" y="1950243"/>
            <a:ext cx="6934200" cy="3667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>
            <a:spAutoFit/>
          </a:bodyPr>
          <a:lstStyle>
            <a:lvl1pPr>
              <a:defRPr kumimoji="1">
                <a:solidFill>
                  <a:schemeClr val="tx1"/>
                </a:solidFill>
                <a:latin typeface="Helvetica" pitchFamily="-84" charset="0"/>
                <a:ea typeface="MS PGothic" pitchFamily="34" charset="-128"/>
                <a:cs typeface="MS PGothic" pitchFamily="34" charset="-128"/>
              </a:defRPr>
            </a:lvl1pPr>
            <a:lvl2pPr>
              <a:defRPr kumimoji="1">
                <a:solidFill>
                  <a:schemeClr val="tx1"/>
                </a:solidFill>
                <a:latin typeface="Helvetica" pitchFamily="-84" charset="0"/>
                <a:ea typeface="MS PGothic" pitchFamily="34" charset="-128"/>
              </a:defRPr>
            </a:lvl2pPr>
            <a:lvl3pPr marL="1143000">
              <a:defRPr kumimoji="1">
                <a:solidFill>
                  <a:schemeClr val="tx1"/>
                </a:solidFill>
                <a:latin typeface="Helvetica" pitchFamily="-84" charset="0"/>
                <a:ea typeface="MS PGothic" pitchFamily="34" charset="-128"/>
              </a:defRPr>
            </a:lvl3pPr>
            <a:lvl4pPr marL="1600200">
              <a:defRPr kumimoji="1">
                <a:solidFill>
                  <a:schemeClr val="tx1"/>
                </a:solidFill>
                <a:latin typeface="Helvetica" pitchFamily="-84" charset="0"/>
                <a:ea typeface="MS PGothic" pitchFamily="34" charset="-128"/>
              </a:defRPr>
            </a:lvl4pPr>
            <a:lvl5pPr marL="2057400">
              <a:defRPr kumimoji="1">
                <a:solidFill>
                  <a:schemeClr val="tx1"/>
                </a:solidFill>
                <a:latin typeface="Helvetica" pitchFamily="-84" charset="0"/>
                <a:ea typeface="MS PGothic" pitchFamily="34" charset="-128"/>
              </a:defRPr>
            </a:lvl5pPr>
            <a:lvl6pPr marL="2514600">
              <a:defRPr kumimoji="1">
                <a:solidFill>
                  <a:schemeClr val="tx1"/>
                </a:solidFill>
                <a:latin typeface="Helvetica" pitchFamily="-84" charset="0"/>
                <a:ea typeface="MS PGothic" pitchFamily="34" charset="-128"/>
              </a:defRPr>
            </a:lvl6pPr>
            <a:lvl7pPr marL="2971800">
              <a:defRPr kumimoji="1">
                <a:solidFill>
                  <a:schemeClr val="tx1"/>
                </a:solidFill>
                <a:latin typeface="Helvetica" pitchFamily="-84" charset="0"/>
                <a:ea typeface="MS PGothic" pitchFamily="34" charset="-128"/>
              </a:defRPr>
            </a:lvl7pPr>
            <a:lvl8pPr marL="3429000">
              <a:defRPr kumimoji="1">
                <a:solidFill>
                  <a:schemeClr val="tx1"/>
                </a:solidFill>
                <a:latin typeface="Helvetica" pitchFamily="-84" charset="0"/>
                <a:ea typeface="MS PGothic" pitchFamily="34" charset="-128"/>
              </a:defRPr>
            </a:lvl8pPr>
            <a:lvl9pPr marL="3886200">
              <a:defRPr kumimoji="1">
                <a:solidFill>
                  <a:schemeClr val="tx1"/>
                </a:solidFill>
                <a:latin typeface="Helvetica" pitchFamily="-84" charset="0"/>
                <a:ea typeface="MS PGothic" pitchFamily="34" charset="-128"/>
              </a:defRPr>
            </a:lvl9pPr>
          </a:lstStyle>
          <a:p>
            <a:pPr>
              <a:spcBef>
                <a:spcPct val="50000"/>
              </a:spcBef>
            </a:pPr>
            <a:r>
              <a:rPr kumimoji="0" lang="en-US" altLang="en-US" dirty="0"/>
              <a:t>Let </a:t>
            </a:r>
            <a:r>
              <a:rPr kumimoji="0" lang="en-US" altLang="en-US" i="1" dirty="0"/>
              <a:t>n</a:t>
            </a:r>
            <a:r>
              <a:rPr kumimoji="0" lang="en-US" altLang="en-US" dirty="0"/>
              <a:t> = number of processes, and </a:t>
            </a:r>
            <a:r>
              <a:rPr kumimoji="0" lang="en-US" altLang="en-US" i="1" dirty="0"/>
              <a:t>m </a:t>
            </a:r>
            <a:r>
              <a:rPr kumimoji="0" lang="en-US" altLang="en-US" dirty="0"/>
              <a:t>= number of resources types. </a:t>
            </a:r>
          </a:p>
        </p:txBody>
      </p:sp>
    </p:spTree>
    <p:extLst>
      <p:ext uri="{BB962C8B-B14F-4D97-AF65-F5344CB8AC3E}">
        <p14:creationId xmlns:p14="http://schemas.microsoft.com/office/powerpoint/2010/main" val="2937352401"/>
      </p:ext>
    </p:extLst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2225" name="Rectangle 2"/>
          <p:cNvSpPr>
            <a:spLocks noGrp="1" noChangeArrowheads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pPr algn="l" eaLnBrk="1" hangingPunct="1"/>
            <a:r>
              <a:rPr lang="en-US" altLang="en-US"/>
              <a:t>Safety Algorithm</a:t>
            </a:r>
          </a:p>
        </p:txBody>
      </p:sp>
      <p:sp>
        <p:nvSpPr>
          <p:cNvPr id="52226" name="Rectangle 3"/>
          <p:cNvSpPr>
            <a:spLocks noGrp="1" noChangeArrowheads="1"/>
          </p:cNvSpPr>
          <p:nvPr>
            <p:ph idx="1"/>
          </p:nvPr>
        </p:nvSpPr>
        <p:spPr>
          <a:xfrm>
            <a:off x="284163" y="1995813"/>
            <a:ext cx="8574087" cy="3992563"/>
          </a:xfrm>
        </p:spPr>
        <p:txBody>
          <a:bodyPr>
            <a:normAutofit fontScale="77500" lnSpcReduction="20000"/>
          </a:bodyPr>
          <a:lstStyle/>
          <a:p>
            <a:pPr>
              <a:lnSpc>
                <a:spcPct val="90000"/>
              </a:lnSpc>
              <a:buFont typeface="Monotype Sorts" pitchFamily="-84" charset="2"/>
              <a:buNone/>
            </a:pPr>
            <a:r>
              <a:rPr lang="en-US" altLang="en-US" dirty="0"/>
              <a:t>1.	Let </a:t>
            </a:r>
            <a:r>
              <a:rPr lang="en-US" altLang="en-US" b="1" i="1" dirty="0">
                <a:solidFill>
                  <a:srgbClr val="000000"/>
                </a:solidFill>
              </a:rPr>
              <a:t>Work</a:t>
            </a:r>
            <a:r>
              <a:rPr lang="en-US" altLang="en-US" i="1" dirty="0">
                <a:solidFill>
                  <a:srgbClr val="000000"/>
                </a:solidFill>
              </a:rPr>
              <a:t> </a:t>
            </a:r>
            <a:r>
              <a:rPr lang="en-US" altLang="en-US" dirty="0"/>
              <a:t>and </a:t>
            </a:r>
            <a:r>
              <a:rPr lang="en-US" altLang="en-US" b="1" i="1" dirty="0">
                <a:solidFill>
                  <a:srgbClr val="000000"/>
                </a:solidFill>
              </a:rPr>
              <a:t>Finish</a:t>
            </a:r>
            <a:r>
              <a:rPr lang="en-US" altLang="en-US" dirty="0">
                <a:solidFill>
                  <a:srgbClr val="000000"/>
                </a:solidFill>
              </a:rPr>
              <a:t> </a:t>
            </a:r>
            <a:r>
              <a:rPr lang="en-US" altLang="en-US" dirty="0"/>
              <a:t>be vectors of length</a:t>
            </a:r>
            <a:r>
              <a:rPr lang="en-US" altLang="en-US" i="1" dirty="0"/>
              <a:t> m</a:t>
            </a:r>
            <a:r>
              <a:rPr lang="en-US" altLang="en-US" dirty="0"/>
              <a:t> and</a:t>
            </a:r>
            <a:r>
              <a:rPr lang="en-US" altLang="en-US" i="1" dirty="0"/>
              <a:t> n</a:t>
            </a:r>
            <a:r>
              <a:rPr lang="en-US" altLang="en-US" dirty="0"/>
              <a:t>, respectively.  Initialize:</a:t>
            </a:r>
          </a:p>
          <a:p>
            <a:pPr marL="1543050" lvl="3" indent="-342900">
              <a:lnSpc>
                <a:spcPct val="90000"/>
              </a:lnSpc>
              <a:buFontTx/>
              <a:buNone/>
            </a:pPr>
            <a:r>
              <a:rPr lang="en-US" altLang="en-US" b="1" i="1" dirty="0"/>
              <a:t>Work </a:t>
            </a:r>
            <a:r>
              <a:rPr lang="en-US" altLang="en-US" b="1" dirty="0"/>
              <a:t>= </a:t>
            </a:r>
            <a:r>
              <a:rPr lang="en-US" altLang="en-US" b="1" i="1" dirty="0"/>
              <a:t>Available</a:t>
            </a:r>
          </a:p>
          <a:p>
            <a:pPr marL="1543050" lvl="3" indent="-342900">
              <a:lnSpc>
                <a:spcPct val="90000"/>
              </a:lnSpc>
              <a:buFontTx/>
              <a:buNone/>
            </a:pPr>
            <a:r>
              <a:rPr lang="en-US" altLang="en-US" b="1" i="1" dirty="0"/>
              <a:t>Finish </a:t>
            </a:r>
            <a:r>
              <a:rPr lang="en-US" altLang="en-US" b="1" dirty="0"/>
              <a:t>[</a:t>
            </a:r>
            <a:r>
              <a:rPr lang="en-US" altLang="en-US" b="1" i="1" dirty="0"/>
              <a:t>i</a:t>
            </a:r>
            <a:r>
              <a:rPr lang="en-US" altLang="en-US" b="1" dirty="0"/>
              <a:t>] =</a:t>
            </a:r>
            <a:r>
              <a:rPr lang="en-US" altLang="en-US" b="1" i="1" dirty="0"/>
              <a:t> false </a:t>
            </a:r>
            <a:r>
              <a:rPr lang="en-US" altLang="en-US" b="1" dirty="0"/>
              <a:t>for</a:t>
            </a:r>
            <a:r>
              <a:rPr lang="en-US" altLang="en-US" b="1" i="1" dirty="0"/>
              <a:t> i</a:t>
            </a:r>
            <a:r>
              <a:rPr lang="en-US" altLang="en-US" b="1" dirty="0"/>
              <a:t> = 0, 1, …, </a:t>
            </a:r>
            <a:r>
              <a:rPr lang="en-US" altLang="en-US" b="1" i="1" dirty="0"/>
              <a:t>n- </a:t>
            </a:r>
            <a:r>
              <a:rPr lang="en-US" altLang="en-US" b="1" dirty="0"/>
              <a:t>1</a:t>
            </a:r>
          </a:p>
          <a:p>
            <a:pPr marL="1543050" lvl="3" indent="-342900">
              <a:lnSpc>
                <a:spcPct val="90000"/>
              </a:lnSpc>
              <a:buFontTx/>
              <a:buNone/>
            </a:pPr>
            <a:endParaRPr lang="en-US" altLang="en-US" sz="800" dirty="0"/>
          </a:p>
          <a:p>
            <a:pPr>
              <a:lnSpc>
                <a:spcPct val="90000"/>
              </a:lnSpc>
              <a:buFont typeface="Monotype Sorts" pitchFamily="-84" charset="2"/>
              <a:buNone/>
            </a:pPr>
            <a:r>
              <a:rPr lang="en-US" altLang="en-US" dirty="0"/>
              <a:t>2.	Find an </a:t>
            </a:r>
            <a:r>
              <a:rPr lang="en-US" altLang="en-US" b="1" i="1" dirty="0"/>
              <a:t>i</a:t>
            </a:r>
            <a:r>
              <a:rPr lang="en-US" altLang="en-US" i="1" dirty="0"/>
              <a:t> </a:t>
            </a:r>
            <a:r>
              <a:rPr lang="en-US" altLang="en-US" dirty="0"/>
              <a:t>such that both: </a:t>
            </a:r>
          </a:p>
          <a:p>
            <a:pPr marL="800100" lvl="1" indent="-342900">
              <a:lnSpc>
                <a:spcPct val="90000"/>
              </a:lnSpc>
              <a:buFont typeface="Monotype Sorts" pitchFamily="-84" charset="2"/>
              <a:buNone/>
            </a:pPr>
            <a:r>
              <a:rPr lang="en-US" altLang="en-US" dirty="0"/>
              <a:t>(a) </a:t>
            </a:r>
            <a:r>
              <a:rPr lang="en-US" altLang="en-US" b="1" i="1" dirty="0"/>
              <a:t>Finish</a:t>
            </a:r>
            <a:r>
              <a:rPr lang="en-US" altLang="en-US" b="1" dirty="0"/>
              <a:t> [</a:t>
            </a:r>
            <a:r>
              <a:rPr lang="en-US" altLang="en-US" b="1" i="1" dirty="0"/>
              <a:t>i</a:t>
            </a:r>
            <a:r>
              <a:rPr lang="en-US" altLang="en-US" b="1" dirty="0"/>
              <a:t>] = </a:t>
            </a:r>
            <a:r>
              <a:rPr lang="en-US" altLang="en-US" b="1" i="1" dirty="0"/>
              <a:t>false</a:t>
            </a:r>
            <a:endParaRPr lang="en-US" altLang="en-US" b="1" dirty="0"/>
          </a:p>
          <a:p>
            <a:pPr marL="800100" lvl="1" indent="-342900">
              <a:lnSpc>
                <a:spcPct val="90000"/>
              </a:lnSpc>
              <a:buFont typeface="Monotype Sorts" pitchFamily="-84" charset="2"/>
              <a:buNone/>
            </a:pPr>
            <a:r>
              <a:rPr lang="en-US" altLang="en-US" dirty="0"/>
              <a:t>(b) </a:t>
            </a:r>
            <a:r>
              <a:rPr lang="en-US" altLang="en-US" b="1" i="1" dirty="0" err="1"/>
              <a:t>Need</a:t>
            </a:r>
            <a:r>
              <a:rPr lang="en-US" altLang="en-US" b="1" i="1" baseline="-25000" dirty="0" err="1"/>
              <a:t>i</a:t>
            </a:r>
            <a:r>
              <a:rPr lang="en-US" altLang="en-US" b="1" dirty="0"/>
              <a:t> </a:t>
            </a:r>
            <a:r>
              <a:rPr lang="en-US" altLang="en-US" b="1" dirty="0">
                <a:sym typeface="Symbol" pitchFamily="18" charset="2"/>
              </a:rPr>
              <a:t> </a:t>
            </a:r>
            <a:r>
              <a:rPr lang="en-US" altLang="en-US" b="1" i="1" dirty="0">
                <a:sym typeface="Symbol" pitchFamily="18" charset="2"/>
              </a:rPr>
              <a:t>Work</a:t>
            </a:r>
          </a:p>
          <a:p>
            <a:pPr marL="800100" lvl="1" indent="-342900">
              <a:lnSpc>
                <a:spcPct val="90000"/>
              </a:lnSpc>
              <a:buFont typeface="Monotype Sorts" pitchFamily="-84" charset="2"/>
              <a:buNone/>
            </a:pPr>
            <a:r>
              <a:rPr lang="en-US" altLang="en-US" dirty="0">
                <a:sym typeface="Symbol" pitchFamily="18" charset="2"/>
              </a:rPr>
              <a:t>If no such</a:t>
            </a:r>
            <a:r>
              <a:rPr lang="en-US" altLang="en-US" b="1" dirty="0">
                <a:sym typeface="Symbol" pitchFamily="18" charset="2"/>
              </a:rPr>
              <a:t> </a:t>
            </a:r>
            <a:r>
              <a:rPr lang="en-US" altLang="en-US" b="1" i="1" dirty="0">
                <a:sym typeface="Symbol" pitchFamily="18" charset="2"/>
              </a:rPr>
              <a:t>i </a:t>
            </a:r>
            <a:r>
              <a:rPr lang="en-US" altLang="en-US" dirty="0">
                <a:sym typeface="Symbol" pitchFamily="18" charset="2"/>
              </a:rPr>
              <a:t>exists, go to step 4</a:t>
            </a:r>
          </a:p>
          <a:p>
            <a:pPr marL="800100" lvl="1" indent="-342900">
              <a:lnSpc>
                <a:spcPct val="90000"/>
              </a:lnSpc>
              <a:buFont typeface="Monotype Sorts" pitchFamily="-84" charset="2"/>
              <a:buNone/>
            </a:pPr>
            <a:endParaRPr lang="en-US" altLang="en-US" sz="800" dirty="0">
              <a:sym typeface="Symbol" pitchFamily="18" charset="2"/>
            </a:endParaRPr>
          </a:p>
          <a:p>
            <a:pPr>
              <a:lnSpc>
                <a:spcPct val="90000"/>
              </a:lnSpc>
              <a:buFont typeface="Monotype Sorts" pitchFamily="-84" charset="2"/>
              <a:buNone/>
            </a:pPr>
            <a:r>
              <a:rPr lang="en-US" altLang="en-US" i="1" dirty="0"/>
              <a:t>3.  </a:t>
            </a:r>
            <a:r>
              <a:rPr lang="en-US" altLang="en-US" b="1" i="1" dirty="0"/>
              <a:t>Work</a:t>
            </a:r>
            <a:r>
              <a:rPr lang="en-US" altLang="en-US" b="1" dirty="0"/>
              <a:t> = </a:t>
            </a:r>
            <a:r>
              <a:rPr lang="en-US" altLang="en-US" b="1" i="1" dirty="0"/>
              <a:t>Work </a:t>
            </a:r>
            <a:r>
              <a:rPr lang="en-US" altLang="en-US" b="1" dirty="0"/>
              <a:t>+ </a:t>
            </a:r>
            <a:r>
              <a:rPr lang="en-US" altLang="en-US" b="1" i="1" dirty="0" err="1"/>
              <a:t>Allocation</a:t>
            </a:r>
            <a:r>
              <a:rPr lang="en-US" altLang="en-US" b="1" i="1" baseline="-25000" dirty="0" err="1"/>
              <a:t>i</a:t>
            </a:r>
            <a:br>
              <a:rPr lang="en-US" altLang="en-US" b="1" dirty="0"/>
            </a:br>
            <a:r>
              <a:rPr lang="en-US" altLang="en-US" b="1" i="1" dirty="0"/>
              <a:t>Finish</a:t>
            </a:r>
            <a:r>
              <a:rPr lang="en-US" altLang="en-US" b="1" dirty="0"/>
              <a:t>[</a:t>
            </a:r>
            <a:r>
              <a:rPr lang="en-US" altLang="en-US" b="1" i="1" dirty="0"/>
              <a:t>i</a:t>
            </a:r>
            <a:r>
              <a:rPr lang="en-US" altLang="en-US" b="1" dirty="0"/>
              <a:t>] =</a:t>
            </a:r>
            <a:r>
              <a:rPr lang="en-US" altLang="en-US" b="1" i="1" dirty="0"/>
              <a:t> true</a:t>
            </a:r>
            <a:br>
              <a:rPr lang="en-US" altLang="en-US" b="1" dirty="0"/>
            </a:br>
            <a:r>
              <a:rPr lang="en-US" altLang="en-US" dirty="0"/>
              <a:t>go to step 2</a:t>
            </a:r>
          </a:p>
          <a:p>
            <a:pPr>
              <a:lnSpc>
                <a:spcPct val="90000"/>
              </a:lnSpc>
            </a:pPr>
            <a:endParaRPr lang="en-US" altLang="en-US" sz="800" dirty="0"/>
          </a:p>
          <a:p>
            <a:pPr>
              <a:lnSpc>
                <a:spcPct val="90000"/>
              </a:lnSpc>
              <a:buFont typeface="Monotype Sorts" pitchFamily="-84" charset="2"/>
              <a:buNone/>
            </a:pPr>
            <a:r>
              <a:rPr lang="en-US" altLang="en-US" dirty="0"/>
              <a:t>4.	If </a:t>
            </a:r>
            <a:r>
              <a:rPr lang="en-US" altLang="en-US" b="1" i="1" dirty="0"/>
              <a:t>Finish</a:t>
            </a:r>
            <a:r>
              <a:rPr lang="en-US" altLang="en-US" b="1" dirty="0"/>
              <a:t> [</a:t>
            </a:r>
            <a:r>
              <a:rPr lang="en-US" altLang="en-US" b="1" i="1" dirty="0"/>
              <a:t>i</a:t>
            </a:r>
            <a:r>
              <a:rPr lang="en-US" altLang="en-US" b="1" dirty="0"/>
              <a:t>] == </a:t>
            </a:r>
            <a:r>
              <a:rPr lang="en-US" altLang="en-US" b="1" i="1" dirty="0"/>
              <a:t>true</a:t>
            </a:r>
            <a:r>
              <a:rPr lang="en-US" altLang="en-US" b="1" dirty="0"/>
              <a:t> </a:t>
            </a:r>
            <a:r>
              <a:rPr lang="en-US" altLang="en-US" dirty="0"/>
              <a:t>for all </a:t>
            </a:r>
            <a:r>
              <a:rPr lang="en-US" altLang="en-US" b="1" i="1" dirty="0"/>
              <a:t>i</a:t>
            </a:r>
            <a:r>
              <a:rPr lang="en-US" altLang="en-US" dirty="0"/>
              <a:t>, then the system is in a safe state</a:t>
            </a:r>
          </a:p>
        </p:txBody>
      </p:sp>
    </p:spTree>
    <p:extLst>
      <p:ext uri="{BB962C8B-B14F-4D97-AF65-F5344CB8AC3E}">
        <p14:creationId xmlns:p14="http://schemas.microsoft.com/office/powerpoint/2010/main" val="2215648670"/>
      </p:ext>
    </p:extLst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273" name="Rectangle 2"/>
          <p:cNvSpPr>
            <a:spLocks noGrp="1" noChangeArrowheads="1"/>
          </p:cNvSpPr>
          <p:nvPr>
            <p:ph type="title"/>
          </p:nvPr>
        </p:nvSpPr>
        <p:spPr/>
        <p:txBody>
          <a:bodyPr>
            <a:noAutofit/>
          </a:bodyPr>
          <a:lstStyle/>
          <a:p>
            <a:pPr algn="l" eaLnBrk="1" hangingPunct="1"/>
            <a:r>
              <a:rPr lang="en-US" altLang="en-US" sz="3600"/>
              <a:t>Resource-Request Algorithm for Process </a:t>
            </a:r>
            <a:r>
              <a:rPr lang="en-US" altLang="en-US" sz="3600" i="1"/>
              <a:t>P</a:t>
            </a:r>
            <a:r>
              <a:rPr lang="en-US" altLang="en-US" sz="3600" i="1" baseline="-25000"/>
              <a:t>i</a:t>
            </a:r>
            <a:endParaRPr lang="en-US" altLang="en-US" sz="3600"/>
          </a:p>
        </p:txBody>
      </p:sp>
      <p:sp>
        <p:nvSpPr>
          <p:cNvPr id="54274" name="Rectangle 3"/>
          <p:cNvSpPr>
            <a:spLocks noGrp="1" noChangeArrowheads="1"/>
          </p:cNvSpPr>
          <p:nvPr>
            <p:ph idx="1"/>
          </p:nvPr>
        </p:nvSpPr>
        <p:spPr>
          <a:xfrm>
            <a:off x="284163" y="1933183"/>
            <a:ext cx="8574087" cy="3992563"/>
          </a:xfrm>
        </p:spPr>
        <p:txBody>
          <a:bodyPr>
            <a:normAutofit fontScale="85000" lnSpcReduction="20000"/>
          </a:bodyPr>
          <a:lstStyle/>
          <a:p>
            <a:pPr>
              <a:lnSpc>
                <a:spcPct val="90000"/>
              </a:lnSpc>
              <a:spcBef>
                <a:spcPts val="2400"/>
              </a:spcBef>
              <a:spcAft>
                <a:spcPts val="500"/>
              </a:spcAft>
              <a:buFont typeface="Monotype Sorts" pitchFamily="-84" charset="2"/>
              <a:buNone/>
            </a:pPr>
            <a:r>
              <a:rPr lang="en-US" altLang="en-US" i="1" dirty="0"/>
              <a:t>     </a:t>
            </a:r>
            <a:r>
              <a:rPr lang="en-US" altLang="en-US" b="1" i="1" dirty="0" err="1"/>
              <a:t>Request</a:t>
            </a:r>
            <a:r>
              <a:rPr lang="en-US" altLang="en-US" b="1" i="1" baseline="-25000" dirty="0" err="1"/>
              <a:t>i</a:t>
            </a:r>
            <a:r>
              <a:rPr lang="en-US" altLang="en-US" dirty="0"/>
              <a:t> = request vector for process </a:t>
            </a:r>
            <a:r>
              <a:rPr lang="en-US" altLang="en-US" b="1" i="1" dirty="0"/>
              <a:t>P</a:t>
            </a:r>
            <a:r>
              <a:rPr lang="en-US" altLang="en-US" b="1" i="1" baseline="-25000" dirty="0"/>
              <a:t>i</a:t>
            </a:r>
            <a:r>
              <a:rPr lang="en-US" altLang="en-US" dirty="0"/>
              <a:t>.  If </a:t>
            </a:r>
            <a:r>
              <a:rPr lang="en-US" altLang="en-US" b="1" i="1" dirty="0" err="1"/>
              <a:t>Request</a:t>
            </a:r>
            <a:r>
              <a:rPr lang="en-US" altLang="en-US" b="1" i="1" baseline="-25000" dirty="0" err="1"/>
              <a:t>i</a:t>
            </a:r>
            <a:r>
              <a:rPr lang="en-US" altLang="en-US" b="1" baseline="-25000" dirty="0"/>
              <a:t> </a:t>
            </a:r>
            <a:r>
              <a:rPr lang="en-US" altLang="en-US" b="1" dirty="0"/>
              <a:t>[</a:t>
            </a:r>
            <a:r>
              <a:rPr lang="en-US" altLang="en-US" b="1" i="1" dirty="0"/>
              <a:t>j</a:t>
            </a:r>
            <a:r>
              <a:rPr lang="en-US" altLang="en-US" b="1" dirty="0"/>
              <a:t>] = </a:t>
            </a:r>
            <a:r>
              <a:rPr lang="en-US" altLang="en-US" b="1" i="1" dirty="0"/>
              <a:t>k</a:t>
            </a:r>
            <a:r>
              <a:rPr lang="en-US" altLang="en-US" b="1" dirty="0"/>
              <a:t> </a:t>
            </a:r>
            <a:r>
              <a:rPr lang="en-US" altLang="en-US" dirty="0"/>
              <a:t>then process </a:t>
            </a:r>
            <a:r>
              <a:rPr lang="en-US" altLang="en-US" b="1" i="1" dirty="0"/>
              <a:t>P</a:t>
            </a:r>
            <a:r>
              <a:rPr lang="en-US" altLang="en-US" b="1" i="1" baseline="-25000" dirty="0"/>
              <a:t>i</a:t>
            </a:r>
            <a:r>
              <a:rPr lang="en-US" altLang="en-US" dirty="0"/>
              <a:t> wants </a:t>
            </a:r>
            <a:r>
              <a:rPr lang="en-US" altLang="en-US" b="1" i="1" dirty="0"/>
              <a:t>k</a:t>
            </a:r>
            <a:r>
              <a:rPr lang="en-US" altLang="en-US" dirty="0"/>
              <a:t> instances of resource type </a:t>
            </a:r>
            <a:r>
              <a:rPr lang="en-US" altLang="en-US" b="1" i="1" dirty="0" err="1"/>
              <a:t>R</a:t>
            </a:r>
            <a:r>
              <a:rPr lang="en-US" altLang="en-US" b="1" i="1" baseline="-25000" dirty="0" err="1"/>
              <a:t>j</a:t>
            </a:r>
            <a:endParaRPr lang="en-US" altLang="en-US" b="1" baseline="-25000" dirty="0"/>
          </a:p>
          <a:p>
            <a:pPr lvl="1">
              <a:lnSpc>
                <a:spcPct val="90000"/>
              </a:lnSpc>
              <a:spcAft>
                <a:spcPts val="500"/>
              </a:spcAft>
              <a:buFont typeface="Monotype Sorts" pitchFamily="-84" charset="2"/>
              <a:buNone/>
            </a:pPr>
            <a:r>
              <a:rPr lang="en-US" altLang="en-US" dirty="0"/>
              <a:t>1.	If </a:t>
            </a:r>
            <a:r>
              <a:rPr lang="en-US" altLang="en-US" b="1" i="1" dirty="0" err="1"/>
              <a:t>Request</a:t>
            </a:r>
            <a:r>
              <a:rPr lang="en-US" altLang="en-US" b="1" i="1" baseline="-25000" dirty="0" err="1"/>
              <a:t>i</a:t>
            </a:r>
            <a:r>
              <a:rPr lang="en-US" altLang="en-US" b="1" i="1" dirty="0"/>
              <a:t> </a:t>
            </a:r>
            <a:r>
              <a:rPr lang="en-US" altLang="en-US" b="1" dirty="0">
                <a:sym typeface="Symbol" pitchFamily="18" charset="2"/>
              </a:rPr>
              <a:t> </a:t>
            </a:r>
            <a:r>
              <a:rPr lang="en-US" altLang="en-US" b="1" i="1" dirty="0" err="1">
                <a:sym typeface="Symbol" pitchFamily="18" charset="2"/>
              </a:rPr>
              <a:t>Need</a:t>
            </a:r>
            <a:r>
              <a:rPr lang="en-US" altLang="en-US" b="1" i="1" baseline="-25000" dirty="0" err="1">
                <a:sym typeface="Symbol" pitchFamily="18" charset="2"/>
              </a:rPr>
              <a:t>i</a:t>
            </a:r>
            <a:r>
              <a:rPr lang="en-US" altLang="en-US" b="1" i="1" dirty="0">
                <a:sym typeface="Symbol" pitchFamily="18" charset="2"/>
              </a:rPr>
              <a:t> </a:t>
            </a:r>
            <a:r>
              <a:rPr lang="en-US" altLang="en-US" dirty="0">
                <a:sym typeface="Symbol" pitchFamily="18" charset="2"/>
              </a:rPr>
              <a:t>go to step 2.  Otherwise, raise error condition, since process has exceeded its maximum claim</a:t>
            </a:r>
          </a:p>
          <a:p>
            <a:pPr lvl="1">
              <a:lnSpc>
                <a:spcPct val="90000"/>
              </a:lnSpc>
              <a:spcAft>
                <a:spcPts val="500"/>
              </a:spcAft>
              <a:buFont typeface="Monotype Sorts" pitchFamily="-84" charset="2"/>
              <a:buNone/>
            </a:pPr>
            <a:r>
              <a:rPr lang="en-US" altLang="en-US" dirty="0">
                <a:sym typeface="Symbol" pitchFamily="18" charset="2"/>
              </a:rPr>
              <a:t>2.	If </a:t>
            </a:r>
            <a:r>
              <a:rPr lang="en-US" altLang="en-US" b="1" i="1" dirty="0" err="1"/>
              <a:t>Request</a:t>
            </a:r>
            <a:r>
              <a:rPr lang="en-US" altLang="en-US" b="1" i="1" baseline="-25000" dirty="0" err="1"/>
              <a:t>i</a:t>
            </a:r>
            <a:r>
              <a:rPr lang="en-US" altLang="en-US" b="1" dirty="0"/>
              <a:t> </a:t>
            </a:r>
            <a:r>
              <a:rPr lang="en-US" altLang="en-US" b="1" dirty="0">
                <a:sym typeface="Symbol" pitchFamily="18" charset="2"/>
              </a:rPr>
              <a:t> </a:t>
            </a:r>
            <a:r>
              <a:rPr lang="en-US" altLang="en-US" b="1" i="1" dirty="0">
                <a:sym typeface="Symbol" pitchFamily="18" charset="2"/>
              </a:rPr>
              <a:t>Available</a:t>
            </a:r>
            <a:r>
              <a:rPr lang="en-US" altLang="en-US" dirty="0">
                <a:sym typeface="Symbol" pitchFamily="18" charset="2"/>
              </a:rPr>
              <a:t>, go to step 3.  Otherwise </a:t>
            </a:r>
            <a:r>
              <a:rPr lang="en-US" altLang="en-US" b="1" i="1" dirty="0">
                <a:sym typeface="Symbol" pitchFamily="18" charset="2"/>
              </a:rPr>
              <a:t>P</a:t>
            </a:r>
            <a:r>
              <a:rPr lang="en-US" altLang="en-US" b="1" i="1" baseline="-25000" dirty="0">
                <a:sym typeface="Symbol" pitchFamily="18" charset="2"/>
              </a:rPr>
              <a:t>i</a:t>
            </a:r>
            <a:r>
              <a:rPr lang="en-US" altLang="en-US" dirty="0">
                <a:sym typeface="Symbol" pitchFamily="18" charset="2"/>
              </a:rPr>
              <a:t>  must wait, since resources are not available</a:t>
            </a:r>
          </a:p>
          <a:p>
            <a:pPr lvl="1">
              <a:lnSpc>
                <a:spcPct val="90000"/>
              </a:lnSpc>
              <a:spcAft>
                <a:spcPts val="500"/>
              </a:spcAft>
              <a:buFont typeface="Monotype Sorts" pitchFamily="-84" charset="2"/>
              <a:buNone/>
            </a:pPr>
            <a:r>
              <a:rPr lang="en-US" altLang="en-US" dirty="0">
                <a:sym typeface="Symbol" pitchFamily="18" charset="2"/>
              </a:rPr>
              <a:t>3.	Pretend to allocate requested resources to </a:t>
            </a:r>
            <a:r>
              <a:rPr lang="en-US" altLang="en-US" b="1" i="1" dirty="0">
                <a:sym typeface="Symbol" pitchFamily="18" charset="2"/>
              </a:rPr>
              <a:t>P</a:t>
            </a:r>
            <a:r>
              <a:rPr lang="en-US" altLang="en-US" b="1" i="1" baseline="-25000" dirty="0">
                <a:sym typeface="Symbol" pitchFamily="18" charset="2"/>
              </a:rPr>
              <a:t>i</a:t>
            </a:r>
            <a:r>
              <a:rPr lang="en-US" altLang="en-US" dirty="0">
                <a:sym typeface="Symbol" pitchFamily="18" charset="2"/>
              </a:rPr>
              <a:t> by modifying the state as follows:</a:t>
            </a:r>
          </a:p>
          <a:p>
            <a:pPr lvl="3">
              <a:lnSpc>
                <a:spcPct val="90000"/>
              </a:lnSpc>
              <a:spcAft>
                <a:spcPts val="500"/>
              </a:spcAft>
              <a:buFontTx/>
              <a:buNone/>
            </a:pPr>
            <a:r>
              <a:rPr lang="en-US" altLang="en-US" dirty="0">
                <a:sym typeface="Symbol" pitchFamily="18" charset="2"/>
              </a:rPr>
              <a:t>		</a:t>
            </a:r>
            <a:r>
              <a:rPr lang="en-US" altLang="en-US" b="1" i="1" dirty="0">
                <a:sym typeface="Symbol" pitchFamily="18" charset="2"/>
              </a:rPr>
              <a:t>Available</a:t>
            </a:r>
            <a:r>
              <a:rPr lang="en-US" altLang="en-US" b="1" dirty="0">
                <a:sym typeface="Symbol" pitchFamily="18" charset="2"/>
              </a:rPr>
              <a:t> = </a:t>
            </a:r>
            <a:r>
              <a:rPr lang="en-US" altLang="en-US" b="1" i="1" dirty="0">
                <a:sym typeface="Symbol" pitchFamily="18" charset="2"/>
              </a:rPr>
              <a:t>Available  </a:t>
            </a:r>
            <a:r>
              <a:rPr lang="en-US" altLang="en-US" b="1" dirty="0">
                <a:sym typeface="Symbol" pitchFamily="18" charset="2"/>
              </a:rPr>
              <a:t>–</a:t>
            </a:r>
            <a:r>
              <a:rPr lang="en-US" altLang="en-US" b="1" i="1" dirty="0">
                <a:sym typeface="Symbol" pitchFamily="18" charset="2"/>
              </a:rPr>
              <a:t> </a:t>
            </a:r>
            <a:r>
              <a:rPr lang="en-US" altLang="en-US" b="1" i="1" dirty="0" err="1">
                <a:sym typeface="Symbol" pitchFamily="18" charset="2"/>
              </a:rPr>
              <a:t>Request</a:t>
            </a:r>
            <a:r>
              <a:rPr lang="en-US" altLang="en-US" b="1" i="1" baseline="-25000" dirty="0" err="1">
                <a:sym typeface="Symbol" pitchFamily="18" charset="2"/>
              </a:rPr>
              <a:t>i</a:t>
            </a:r>
            <a:r>
              <a:rPr lang="en-US" altLang="en-US" b="1" i="1" dirty="0">
                <a:sym typeface="Symbol" pitchFamily="18" charset="2"/>
              </a:rPr>
              <a:t>;</a:t>
            </a:r>
          </a:p>
          <a:p>
            <a:pPr lvl="3">
              <a:lnSpc>
                <a:spcPct val="90000"/>
              </a:lnSpc>
              <a:spcAft>
                <a:spcPts val="500"/>
              </a:spcAft>
              <a:buFontTx/>
              <a:buNone/>
            </a:pPr>
            <a:r>
              <a:rPr lang="en-US" altLang="en-US" b="1" dirty="0">
                <a:sym typeface="Symbol" pitchFamily="18" charset="2"/>
              </a:rPr>
              <a:t>		</a:t>
            </a:r>
            <a:r>
              <a:rPr lang="en-US" altLang="en-US" b="1" i="1" dirty="0" err="1">
                <a:sym typeface="Symbol" pitchFamily="18" charset="2"/>
              </a:rPr>
              <a:t>Allocation</a:t>
            </a:r>
            <a:r>
              <a:rPr lang="en-US" altLang="en-US" b="1" i="1" baseline="-25000" dirty="0" err="1">
                <a:sym typeface="Symbol" pitchFamily="18" charset="2"/>
              </a:rPr>
              <a:t>i</a:t>
            </a:r>
            <a:r>
              <a:rPr lang="en-US" altLang="en-US" b="1" baseline="-25000" dirty="0">
                <a:sym typeface="Symbol" pitchFamily="18" charset="2"/>
              </a:rPr>
              <a:t> </a:t>
            </a:r>
            <a:r>
              <a:rPr lang="en-US" altLang="en-US" b="1" dirty="0">
                <a:sym typeface="Symbol" pitchFamily="18" charset="2"/>
              </a:rPr>
              <a:t>= </a:t>
            </a:r>
            <a:r>
              <a:rPr lang="en-US" altLang="en-US" b="1" i="1" dirty="0" err="1">
                <a:sym typeface="Symbol" pitchFamily="18" charset="2"/>
              </a:rPr>
              <a:t>Allocation</a:t>
            </a:r>
            <a:r>
              <a:rPr lang="en-US" altLang="en-US" b="1" i="1" baseline="-25000" dirty="0" err="1">
                <a:sym typeface="Symbol" pitchFamily="18" charset="2"/>
              </a:rPr>
              <a:t>i</a:t>
            </a:r>
            <a:r>
              <a:rPr lang="en-US" altLang="en-US" b="1" dirty="0">
                <a:sym typeface="Symbol" pitchFamily="18" charset="2"/>
              </a:rPr>
              <a:t> + </a:t>
            </a:r>
            <a:r>
              <a:rPr lang="en-US" altLang="en-US" b="1" i="1" dirty="0" err="1">
                <a:sym typeface="Symbol" pitchFamily="18" charset="2"/>
              </a:rPr>
              <a:t>Request</a:t>
            </a:r>
            <a:r>
              <a:rPr lang="en-US" altLang="en-US" b="1" i="1" baseline="-25000" dirty="0" err="1">
                <a:sym typeface="Symbol" pitchFamily="18" charset="2"/>
              </a:rPr>
              <a:t>i</a:t>
            </a:r>
            <a:r>
              <a:rPr lang="en-US" altLang="en-US" b="1" dirty="0">
                <a:sym typeface="Symbol" pitchFamily="18" charset="2"/>
              </a:rPr>
              <a:t>;</a:t>
            </a:r>
          </a:p>
          <a:p>
            <a:pPr lvl="3">
              <a:lnSpc>
                <a:spcPct val="90000"/>
              </a:lnSpc>
              <a:spcAft>
                <a:spcPts val="500"/>
              </a:spcAft>
              <a:buFontTx/>
              <a:buNone/>
            </a:pPr>
            <a:r>
              <a:rPr lang="en-US" altLang="en-US" b="1" dirty="0">
                <a:sym typeface="Symbol" pitchFamily="18" charset="2"/>
              </a:rPr>
              <a:t>		</a:t>
            </a:r>
            <a:r>
              <a:rPr lang="en-US" altLang="en-US" b="1" i="1" dirty="0" err="1">
                <a:sym typeface="Symbol" pitchFamily="18" charset="2"/>
              </a:rPr>
              <a:t>Need</a:t>
            </a:r>
            <a:r>
              <a:rPr lang="en-US" altLang="en-US" b="1" i="1" baseline="-25000" dirty="0" err="1">
                <a:sym typeface="Symbol" pitchFamily="18" charset="2"/>
              </a:rPr>
              <a:t>i</a:t>
            </a:r>
            <a:r>
              <a:rPr lang="en-US" altLang="en-US" b="1" i="1" dirty="0">
                <a:sym typeface="Symbol" pitchFamily="18" charset="2"/>
              </a:rPr>
              <a:t> </a:t>
            </a:r>
            <a:r>
              <a:rPr lang="en-US" altLang="en-US" b="1" dirty="0">
                <a:sym typeface="Symbol" pitchFamily="18" charset="2"/>
              </a:rPr>
              <a:t>=</a:t>
            </a:r>
            <a:r>
              <a:rPr lang="en-US" altLang="en-US" b="1" i="1" dirty="0">
                <a:sym typeface="Symbol" pitchFamily="18" charset="2"/>
              </a:rPr>
              <a:t> </a:t>
            </a:r>
            <a:r>
              <a:rPr lang="en-US" altLang="en-US" b="1" i="1" dirty="0" err="1">
                <a:sym typeface="Symbol" pitchFamily="18" charset="2"/>
              </a:rPr>
              <a:t>Need</a:t>
            </a:r>
            <a:r>
              <a:rPr lang="en-US" altLang="en-US" b="1" i="1" baseline="-25000" dirty="0" err="1">
                <a:sym typeface="Symbol" pitchFamily="18" charset="2"/>
              </a:rPr>
              <a:t>i</a:t>
            </a:r>
            <a:r>
              <a:rPr lang="en-US" altLang="en-US" b="1" dirty="0">
                <a:sym typeface="Symbol" pitchFamily="18" charset="2"/>
              </a:rPr>
              <a:t> – </a:t>
            </a:r>
            <a:r>
              <a:rPr lang="en-US" altLang="en-US" b="1" i="1" dirty="0" err="1">
                <a:sym typeface="Symbol" pitchFamily="18" charset="2"/>
              </a:rPr>
              <a:t>Request</a:t>
            </a:r>
            <a:r>
              <a:rPr lang="en-US" altLang="en-US" b="1" i="1" baseline="-25000" dirty="0" err="1">
                <a:sym typeface="Symbol" pitchFamily="18" charset="2"/>
              </a:rPr>
              <a:t>i</a:t>
            </a:r>
            <a:r>
              <a:rPr lang="en-US" altLang="en-US" b="1" i="1" dirty="0">
                <a:sym typeface="Symbol" pitchFamily="18" charset="2"/>
              </a:rPr>
              <a:t>;</a:t>
            </a:r>
          </a:p>
          <a:p>
            <a:pPr lvl="2">
              <a:lnSpc>
                <a:spcPct val="90000"/>
              </a:lnSpc>
              <a:spcAft>
                <a:spcPts val="500"/>
              </a:spcAft>
              <a:buClr>
                <a:srgbClr val="CC6600"/>
              </a:buClr>
              <a:buSzPct val="80000"/>
              <a:buFont typeface="Monotype Sorts" pitchFamily="-84" charset="2"/>
              <a:buChar char="l"/>
            </a:pPr>
            <a:r>
              <a:rPr lang="en-US" altLang="en-US" dirty="0">
                <a:sym typeface="Symbol" pitchFamily="18" charset="2"/>
              </a:rPr>
              <a:t>If safe  the resources are allocated to </a:t>
            </a:r>
            <a:r>
              <a:rPr lang="en-US" altLang="en-US" b="1" i="1" dirty="0">
                <a:sym typeface="Symbol" pitchFamily="18" charset="2"/>
              </a:rPr>
              <a:t>P</a:t>
            </a:r>
            <a:r>
              <a:rPr lang="en-US" altLang="en-US" b="1" i="1" baseline="-25000" dirty="0">
                <a:sym typeface="Symbol" pitchFamily="18" charset="2"/>
              </a:rPr>
              <a:t>i</a:t>
            </a:r>
          </a:p>
          <a:p>
            <a:pPr lvl="2">
              <a:lnSpc>
                <a:spcPct val="90000"/>
              </a:lnSpc>
              <a:spcAft>
                <a:spcPts val="500"/>
              </a:spcAft>
              <a:buClr>
                <a:srgbClr val="CC6600"/>
              </a:buClr>
              <a:buSzPct val="80000"/>
              <a:buFont typeface="Monotype Sorts" pitchFamily="-84" charset="2"/>
              <a:buChar char="l"/>
            </a:pPr>
            <a:r>
              <a:rPr lang="en-US" altLang="en-US" dirty="0">
                <a:sym typeface="Symbol" pitchFamily="18" charset="2"/>
              </a:rPr>
              <a:t>If unsafe  </a:t>
            </a:r>
            <a:r>
              <a:rPr lang="en-US" altLang="en-US" b="1" i="1" dirty="0">
                <a:sym typeface="Symbol" pitchFamily="18" charset="2"/>
              </a:rPr>
              <a:t>P</a:t>
            </a:r>
            <a:r>
              <a:rPr lang="en-US" altLang="en-US" b="1" i="1" baseline="-25000" dirty="0">
                <a:sym typeface="Symbol" pitchFamily="18" charset="2"/>
              </a:rPr>
              <a:t>i</a:t>
            </a:r>
            <a:r>
              <a:rPr lang="en-US" altLang="en-US" dirty="0">
                <a:sym typeface="Symbol" pitchFamily="18" charset="2"/>
              </a:rPr>
              <a:t> must wait, and the old resource-allocation state is restored</a:t>
            </a:r>
          </a:p>
        </p:txBody>
      </p:sp>
    </p:spTree>
    <p:extLst>
      <p:ext uri="{BB962C8B-B14F-4D97-AF65-F5344CB8AC3E}">
        <p14:creationId xmlns:p14="http://schemas.microsoft.com/office/powerpoint/2010/main" val="540857945"/>
      </p:ext>
    </p:extLst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6321" name="Rectangle 2"/>
          <p:cNvSpPr>
            <a:spLocks noGrp="1" noChangeArrowheads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pPr algn="l" eaLnBrk="1" hangingPunct="1"/>
            <a:r>
              <a:rPr lang="en-US" altLang="en-US" dirty="0"/>
              <a:t>Example of Banker’</a:t>
            </a:r>
            <a:r>
              <a:rPr lang="en-US" altLang="ja-JP" dirty="0"/>
              <a:t>s Algorithm</a:t>
            </a:r>
            <a:endParaRPr lang="en-US" altLang="en-US" dirty="0"/>
          </a:p>
        </p:txBody>
      </p:sp>
      <p:sp>
        <p:nvSpPr>
          <p:cNvPr id="56322" name="Rectangle 3"/>
          <p:cNvSpPr>
            <a:spLocks noGrp="1" noChangeArrowheads="1"/>
          </p:cNvSpPr>
          <p:nvPr>
            <p:ph idx="1"/>
          </p:nvPr>
        </p:nvSpPr>
        <p:spPr>
          <a:xfrm>
            <a:off x="284163" y="1983287"/>
            <a:ext cx="8574087" cy="3992563"/>
          </a:xfrm>
        </p:spPr>
        <p:txBody>
          <a:bodyPr>
            <a:normAutofit fontScale="92500" lnSpcReduction="20000"/>
          </a:bodyPr>
          <a:lstStyle/>
          <a:p>
            <a:pPr>
              <a:spcBef>
                <a:spcPts val="500"/>
              </a:spcBef>
              <a:buFont typeface="Wingdings" pitchFamily="2" charset="2"/>
              <a:buChar char="q"/>
              <a:tabLst>
                <a:tab pos="1371600" algn="l"/>
                <a:tab pos="2395538" algn="ctr"/>
                <a:tab pos="3594100" algn="ctr"/>
                <a:tab pos="4805363" algn="ctr"/>
              </a:tabLst>
            </a:pPr>
            <a:r>
              <a:rPr lang="en-US" altLang="en-US" dirty="0"/>
              <a:t>5 processes </a:t>
            </a:r>
            <a:r>
              <a:rPr lang="en-US" altLang="en-US" i="1" dirty="0"/>
              <a:t>P</a:t>
            </a:r>
            <a:r>
              <a:rPr lang="en-US" altLang="en-US" baseline="-25000" dirty="0"/>
              <a:t>0  </a:t>
            </a:r>
            <a:r>
              <a:rPr lang="en-US" altLang="en-US" dirty="0"/>
              <a:t>through </a:t>
            </a:r>
            <a:r>
              <a:rPr lang="en-US" altLang="en-US" i="1" dirty="0"/>
              <a:t>P</a:t>
            </a:r>
            <a:r>
              <a:rPr lang="en-US" altLang="en-US" baseline="-25000" dirty="0"/>
              <a:t>4</a:t>
            </a:r>
            <a:r>
              <a:rPr lang="en-US" altLang="en-US" dirty="0"/>
              <a:t>; </a:t>
            </a:r>
          </a:p>
          <a:p>
            <a:pPr>
              <a:spcBef>
                <a:spcPts val="500"/>
              </a:spcBef>
              <a:buFont typeface="Monotype Sorts" pitchFamily="-84" charset="2"/>
              <a:buNone/>
              <a:tabLst>
                <a:tab pos="1371600" algn="l"/>
                <a:tab pos="2395538" algn="ctr"/>
                <a:tab pos="3594100" algn="ctr"/>
                <a:tab pos="4805363" algn="ctr"/>
              </a:tabLst>
            </a:pPr>
            <a:r>
              <a:rPr lang="en-US" altLang="en-US" dirty="0"/>
              <a:t>      3 resource types:</a:t>
            </a:r>
          </a:p>
          <a:p>
            <a:pPr>
              <a:spcBef>
                <a:spcPts val="500"/>
              </a:spcBef>
              <a:buFont typeface="Monotype Sorts" pitchFamily="-84" charset="2"/>
              <a:buNone/>
              <a:tabLst>
                <a:tab pos="1371600" algn="l"/>
                <a:tab pos="2395538" algn="ctr"/>
                <a:tab pos="3594100" algn="ctr"/>
                <a:tab pos="4805363" algn="ctr"/>
              </a:tabLst>
            </a:pPr>
            <a:r>
              <a:rPr lang="en-US" altLang="en-US" dirty="0"/>
              <a:t>              </a:t>
            </a:r>
            <a:r>
              <a:rPr lang="en-US" altLang="en-US" i="1" dirty="0"/>
              <a:t>A</a:t>
            </a:r>
            <a:r>
              <a:rPr lang="en-US" altLang="en-US" dirty="0"/>
              <a:t> (10 instances),  </a:t>
            </a:r>
            <a:r>
              <a:rPr lang="en-US" altLang="en-US" i="1" dirty="0"/>
              <a:t>B</a:t>
            </a:r>
            <a:r>
              <a:rPr lang="en-US" altLang="en-US" dirty="0"/>
              <a:t> (5instances), and </a:t>
            </a:r>
            <a:r>
              <a:rPr lang="en-US" altLang="en-US" i="1" dirty="0"/>
              <a:t>C</a:t>
            </a:r>
            <a:r>
              <a:rPr lang="en-US" altLang="en-US" dirty="0"/>
              <a:t> (7 instances)</a:t>
            </a:r>
          </a:p>
          <a:p>
            <a:pPr>
              <a:spcBef>
                <a:spcPts val="500"/>
              </a:spcBef>
              <a:buFont typeface="Wingdings" pitchFamily="2" charset="2"/>
              <a:buChar char="q"/>
              <a:tabLst>
                <a:tab pos="1371600" algn="l"/>
                <a:tab pos="2395538" algn="ctr"/>
                <a:tab pos="3594100" algn="ctr"/>
                <a:tab pos="4805363" algn="ctr"/>
              </a:tabLst>
            </a:pPr>
            <a:r>
              <a:rPr lang="en-US" altLang="en-US" dirty="0"/>
              <a:t>Snapshot at time </a:t>
            </a:r>
            <a:r>
              <a:rPr lang="en-US" altLang="en-US" i="1" dirty="0"/>
              <a:t>T</a:t>
            </a:r>
            <a:r>
              <a:rPr lang="en-US" altLang="en-US" baseline="-25000" dirty="0"/>
              <a:t>0</a:t>
            </a:r>
            <a:r>
              <a:rPr lang="en-US" altLang="en-US" dirty="0"/>
              <a:t>:</a:t>
            </a:r>
          </a:p>
          <a:p>
            <a:pPr>
              <a:spcBef>
                <a:spcPts val="500"/>
              </a:spcBef>
              <a:buFont typeface="Monotype Sorts" pitchFamily="-84" charset="2"/>
              <a:buNone/>
              <a:tabLst>
                <a:tab pos="1371600" algn="l"/>
                <a:tab pos="2395538" algn="ctr"/>
                <a:tab pos="3594100" algn="ctr"/>
                <a:tab pos="4805363" algn="ctr"/>
              </a:tabLst>
            </a:pPr>
            <a:r>
              <a:rPr lang="en-US" altLang="en-US" dirty="0"/>
              <a:t>			</a:t>
            </a:r>
            <a:r>
              <a:rPr lang="en-US" altLang="en-US" i="1" u="sng" dirty="0"/>
              <a:t>Allocation</a:t>
            </a:r>
            <a:r>
              <a:rPr lang="en-US" altLang="en-US" i="1" dirty="0"/>
              <a:t>	  </a:t>
            </a:r>
            <a:r>
              <a:rPr lang="en-US" altLang="en-US" i="1" u="sng" dirty="0"/>
              <a:t>Max</a:t>
            </a:r>
            <a:r>
              <a:rPr lang="en-US" altLang="en-US" i="1" dirty="0"/>
              <a:t>	</a:t>
            </a:r>
            <a:r>
              <a:rPr lang="en-US" altLang="en-US" i="1" u="sng" dirty="0"/>
              <a:t>Available</a:t>
            </a:r>
            <a:endParaRPr lang="en-US" altLang="en-US" i="1" dirty="0"/>
          </a:p>
          <a:p>
            <a:pPr>
              <a:spcBef>
                <a:spcPts val="500"/>
              </a:spcBef>
              <a:buFont typeface="Monotype Sorts" pitchFamily="-84" charset="2"/>
              <a:buNone/>
              <a:tabLst>
                <a:tab pos="1371600" algn="l"/>
                <a:tab pos="2395538" algn="ctr"/>
                <a:tab pos="3594100" algn="ctr"/>
                <a:tab pos="4805363" algn="ctr"/>
              </a:tabLst>
            </a:pPr>
            <a:r>
              <a:rPr lang="en-US" altLang="en-US" i="1" dirty="0"/>
              <a:t>			A B C	       A B C 	A B C</a:t>
            </a:r>
          </a:p>
          <a:p>
            <a:pPr>
              <a:spcBef>
                <a:spcPts val="500"/>
              </a:spcBef>
              <a:buFont typeface="Monotype Sorts" pitchFamily="-84" charset="2"/>
              <a:buNone/>
              <a:tabLst>
                <a:tab pos="1371600" algn="l"/>
                <a:tab pos="2395538" algn="ctr"/>
                <a:tab pos="3594100" algn="ctr"/>
                <a:tab pos="4805363" algn="ctr"/>
              </a:tabLst>
            </a:pPr>
            <a:r>
              <a:rPr lang="en-US" altLang="en-US" dirty="0"/>
              <a:t>		</a:t>
            </a:r>
            <a:r>
              <a:rPr lang="en-US" altLang="en-US" i="1" dirty="0"/>
              <a:t>P</a:t>
            </a:r>
            <a:r>
              <a:rPr lang="en-US" altLang="en-US" baseline="-25000" dirty="0"/>
              <a:t>0	</a:t>
            </a:r>
            <a:r>
              <a:rPr lang="en-US" altLang="en-US" dirty="0"/>
              <a:t>0 1 0	         7 5 3 	3 3 2</a:t>
            </a:r>
          </a:p>
          <a:p>
            <a:pPr>
              <a:spcBef>
                <a:spcPts val="500"/>
              </a:spcBef>
              <a:buFont typeface="Monotype Sorts" pitchFamily="-84" charset="2"/>
              <a:buNone/>
              <a:tabLst>
                <a:tab pos="1371600" algn="l"/>
                <a:tab pos="2395538" algn="ctr"/>
                <a:tab pos="3594100" algn="ctr"/>
                <a:tab pos="4805363" algn="ctr"/>
              </a:tabLst>
            </a:pPr>
            <a:r>
              <a:rPr lang="en-US" altLang="en-US" dirty="0"/>
              <a:t>		 </a:t>
            </a:r>
            <a:r>
              <a:rPr lang="en-US" altLang="en-US" i="1" dirty="0"/>
              <a:t>P</a:t>
            </a:r>
            <a:r>
              <a:rPr lang="en-US" altLang="en-US" baseline="-25000" dirty="0"/>
              <a:t>1	</a:t>
            </a:r>
            <a:r>
              <a:rPr lang="en-US" altLang="en-US" dirty="0"/>
              <a:t>2 0 0 	        3 2 2  </a:t>
            </a:r>
          </a:p>
          <a:p>
            <a:pPr>
              <a:spcBef>
                <a:spcPts val="500"/>
              </a:spcBef>
              <a:buFont typeface="Monotype Sorts" pitchFamily="-84" charset="2"/>
              <a:buNone/>
              <a:tabLst>
                <a:tab pos="1371600" algn="l"/>
                <a:tab pos="2395538" algn="ctr"/>
                <a:tab pos="3594100" algn="ctr"/>
                <a:tab pos="4805363" algn="ctr"/>
              </a:tabLst>
            </a:pPr>
            <a:r>
              <a:rPr lang="en-US" altLang="en-US" dirty="0"/>
              <a:t>		 </a:t>
            </a:r>
            <a:r>
              <a:rPr lang="en-US" altLang="en-US" i="1" dirty="0"/>
              <a:t>P</a:t>
            </a:r>
            <a:r>
              <a:rPr lang="en-US" altLang="en-US" baseline="-25000" dirty="0"/>
              <a:t>2</a:t>
            </a:r>
            <a:r>
              <a:rPr lang="en-US" altLang="en-US" dirty="0"/>
              <a:t>	3 0 2 	        9 0 2</a:t>
            </a:r>
          </a:p>
          <a:p>
            <a:pPr>
              <a:spcBef>
                <a:spcPts val="500"/>
              </a:spcBef>
              <a:buFont typeface="Monotype Sorts" pitchFamily="-84" charset="2"/>
              <a:buNone/>
              <a:tabLst>
                <a:tab pos="1371600" algn="l"/>
                <a:tab pos="2395538" algn="ctr"/>
                <a:tab pos="3594100" algn="ctr"/>
                <a:tab pos="4805363" algn="ctr"/>
              </a:tabLst>
            </a:pPr>
            <a:r>
              <a:rPr lang="en-US" altLang="en-US" dirty="0"/>
              <a:t>		 </a:t>
            </a:r>
            <a:r>
              <a:rPr lang="en-US" altLang="en-US" i="1" dirty="0"/>
              <a:t>P</a:t>
            </a:r>
            <a:r>
              <a:rPr lang="en-US" altLang="en-US" baseline="-25000" dirty="0"/>
              <a:t>3</a:t>
            </a:r>
            <a:r>
              <a:rPr lang="en-US" altLang="en-US" dirty="0"/>
              <a:t>	2 1 1 	        2 2 2</a:t>
            </a:r>
          </a:p>
          <a:p>
            <a:pPr>
              <a:spcBef>
                <a:spcPts val="500"/>
              </a:spcBef>
              <a:buFont typeface="Monotype Sorts" pitchFamily="-84" charset="2"/>
              <a:buNone/>
              <a:tabLst>
                <a:tab pos="1371600" algn="l"/>
                <a:tab pos="2395538" algn="ctr"/>
                <a:tab pos="3594100" algn="ctr"/>
                <a:tab pos="4805363" algn="ctr"/>
              </a:tabLst>
            </a:pPr>
            <a:r>
              <a:rPr lang="en-US" altLang="en-US" dirty="0"/>
              <a:t>		 </a:t>
            </a:r>
            <a:r>
              <a:rPr lang="en-US" altLang="en-US" i="1" dirty="0"/>
              <a:t>P</a:t>
            </a:r>
            <a:r>
              <a:rPr lang="en-US" altLang="en-US" baseline="-25000" dirty="0"/>
              <a:t>4</a:t>
            </a:r>
            <a:r>
              <a:rPr lang="en-US" altLang="en-US" dirty="0"/>
              <a:t>	0 0 2	         4 3 3  		</a:t>
            </a:r>
          </a:p>
        </p:txBody>
      </p:sp>
    </p:spTree>
    <p:extLst>
      <p:ext uri="{BB962C8B-B14F-4D97-AF65-F5344CB8AC3E}">
        <p14:creationId xmlns:p14="http://schemas.microsoft.com/office/powerpoint/2010/main" val="1599958635"/>
      </p:ext>
    </p:extLst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8369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algn="l"/>
            <a:r>
              <a:rPr lang="en-US" altLang="en-US" dirty="0"/>
              <a:t>Example </a:t>
            </a:r>
            <a:r>
              <a:rPr lang="en-US" altLang="en-US" sz="1600" dirty="0">
                <a:solidFill>
                  <a:prstClr val="white"/>
                </a:solidFill>
              </a:rPr>
              <a:t>(cont’d)</a:t>
            </a:r>
            <a:endParaRPr lang="en-US" altLang="en-US" dirty="0"/>
          </a:p>
        </p:txBody>
      </p:sp>
      <p:sp>
        <p:nvSpPr>
          <p:cNvPr id="58370" name="Rectangle 3"/>
          <p:cNvSpPr>
            <a:spLocks noGrp="1" noChangeArrowheads="1"/>
          </p:cNvSpPr>
          <p:nvPr>
            <p:ph idx="1"/>
          </p:nvPr>
        </p:nvSpPr>
        <p:spPr>
          <a:xfrm>
            <a:off x="284163" y="1920657"/>
            <a:ext cx="8574087" cy="3992563"/>
          </a:xfrm>
        </p:spPr>
        <p:txBody>
          <a:bodyPr>
            <a:normAutofit fontScale="92500" lnSpcReduction="20000"/>
          </a:bodyPr>
          <a:lstStyle/>
          <a:p>
            <a:pPr>
              <a:spcBef>
                <a:spcPts val="500"/>
              </a:spcBef>
              <a:buFont typeface="Wingdings" pitchFamily="2" charset="2"/>
              <a:buChar char="q"/>
              <a:tabLst>
                <a:tab pos="2452688" algn="l"/>
                <a:tab pos="3492500" algn="ctr"/>
              </a:tabLst>
            </a:pPr>
            <a:r>
              <a:rPr lang="en-US" altLang="en-US" dirty="0"/>
              <a:t>The content of the matrix </a:t>
            </a:r>
            <a:r>
              <a:rPr lang="en-US" altLang="en-US" b="1" i="1" dirty="0"/>
              <a:t>Need</a:t>
            </a:r>
            <a:r>
              <a:rPr lang="en-US" altLang="en-US" dirty="0"/>
              <a:t> is defined to be </a:t>
            </a:r>
            <a:r>
              <a:rPr lang="en-US" altLang="en-US" b="1" i="1" dirty="0"/>
              <a:t>Max</a:t>
            </a:r>
            <a:r>
              <a:rPr lang="en-US" altLang="en-US" b="1" dirty="0"/>
              <a:t> – </a:t>
            </a:r>
            <a:r>
              <a:rPr lang="en-US" altLang="en-US" b="1" i="1" dirty="0"/>
              <a:t>Allocation</a:t>
            </a:r>
            <a:endParaRPr lang="en-US" altLang="en-US" b="1" dirty="0"/>
          </a:p>
          <a:p>
            <a:pPr>
              <a:spcBef>
                <a:spcPts val="500"/>
              </a:spcBef>
              <a:buFont typeface="Monotype Sorts" pitchFamily="-84" charset="2"/>
              <a:buNone/>
              <a:tabLst>
                <a:tab pos="2452688" algn="l"/>
                <a:tab pos="3492500" algn="ctr"/>
              </a:tabLst>
            </a:pPr>
            <a:endParaRPr lang="en-US" altLang="en-US" dirty="0"/>
          </a:p>
          <a:p>
            <a:pPr>
              <a:spcBef>
                <a:spcPts val="500"/>
              </a:spcBef>
              <a:buFont typeface="Monotype Sorts" pitchFamily="-84" charset="2"/>
              <a:buNone/>
              <a:tabLst>
                <a:tab pos="2452688" algn="l"/>
                <a:tab pos="3492500" algn="ctr"/>
              </a:tabLst>
            </a:pPr>
            <a:r>
              <a:rPr lang="en-US" altLang="en-US" dirty="0"/>
              <a:t>			</a:t>
            </a:r>
            <a:r>
              <a:rPr lang="en-US" altLang="en-US" i="1" u="sng" dirty="0"/>
              <a:t>Need</a:t>
            </a:r>
            <a:endParaRPr lang="en-US" altLang="en-US" u="sng" dirty="0"/>
          </a:p>
          <a:p>
            <a:pPr>
              <a:spcBef>
                <a:spcPts val="500"/>
              </a:spcBef>
              <a:buFont typeface="Monotype Sorts" pitchFamily="-84" charset="2"/>
              <a:buNone/>
              <a:tabLst>
                <a:tab pos="2452688" algn="l"/>
                <a:tab pos="3492500" algn="ctr"/>
              </a:tabLst>
            </a:pPr>
            <a:r>
              <a:rPr lang="en-US" altLang="en-US" dirty="0"/>
              <a:t>			</a:t>
            </a:r>
            <a:r>
              <a:rPr lang="en-US" altLang="en-US" i="1" dirty="0"/>
              <a:t>A B C</a:t>
            </a:r>
          </a:p>
          <a:p>
            <a:pPr>
              <a:spcBef>
                <a:spcPts val="500"/>
              </a:spcBef>
              <a:buFont typeface="Monotype Sorts" pitchFamily="-84" charset="2"/>
              <a:buNone/>
              <a:tabLst>
                <a:tab pos="2452688" algn="l"/>
                <a:tab pos="3492500" algn="ctr"/>
              </a:tabLst>
            </a:pPr>
            <a:r>
              <a:rPr lang="en-US" altLang="en-US" dirty="0"/>
              <a:t>		 </a:t>
            </a:r>
            <a:r>
              <a:rPr lang="en-US" altLang="en-US" i="1" dirty="0"/>
              <a:t>P</a:t>
            </a:r>
            <a:r>
              <a:rPr lang="en-US" altLang="en-US" baseline="-25000" dirty="0"/>
              <a:t>0	</a:t>
            </a:r>
            <a:r>
              <a:rPr lang="en-US" altLang="en-US" dirty="0"/>
              <a:t>7 4 3 </a:t>
            </a:r>
          </a:p>
          <a:p>
            <a:pPr>
              <a:spcBef>
                <a:spcPts val="500"/>
              </a:spcBef>
              <a:buFont typeface="Monotype Sorts" pitchFamily="-84" charset="2"/>
              <a:buNone/>
              <a:tabLst>
                <a:tab pos="2452688" algn="l"/>
                <a:tab pos="3492500" algn="ctr"/>
              </a:tabLst>
            </a:pPr>
            <a:r>
              <a:rPr lang="en-US" altLang="en-US" dirty="0"/>
              <a:t>		 </a:t>
            </a:r>
            <a:r>
              <a:rPr lang="en-US" altLang="en-US" i="1" dirty="0"/>
              <a:t>P</a:t>
            </a:r>
            <a:r>
              <a:rPr lang="en-US" altLang="en-US" baseline="-25000" dirty="0"/>
              <a:t>1	</a:t>
            </a:r>
            <a:r>
              <a:rPr lang="en-US" altLang="en-US" dirty="0"/>
              <a:t>1 2 2 </a:t>
            </a:r>
          </a:p>
          <a:p>
            <a:pPr>
              <a:spcBef>
                <a:spcPts val="500"/>
              </a:spcBef>
              <a:buFont typeface="Monotype Sorts" pitchFamily="-84" charset="2"/>
              <a:buNone/>
              <a:tabLst>
                <a:tab pos="2452688" algn="l"/>
                <a:tab pos="3492500" algn="ctr"/>
              </a:tabLst>
            </a:pPr>
            <a:r>
              <a:rPr lang="en-US" altLang="en-US" dirty="0"/>
              <a:t>		 </a:t>
            </a:r>
            <a:r>
              <a:rPr lang="en-US" altLang="en-US" i="1" dirty="0"/>
              <a:t>P</a:t>
            </a:r>
            <a:r>
              <a:rPr lang="en-US" altLang="en-US" baseline="-25000" dirty="0"/>
              <a:t>2</a:t>
            </a:r>
            <a:r>
              <a:rPr lang="en-US" altLang="en-US" dirty="0"/>
              <a:t>	6 0 0 </a:t>
            </a:r>
          </a:p>
          <a:p>
            <a:pPr>
              <a:spcBef>
                <a:spcPts val="500"/>
              </a:spcBef>
              <a:buFont typeface="Monotype Sorts" pitchFamily="-84" charset="2"/>
              <a:buNone/>
              <a:tabLst>
                <a:tab pos="2452688" algn="l"/>
                <a:tab pos="3492500" algn="ctr"/>
              </a:tabLst>
            </a:pPr>
            <a:r>
              <a:rPr lang="en-US" altLang="en-US" dirty="0"/>
              <a:t>		 </a:t>
            </a:r>
            <a:r>
              <a:rPr lang="en-US" altLang="en-US" i="1" dirty="0"/>
              <a:t>P</a:t>
            </a:r>
            <a:r>
              <a:rPr lang="en-US" altLang="en-US" baseline="-25000" dirty="0"/>
              <a:t>3</a:t>
            </a:r>
            <a:r>
              <a:rPr lang="en-US" altLang="en-US" dirty="0"/>
              <a:t>	0 1 1</a:t>
            </a:r>
          </a:p>
          <a:p>
            <a:pPr>
              <a:spcBef>
                <a:spcPts val="500"/>
              </a:spcBef>
              <a:buFont typeface="Monotype Sorts" pitchFamily="-84" charset="2"/>
              <a:buNone/>
              <a:tabLst>
                <a:tab pos="2452688" algn="l"/>
                <a:tab pos="3492500" algn="ctr"/>
              </a:tabLst>
            </a:pPr>
            <a:r>
              <a:rPr lang="en-US" altLang="en-US" dirty="0"/>
              <a:t>		 </a:t>
            </a:r>
            <a:r>
              <a:rPr lang="en-US" altLang="en-US" i="1" dirty="0"/>
              <a:t>P</a:t>
            </a:r>
            <a:r>
              <a:rPr lang="en-US" altLang="en-US" baseline="-25000" dirty="0"/>
              <a:t>4</a:t>
            </a:r>
            <a:r>
              <a:rPr lang="en-US" altLang="en-US" dirty="0"/>
              <a:t>	4 3 1 </a:t>
            </a:r>
            <a:br>
              <a:rPr lang="en-US" altLang="en-US" dirty="0"/>
            </a:br>
            <a:endParaRPr lang="en-US" altLang="en-US" dirty="0"/>
          </a:p>
          <a:p>
            <a:pPr>
              <a:spcBef>
                <a:spcPts val="500"/>
              </a:spcBef>
              <a:buFont typeface="Wingdings" pitchFamily="2" charset="2"/>
              <a:buChar char="q"/>
              <a:tabLst>
                <a:tab pos="2452688" algn="l"/>
                <a:tab pos="3492500" algn="ctr"/>
              </a:tabLst>
            </a:pPr>
            <a:r>
              <a:rPr lang="en-US" altLang="en-US" dirty="0"/>
              <a:t>The system is in a safe state since the sequence &lt; </a:t>
            </a:r>
            <a:r>
              <a:rPr lang="en-US" altLang="en-US" i="1" dirty="0"/>
              <a:t>P</a:t>
            </a:r>
            <a:r>
              <a:rPr lang="en-US" altLang="en-US" baseline="-25000" dirty="0"/>
              <a:t>1</a:t>
            </a:r>
            <a:r>
              <a:rPr lang="en-US" altLang="en-US" dirty="0"/>
              <a:t>, </a:t>
            </a:r>
            <a:r>
              <a:rPr lang="en-US" altLang="en-US" i="1" dirty="0"/>
              <a:t>P</a:t>
            </a:r>
            <a:r>
              <a:rPr lang="en-US" altLang="en-US" baseline="-25000" dirty="0"/>
              <a:t>3</a:t>
            </a:r>
            <a:r>
              <a:rPr lang="en-US" altLang="en-US" dirty="0"/>
              <a:t>, </a:t>
            </a:r>
            <a:r>
              <a:rPr lang="en-US" altLang="en-US" i="1" dirty="0"/>
              <a:t>P</a:t>
            </a:r>
            <a:r>
              <a:rPr lang="en-US" altLang="en-US" baseline="-25000" dirty="0"/>
              <a:t>4</a:t>
            </a:r>
            <a:r>
              <a:rPr lang="en-US" altLang="en-US" dirty="0"/>
              <a:t>, </a:t>
            </a:r>
            <a:r>
              <a:rPr lang="en-US" altLang="en-US" i="1" dirty="0"/>
              <a:t>P</a:t>
            </a:r>
            <a:r>
              <a:rPr lang="en-US" altLang="en-US" i="1" baseline="-25000" dirty="0"/>
              <a:t>0</a:t>
            </a:r>
            <a:r>
              <a:rPr lang="en-US" altLang="en-US" dirty="0"/>
              <a:t>, </a:t>
            </a:r>
            <a:r>
              <a:rPr lang="en-US" altLang="en-US" i="1" dirty="0"/>
              <a:t>P</a:t>
            </a:r>
            <a:r>
              <a:rPr lang="en-US" altLang="en-US" i="1" baseline="-25000" dirty="0"/>
              <a:t>2</a:t>
            </a:r>
            <a:r>
              <a:rPr lang="en-US" altLang="en-US" dirty="0"/>
              <a:t>&gt; satisfies safety criteria</a:t>
            </a:r>
            <a:endParaRPr lang="en-US" altLang="en-US" baseline="-25000" dirty="0"/>
          </a:p>
        </p:txBody>
      </p:sp>
    </p:spTree>
    <p:extLst>
      <p:ext uri="{BB962C8B-B14F-4D97-AF65-F5344CB8AC3E}">
        <p14:creationId xmlns:p14="http://schemas.microsoft.com/office/powerpoint/2010/main" val="3864790821"/>
      </p:ext>
    </p:extLst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0417" name="Rectangle 2"/>
          <p:cNvSpPr>
            <a:spLocks noGrp="1" noChangeArrowheads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pPr algn="l" eaLnBrk="1" hangingPunct="1"/>
            <a:r>
              <a:rPr lang="en-US" altLang="en-US"/>
              <a:t>Example:  </a:t>
            </a:r>
            <a:r>
              <a:rPr lang="en-US" altLang="en-US" i="1"/>
              <a:t>P</a:t>
            </a:r>
            <a:r>
              <a:rPr lang="en-US" altLang="en-US" baseline="-25000"/>
              <a:t>1</a:t>
            </a:r>
            <a:r>
              <a:rPr lang="en-US" altLang="en-US"/>
              <a:t> Request (1,0,2)</a:t>
            </a:r>
          </a:p>
        </p:txBody>
      </p:sp>
      <p:sp>
        <p:nvSpPr>
          <p:cNvPr id="60418" name="Rectangle 3"/>
          <p:cNvSpPr>
            <a:spLocks noGrp="1" noChangeArrowheads="1"/>
          </p:cNvSpPr>
          <p:nvPr>
            <p:ph idx="1"/>
          </p:nvPr>
        </p:nvSpPr>
        <p:spPr>
          <a:xfrm>
            <a:off x="284163" y="1958235"/>
            <a:ext cx="8574087" cy="3992563"/>
          </a:xfrm>
        </p:spPr>
        <p:txBody>
          <a:bodyPr>
            <a:normAutofit fontScale="77500" lnSpcReduction="20000"/>
          </a:bodyPr>
          <a:lstStyle/>
          <a:p>
            <a:pPr>
              <a:spcBef>
                <a:spcPts val="500"/>
              </a:spcBef>
              <a:buFont typeface="Wingdings" pitchFamily="2" charset="2"/>
              <a:buChar char="q"/>
              <a:tabLst>
                <a:tab pos="1544638" algn="l"/>
                <a:tab pos="2452688" algn="ctr"/>
                <a:tab pos="3767138" algn="ctr"/>
                <a:tab pos="5022850" algn="ctr"/>
              </a:tabLst>
            </a:pPr>
            <a:r>
              <a:rPr lang="en-US" altLang="en-US" dirty="0"/>
              <a:t>Check that Request </a:t>
            </a:r>
            <a:r>
              <a:rPr lang="en-US" altLang="en-US" dirty="0">
                <a:sym typeface="Symbol" pitchFamily="18" charset="2"/>
              </a:rPr>
              <a:t> Available (that is, (1,0,2)  (3,3,2)  true</a:t>
            </a:r>
            <a:endParaRPr lang="en-US" altLang="en-US" i="1" dirty="0">
              <a:sym typeface="Symbol" pitchFamily="18" charset="2"/>
            </a:endParaRPr>
          </a:p>
          <a:p>
            <a:pPr>
              <a:spcBef>
                <a:spcPts val="500"/>
              </a:spcBef>
              <a:buFont typeface="Monotype Sorts" pitchFamily="-84" charset="2"/>
              <a:buNone/>
              <a:tabLst>
                <a:tab pos="1544638" algn="l"/>
                <a:tab pos="2452688" algn="ctr"/>
                <a:tab pos="3767138" algn="ctr"/>
                <a:tab pos="5022850" algn="ctr"/>
              </a:tabLst>
            </a:pPr>
            <a:r>
              <a:rPr lang="en-US" altLang="en-US" i="1" dirty="0"/>
              <a:t>			</a:t>
            </a:r>
            <a:r>
              <a:rPr lang="en-US" altLang="en-US" i="1" u="sng" dirty="0"/>
              <a:t>Allocation</a:t>
            </a:r>
            <a:r>
              <a:rPr lang="en-US" altLang="en-US" i="1" dirty="0"/>
              <a:t>	</a:t>
            </a:r>
            <a:r>
              <a:rPr lang="en-US" altLang="en-US" i="1" u="sng" dirty="0"/>
              <a:t>Need</a:t>
            </a:r>
            <a:r>
              <a:rPr lang="en-US" altLang="en-US" i="1" dirty="0"/>
              <a:t>	   </a:t>
            </a:r>
            <a:r>
              <a:rPr lang="en-US" altLang="en-US" i="1" u="sng" dirty="0"/>
              <a:t>Available</a:t>
            </a:r>
            <a:endParaRPr lang="en-US" altLang="en-US" i="1" dirty="0"/>
          </a:p>
          <a:p>
            <a:pPr>
              <a:spcBef>
                <a:spcPts val="500"/>
              </a:spcBef>
              <a:buFont typeface="Monotype Sorts" pitchFamily="-84" charset="2"/>
              <a:buNone/>
              <a:tabLst>
                <a:tab pos="1544638" algn="l"/>
                <a:tab pos="2452688" algn="ctr"/>
                <a:tab pos="3767138" algn="ctr"/>
                <a:tab pos="5022850" algn="ctr"/>
              </a:tabLst>
            </a:pPr>
            <a:r>
              <a:rPr lang="en-US" altLang="en-US" i="1" dirty="0"/>
              <a:t>			A B C	A B C	 A B C </a:t>
            </a:r>
          </a:p>
          <a:p>
            <a:pPr>
              <a:spcBef>
                <a:spcPts val="500"/>
              </a:spcBef>
              <a:buFont typeface="Monotype Sorts" pitchFamily="-84" charset="2"/>
              <a:buNone/>
              <a:tabLst>
                <a:tab pos="1544638" algn="l"/>
                <a:tab pos="2452688" algn="ctr"/>
                <a:tab pos="3767138" algn="ctr"/>
                <a:tab pos="5022850" algn="ctr"/>
              </a:tabLst>
            </a:pPr>
            <a:r>
              <a:rPr lang="en-US" altLang="en-US" dirty="0"/>
              <a:t>		</a:t>
            </a:r>
            <a:r>
              <a:rPr lang="en-US" altLang="en-US" i="1" dirty="0"/>
              <a:t>P</a:t>
            </a:r>
            <a:r>
              <a:rPr lang="en-US" altLang="en-US" baseline="-25000" dirty="0"/>
              <a:t>0</a:t>
            </a:r>
            <a:r>
              <a:rPr lang="en-US" altLang="en-US" dirty="0"/>
              <a:t>	0 1 0 	7 4 3 	2 3 0</a:t>
            </a:r>
          </a:p>
          <a:p>
            <a:pPr>
              <a:spcBef>
                <a:spcPts val="500"/>
              </a:spcBef>
              <a:buFont typeface="Monotype Sorts" pitchFamily="-84" charset="2"/>
              <a:buNone/>
              <a:tabLst>
                <a:tab pos="1544638" algn="l"/>
                <a:tab pos="2452688" algn="ctr"/>
                <a:tab pos="3767138" algn="ctr"/>
                <a:tab pos="5022850" algn="ctr"/>
              </a:tabLst>
            </a:pPr>
            <a:r>
              <a:rPr lang="en-US" altLang="en-US" dirty="0"/>
              <a:t>		</a:t>
            </a:r>
            <a:r>
              <a:rPr lang="en-US" altLang="en-US" i="1" dirty="0"/>
              <a:t>P</a:t>
            </a:r>
            <a:r>
              <a:rPr lang="en-US" altLang="en-US" baseline="-25000" dirty="0"/>
              <a:t>1</a:t>
            </a:r>
            <a:r>
              <a:rPr lang="en-US" altLang="en-US" dirty="0"/>
              <a:t>	         3 0 2                0 2 0 	</a:t>
            </a:r>
          </a:p>
          <a:p>
            <a:pPr>
              <a:spcBef>
                <a:spcPts val="500"/>
              </a:spcBef>
              <a:buFont typeface="Monotype Sorts" pitchFamily="-84" charset="2"/>
              <a:buNone/>
              <a:tabLst>
                <a:tab pos="1544638" algn="l"/>
                <a:tab pos="2452688" algn="ctr"/>
                <a:tab pos="3767138" algn="ctr"/>
                <a:tab pos="5022850" algn="ctr"/>
              </a:tabLst>
            </a:pPr>
            <a:r>
              <a:rPr lang="en-US" altLang="en-US" dirty="0"/>
              <a:t>		</a:t>
            </a:r>
            <a:r>
              <a:rPr lang="en-US" altLang="en-US" i="1" dirty="0"/>
              <a:t>P</a:t>
            </a:r>
            <a:r>
              <a:rPr lang="en-US" altLang="en-US" baseline="-25000" dirty="0"/>
              <a:t>2</a:t>
            </a:r>
            <a:r>
              <a:rPr lang="en-US" altLang="en-US" dirty="0"/>
              <a:t>	3 0 2 	 6 0 0 </a:t>
            </a:r>
          </a:p>
          <a:p>
            <a:pPr>
              <a:spcBef>
                <a:spcPts val="500"/>
              </a:spcBef>
              <a:buFont typeface="Monotype Sorts" pitchFamily="-84" charset="2"/>
              <a:buNone/>
              <a:tabLst>
                <a:tab pos="1544638" algn="l"/>
                <a:tab pos="2452688" algn="ctr"/>
                <a:tab pos="3767138" algn="ctr"/>
                <a:tab pos="5022850" algn="ctr"/>
              </a:tabLst>
            </a:pPr>
            <a:r>
              <a:rPr lang="en-US" altLang="en-US" dirty="0"/>
              <a:t>		</a:t>
            </a:r>
            <a:r>
              <a:rPr lang="en-US" altLang="en-US" i="1" dirty="0"/>
              <a:t>P</a:t>
            </a:r>
            <a:r>
              <a:rPr lang="en-US" altLang="en-US" baseline="-25000" dirty="0"/>
              <a:t>3</a:t>
            </a:r>
            <a:r>
              <a:rPr lang="en-US" altLang="en-US" dirty="0"/>
              <a:t>	2 1 1 	 0 1 1</a:t>
            </a:r>
          </a:p>
          <a:p>
            <a:pPr>
              <a:spcBef>
                <a:spcPts val="500"/>
              </a:spcBef>
              <a:buFont typeface="Monotype Sorts" pitchFamily="-84" charset="2"/>
              <a:buNone/>
              <a:tabLst>
                <a:tab pos="1544638" algn="l"/>
                <a:tab pos="2452688" algn="ctr"/>
                <a:tab pos="3767138" algn="ctr"/>
                <a:tab pos="5022850" algn="ctr"/>
              </a:tabLst>
            </a:pPr>
            <a:r>
              <a:rPr lang="en-US" altLang="en-US" dirty="0"/>
              <a:t>		</a:t>
            </a:r>
            <a:r>
              <a:rPr lang="en-US" altLang="en-US" i="1" dirty="0"/>
              <a:t>P</a:t>
            </a:r>
            <a:r>
              <a:rPr lang="en-US" altLang="en-US" baseline="-25000" dirty="0"/>
              <a:t>4</a:t>
            </a:r>
            <a:r>
              <a:rPr lang="en-US" altLang="en-US" dirty="0"/>
              <a:t>	0 0 2 	 4 3 1 </a:t>
            </a:r>
          </a:p>
          <a:p>
            <a:pPr>
              <a:spcBef>
                <a:spcPts val="500"/>
              </a:spcBef>
              <a:buFont typeface="Monotype Sorts" pitchFamily="-84" charset="2"/>
              <a:buNone/>
              <a:tabLst>
                <a:tab pos="1544638" algn="l"/>
                <a:tab pos="2452688" algn="ctr"/>
                <a:tab pos="3767138" algn="ctr"/>
                <a:tab pos="5022850" algn="ctr"/>
              </a:tabLst>
            </a:pPr>
            <a:endParaRPr lang="en-US" altLang="en-US" sz="800" dirty="0"/>
          </a:p>
          <a:p>
            <a:pPr>
              <a:spcBef>
                <a:spcPts val="500"/>
              </a:spcBef>
              <a:buFont typeface="Wingdings" pitchFamily="2" charset="2"/>
              <a:buChar char="q"/>
              <a:tabLst>
                <a:tab pos="1544638" algn="l"/>
                <a:tab pos="2452688" algn="ctr"/>
                <a:tab pos="3767138" algn="ctr"/>
                <a:tab pos="5022850" algn="ctr"/>
              </a:tabLst>
            </a:pPr>
            <a:r>
              <a:rPr lang="en-US" altLang="en-US" dirty="0"/>
              <a:t>Executing safety algorithm shows that sequence &lt; </a:t>
            </a:r>
            <a:r>
              <a:rPr lang="en-US" altLang="en-US" b="1" i="1" dirty="0"/>
              <a:t>P</a:t>
            </a:r>
            <a:r>
              <a:rPr lang="en-US" altLang="en-US" b="1" baseline="-25000" dirty="0"/>
              <a:t>1</a:t>
            </a:r>
            <a:r>
              <a:rPr lang="en-US" altLang="en-US" b="1" dirty="0"/>
              <a:t>, </a:t>
            </a:r>
            <a:r>
              <a:rPr lang="en-US" altLang="en-US" b="1" i="1" dirty="0"/>
              <a:t>P</a:t>
            </a:r>
            <a:r>
              <a:rPr lang="en-US" altLang="en-US" b="1" baseline="-25000" dirty="0"/>
              <a:t>3</a:t>
            </a:r>
            <a:r>
              <a:rPr lang="en-US" altLang="en-US" b="1" dirty="0"/>
              <a:t>, </a:t>
            </a:r>
            <a:r>
              <a:rPr lang="en-US" altLang="en-US" b="1" i="1" dirty="0"/>
              <a:t>P</a:t>
            </a:r>
            <a:r>
              <a:rPr lang="en-US" altLang="en-US" b="1" baseline="-25000" dirty="0"/>
              <a:t>4</a:t>
            </a:r>
            <a:r>
              <a:rPr lang="en-US" altLang="en-US" b="1" dirty="0"/>
              <a:t>, </a:t>
            </a:r>
            <a:r>
              <a:rPr lang="en-US" altLang="en-US" b="1" i="1" dirty="0"/>
              <a:t>P</a:t>
            </a:r>
            <a:r>
              <a:rPr lang="en-US" altLang="en-US" b="1" baseline="-25000" dirty="0"/>
              <a:t>0</a:t>
            </a:r>
            <a:r>
              <a:rPr lang="en-US" altLang="en-US" b="1" dirty="0"/>
              <a:t>, </a:t>
            </a:r>
            <a:r>
              <a:rPr lang="en-US" altLang="en-US" b="1" i="1" dirty="0"/>
              <a:t>P</a:t>
            </a:r>
            <a:r>
              <a:rPr lang="en-US" altLang="en-US" b="1" baseline="-25000" dirty="0"/>
              <a:t>2</a:t>
            </a:r>
            <a:r>
              <a:rPr lang="en-US" altLang="en-US" dirty="0"/>
              <a:t>&gt; satisfies safety requirement</a:t>
            </a:r>
          </a:p>
          <a:p>
            <a:pPr>
              <a:spcBef>
                <a:spcPts val="500"/>
              </a:spcBef>
              <a:buFont typeface="Wingdings" pitchFamily="2" charset="2"/>
              <a:buChar char="q"/>
              <a:tabLst>
                <a:tab pos="1544638" algn="l"/>
                <a:tab pos="2452688" algn="ctr"/>
                <a:tab pos="3767138" algn="ctr"/>
                <a:tab pos="5022850" algn="ctr"/>
              </a:tabLst>
            </a:pPr>
            <a:endParaRPr lang="en-US" altLang="en-US" sz="800" dirty="0"/>
          </a:p>
          <a:p>
            <a:pPr>
              <a:spcBef>
                <a:spcPts val="500"/>
              </a:spcBef>
              <a:buFont typeface="Wingdings" pitchFamily="2" charset="2"/>
              <a:buChar char="q"/>
              <a:tabLst>
                <a:tab pos="1544638" algn="l"/>
                <a:tab pos="2452688" algn="ctr"/>
                <a:tab pos="3767138" algn="ctr"/>
                <a:tab pos="5022850" algn="ctr"/>
              </a:tabLst>
            </a:pPr>
            <a:r>
              <a:rPr lang="en-US" altLang="en-US" dirty="0"/>
              <a:t>Can request for (3,3,0) by </a:t>
            </a:r>
            <a:r>
              <a:rPr lang="en-US" altLang="en-US" b="1" i="1" dirty="0"/>
              <a:t>P</a:t>
            </a:r>
            <a:r>
              <a:rPr lang="en-US" altLang="en-US" b="1" baseline="-25000" dirty="0"/>
              <a:t>4</a:t>
            </a:r>
            <a:r>
              <a:rPr lang="en-US" altLang="en-US" dirty="0"/>
              <a:t> be granted?</a:t>
            </a:r>
          </a:p>
          <a:p>
            <a:pPr>
              <a:spcBef>
                <a:spcPts val="500"/>
              </a:spcBef>
              <a:buFont typeface="Wingdings" pitchFamily="2" charset="2"/>
              <a:buChar char="q"/>
              <a:tabLst>
                <a:tab pos="1544638" algn="l"/>
                <a:tab pos="2452688" algn="ctr"/>
                <a:tab pos="3767138" algn="ctr"/>
                <a:tab pos="5022850" algn="ctr"/>
              </a:tabLst>
            </a:pPr>
            <a:endParaRPr lang="en-US" altLang="en-US" sz="800" dirty="0"/>
          </a:p>
          <a:p>
            <a:pPr>
              <a:spcBef>
                <a:spcPts val="500"/>
              </a:spcBef>
              <a:buFont typeface="Wingdings" pitchFamily="2" charset="2"/>
              <a:buChar char="q"/>
              <a:tabLst>
                <a:tab pos="1544638" algn="l"/>
                <a:tab pos="2452688" algn="ctr"/>
                <a:tab pos="3767138" algn="ctr"/>
                <a:tab pos="5022850" algn="ctr"/>
              </a:tabLst>
            </a:pPr>
            <a:r>
              <a:rPr lang="en-US" altLang="en-US" dirty="0"/>
              <a:t>Can request for (0,2,0) by </a:t>
            </a:r>
            <a:r>
              <a:rPr lang="en-US" altLang="en-US" b="1" i="1" dirty="0"/>
              <a:t>P</a:t>
            </a:r>
            <a:r>
              <a:rPr lang="en-US" altLang="en-US" b="1" baseline="-25000" dirty="0"/>
              <a:t>0</a:t>
            </a:r>
            <a:r>
              <a:rPr lang="en-US" altLang="en-US" dirty="0"/>
              <a:t> be granted?</a:t>
            </a:r>
          </a:p>
          <a:p>
            <a:pPr>
              <a:spcBef>
                <a:spcPts val="500"/>
              </a:spcBef>
              <a:buFont typeface="Monotype Sorts" pitchFamily="-84" charset="2"/>
              <a:buNone/>
              <a:tabLst>
                <a:tab pos="1544638" algn="l"/>
                <a:tab pos="2452688" algn="ctr"/>
                <a:tab pos="3767138" algn="ctr"/>
                <a:tab pos="5022850" algn="ctr"/>
              </a:tabLst>
            </a:pPr>
            <a:endParaRPr lang="en-US" altLang="en-US" dirty="0"/>
          </a:p>
        </p:txBody>
      </p:sp>
    </p:spTree>
    <p:extLst>
      <p:ext uri="{BB962C8B-B14F-4D97-AF65-F5344CB8AC3E}">
        <p14:creationId xmlns:p14="http://schemas.microsoft.com/office/powerpoint/2010/main" val="2270178473"/>
      </p:ext>
    </p:extLst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465" name="Rectangle 2"/>
          <p:cNvSpPr>
            <a:spLocks noGrp="1" noChangeArrowheads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pPr algn="l" eaLnBrk="1" hangingPunct="1"/>
            <a:r>
              <a:rPr lang="en-US" altLang="en-US"/>
              <a:t>Deadlock Detection</a:t>
            </a:r>
          </a:p>
        </p:txBody>
      </p:sp>
      <p:sp>
        <p:nvSpPr>
          <p:cNvPr id="62466" name="Rectangle 3"/>
          <p:cNvSpPr>
            <a:spLocks noGrp="1" noChangeArrowheads="1"/>
          </p:cNvSpPr>
          <p:nvPr>
            <p:ph idx="1"/>
          </p:nvPr>
        </p:nvSpPr>
        <p:spPr>
          <a:xfrm>
            <a:off x="284162" y="1970761"/>
            <a:ext cx="8574087" cy="3992563"/>
          </a:xfrm>
        </p:spPr>
        <p:txBody>
          <a:bodyPr/>
          <a:lstStyle/>
          <a:p>
            <a:pPr>
              <a:buFont typeface="Wingdings" pitchFamily="2" charset="2"/>
              <a:buChar char="q"/>
            </a:pPr>
            <a:r>
              <a:rPr lang="en-US" altLang="en-US" dirty="0"/>
              <a:t>Allow system to enter deadlock state </a:t>
            </a:r>
            <a:br>
              <a:rPr lang="en-US" altLang="en-US" dirty="0"/>
            </a:br>
            <a:endParaRPr lang="en-US" altLang="en-US" dirty="0"/>
          </a:p>
          <a:p>
            <a:pPr>
              <a:buFont typeface="Wingdings" pitchFamily="2" charset="2"/>
              <a:buChar char="q"/>
            </a:pPr>
            <a:r>
              <a:rPr lang="en-US" altLang="en-US" dirty="0"/>
              <a:t>Detection algorithm</a:t>
            </a:r>
            <a:br>
              <a:rPr lang="en-US" altLang="en-US" dirty="0"/>
            </a:br>
            <a:endParaRPr lang="en-US" altLang="en-US" dirty="0"/>
          </a:p>
          <a:p>
            <a:pPr>
              <a:buFont typeface="Wingdings" pitchFamily="2" charset="2"/>
              <a:buChar char="q"/>
            </a:pPr>
            <a:r>
              <a:rPr lang="en-US" altLang="en-US" dirty="0"/>
              <a:t>Recovery scheme</a:t>
            </a:r>
          </a:p>
        </p:txBody>
      </p:sp>
    </p:spTree>
    <p:extLst>
      <p:ext uri="{BB962C8B-B14F-4D97-AF65-F5344CB8AC3E}">
        <p14:creationId xmlns:p14="http://schemas.microsoft.com/office/powerpoint/2010/main" val="3579935257"/>
      </p:ext>
    </p:extLst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4513" name="Rectangle 2"/>
          <p:cNvSpPr>
            <a:spLocks noGrp="1" noChangeArrowheads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pPr algn="l" eaLnBrk="1" hangingPunct="1"/>
            <a:r>
              <a:rPr lang="en-US" altLang="en-US"/>
              <a:t>Single Instance of Each Resource Type</a:t>
            </a:r>
          </a:p>
        </p:txBody>
      </p:sp>
      <p:sp>
        <p:nvSpPr>
          <p:cNvPr id="64514" name="Rectangle 3"/>
          <p:cNvSpPr>
            <a:spLocks noGrp="1" noChangeArrowheads="1"/>
          </p:cNvSpPr>
          <p:nvPr>
            <p:ph idx="1"/>
          </p:nvPr>
        </p:nvSpPr>
        <p:spPr>
          <a:xfrm>
            <a:off x="284163" y="2008339"/>
            <a:ext cx="8574087" cy="3992563"/>
          </a:xfrm>
        </p:spPr>
        <p:txBody>
          <a:bodyPr>
            <a:normAutofit lnSpcReduction="10000"/>
          </a:bodyPr>
          <a:lstStyle/>
          <a:p>
            <a:pPr>
              <a:buFont typeface="Wingdings" pitchFamily="2" charset="2"/>
              <a:buChar char="q"/>
            </a:pPr>
            <a:r>
              <a:rPr lang="en-US" altLang="en-US" dirty="0"/>
              <a:t>Maintain </a:t>
            </a:r>
            <a:r>
              <a:rPr lang="en-US" altLang="en-US" b="1" dirty="0">
                <a:solidFill>
                  <a:srgbClr val="3366FF"/>
                </a:solidFill>
              </a:rPr>
              <a:t>wait-for </a:t>
            </a:r>
            <a:r>
              <a:rPr lang="en-US" altLang="en-US" dirty="0"/>
              <a:t>graph</a:t>
            </a:r>
          </a:p>
          <a:p>
            <a:pPr lvl="1">
              <a:buFont typeface="Wingdings" pitchFamily="2" charset="2"/>
              <a:buChar char="q"/>
            </a:pPr>
            <a:r>
              <a:rPr lang="en-US" altLang="en-US" dirty="0"/>
              <a:t>Nodes are processes</a:t>
            </a:r>
          </a:p>
          <a:p>
            <a:pPr lvl="1">
              <a:buFont typeface="Wingdings" pitchFamily="2" charset="2"/>
              <a:buChar char="q"/>
            </a:pPr>
            <a:r>
              <a:rPr lang="en-US" altLang="en-US" b="1" i="1" dirty="0"/>
              <a:t>P</a:t>
            </a:r>
            <a:r>
              <a:rPr lang="en-US" altLang="en-US" b="1" i="1" baseline="-25000" dirty="0"/>
              <a:t>i</a:t>
            </a:r>
            <a:r>
              <a:rPr lang="en-US" altLang="en-US" b="1" dirty="0"/>
              <a:t> </a:t>
            </a:r>
            <a:r>
              <a:rPr lang="en-US" altLang="en-US" b="1" dirty="0">
                <a:sym typeface="Symbol" pitchFamily="18" charset="2"/>
              </a:rPr>
              <a:t> </a:t>
            </a:r>
            <a:r>
              <a:rPr lang="en-US" altLang="en-US" b="1" i="1" dirty="0" err="1">
                <a:sym typeface="Symbol" pitchFamily="18" charset="2"/>
              </a:rPr>
              <a:t>P</a:t>
            </a:r>
            <a:r>
              <a:rPr lang="en-US" altLang="en-US" b="1" i="1" baseline="-25000" dirty="0" err="1">
                <a:sym typeface="Symbol" pitchFamily="18" charset="2"/>
              </a:rPr>
              <a:t>j</a:t>
            </a:r>
            <a:r>
              <a:rPr lang="en-US" altLang="en-US" b="1" i="1" baseline="-25000" dirty="0">
                <a:sym typeface="Symbol" pitchFamily="18" charset="2"/>
              </a:rPr>
              <a:t>   </a:t>
            </a:r>
            <a:r>
              <a:rPr lang="en-US" altLang="en-US" dirty="0">
                <a:sym typeface="Symbol" pitchFamily="18" charset="2"/>
              </a:rPr>
              <a:t>if </a:t>
            </a:r>
            <a:r>
              <a:rPr lang="en-US" altLang="en-US" b="1" i="1" dirty="0">
                <a:sym typeface="Symbol" pitchFamily="18" charset="2"/>
              </a:rPr>
              <a:t>P</a:t>
            </a:r>
            <a:r>
              <a:rPr lang="en-US" altLang="en-US" b="1" i="1" baseline="-25000" dirty="0">
                <a:sym typeface="Symbol" pitchFamily="18" charset="2"/>
              </a:rPr>
              <a:t>i</a:t>
            </a:r>
            <a:r>
              <a:rPr lang="en-US" altLang="en-US" i="1" dirty="0">
                <a:sym typeface="Symbol" pitchFamily="18" charset="2"/>
              </a:rPr>
              <a:t> </a:t>
            </a:r>
            <a:r>
              <a:rPr lang="en-US" altLang="en-US" dirty="0">
                <a:sym typeface="Symbol" pitchFamily="18" charset="2"/>
              </a:rPr>
              <a:t>is waiting for</a:t>
            </a:r>
            <a:r>
              <a:rPr lang="en-US" altLang="en-US" i="1" dirty="0">
                <a:sym typeface="Symbol" pitchFamily="18" charset="2"/>
              </a:rPr>
              <a:t> </a:t>
            </a:r>
            <a:r>
              <a:rPr lang="en-US" altLang="en-US" b="1" i="1" dirty="0" err="1">
                <a:sym typeface="Symbol" pitchFamily="18" charset="2"/>
              </a:rPr>
              <a:t>P</a:t>
            </a:r>
            <a:r>
              <a:rPr lang="en-US" altLang="en-US" b="1" i="1" baseline="-25000" dirty="0" err="1">
                <a:sym typeface="Symbol" pitchFamily="18" charset="2"/>
              </a:rPr>
              <a:t>j</a:t>
            </a:r>
            <a:br>
              <a:rPr lang="en-US" altLang="en-US" b="1" i="1" dirty="0">
                <a:sym typeface="Symbol" pitchFamily="18" charset="2"/>
              </a:rPr>
            </a:br>
            <a:endParaRPr lang="en-US" altLang="en-US" b="1" i="1" dirty="0">
              <a:sym typeface="Symbol" pitchFamily="18" charset="2"/>
            </a:endParaRPr>
          </a:p>
          <a:p>
            <a:pPr>
              <a:buFont typeface="Wingdings" pitchFamily="2" charset="2"/>
              <a:buChar char="q"/>
            </a:pPr>
            <a:r>
              <a:rPr lang="en-US" altLang="en-US" dirty="0"/>
              <a:t>Periodically invoke an algorithm that searches for a cycle in the graph. If there is a cycle, there exists a deadlock</a:t>
            </a:r>
          </a:p>
          <a:p>
            <a:pPr>
              <a:buFont typeface="Wingdings" pitchFamily="2" charset="2"/>
              <a:buChar char="q"/>
            </a:pPr>
            <a:endParaRPr lang="en-US" altLang="en-US" dirty="0"/>
          </a:p>
          <a:p>
            <a:pPr>
              <a:buFont typeface="Wingdings" pitchFamily="2" charset="2"/>
              <a:buChar char="q"/>
            </a:pPr>
            <a:r>
              <a:rPr lang="en-US" altLang="en-US" dirty="0"/>
              <a:t>An algorithm to detect a cycle in a graph requires an order of</a:t>
            </a:r>
            <a:r>
              <a:rPr lang="en-US" altLang="en-US" i="1" dirty="0"/>
              <a:t> </a:t>
            </a:r>
            <a:r>
              <a:rPr lang="en-US" altLang="en-US" b="1" i="1" dirty="0"/>
              <a:t>n</a:t>
            </a:r>
            <a:r>
              <a:rPr lang="en-US" altLang="en-US" b="1" baseline="30000" dirty="0"/>
              <a:t>2</a:t>
            </a:r>
            <a:r>
              <a:rPr lang="en-US" altLang="en-US" b="1" dirty="0"/>
              <a:t> </a:t>
            </a:r>
            <a:r>
              <a:rPr lang="en-US" altLang="en-US" dirty="0"/>
              <a:t>operations, where </a:t>
            </a:r>
            <a:r>
              <a:rPr lang="en-US" altLang="en-US" b="1" i="1" dirty="0"/>
              <a:t>n</a:t>
            </a:r>
            <a:r>
              <a:rPr lang="en-US" altLang="en-US" dirty="0"/>
              <a:t> is the number of vertices in the graph</a:t>
            </a:r>
          </a:p>
        </p:txBody>
      </p:sp>
    </p:spTree>
    <p:extLst>
      <p:ext uri="{BB962C8B-B14F-4D97-AF65-F5344CB8AC3E}">
        <p14:creationId xmlns:p14="http://schemas.microsoft.com/office/powerpoint/2010/main" val="2464469535"/>
      </p:ext>
    </p:extLst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6561" name="Rectangle 2"/>
          <p:cNvSpPr>
            <a:spLocks noGrp="1" noChangeArrowheads="1"/>
          </p:cNvSpPr>
          <p:nvPr>
            <p:ph type="title"/>
          </p:nvPr>
        </p:nvSpPr>
        <p:spPr/>
        <p:txBody>
          <a:bodyPr>
            <a:noAutofit/>
          </a:bodyPr>
          <a:lstStyle/>
          <a:p>
            <a:pPr algn="l" eaLnBrk="1" hangingPunct="1"/>
            <a:r>
              <a:rPr lang="en-US" altLang="en-US" sz="3200"/>
              <a:t>Resource-Allocation Graph and  Wait-for Graph</a:t>
            </a:r>
          </a:p>
        </p:txBody>
      </p:sp>
      <p:sp>
        <p:nvSpPr>
          <p:cNvPr id="66562" name="Text Box 5"/>
          <p:cNvSpPr txBox="1">
            <a:spLocks noChangeArrowheads="1"/>
          </p:cNvSpPr>
          <p:nvPr/>
        </p:nvSpPr>
        <p:spPr bwMode="auto">
          <a:xfrm>
            <a:off x="1773085" y="5661025"/>
            <a:ext cx="2927350" cy="3667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>
            <a:spAutoFit/>
          </a:bodyPr>
          <a:lstStyle>
            <a:lvl1pPr>
              <a:defRPr kumimoji="1">
                <a:solidFill>
                  <a:schemeClr val="tx1"/>
                </a:solidFill>
                <a:latin typeface="Helvetica" pitchFamily="-84" charset="0"/>
                <a:ea typeface="MS PGothic" pitchFamily="34" charset="-128"/>
                <a:cs typeface="MS PGothic" pitchFamily="34" charset="-128"/>
              </a:defRPr>
            </a:lvl1pPr>
            <a:lvl2pPr>
              <a:defRPr kumimoji="1">
                <a:solidFill>
                  <a:schemeClr val="tx1"/>
                </a:solidFill>
                <a:latin typeface="Helvetica" pitchFamily="-84" charset="0"/>
                <a:ea typeface="MS PGothic" pitchFamily="34" charset="-128"/>
              </a:defRPr>
            </a:lvl2pPr>
            <a:lvl3pPr marL="1143000">
              <a:defRPr kumimoji="1">
                <a:solidFill>
                  <a:schemeClr val="tx1"/>
                </a:solidFill>
                <a:latin typeface="Helvetica" pitchFamily="-84" charset="0"/>
                <a:ea typeface="MS PGothic" pitchFamily="34" charset="-128"/>
              </a:defRPr>
            </a:lvl3pPr>
            <a:lvl4pPr marL="1600200">
              <a:defRPr kumimoji="1">
                <a:solidFill>
                  <a:schemeClr val="tx1"/>
                </a:solidFill>
                <a:latin typeface="Helvetica" pitchFamily="-84" charset="0"/>
                <a:ea typeface="MS PGothic" pitchFamily="34" charset="-128"/>
              </a:defRPr>
            </a:lvl4pPr>
            <a:lvl5pPr marL="2057400">
              <a:defRPr kumimoji="1">
                <a:solidFill>
                  <a:schemeClr val="tx1"/>
                </a:solidFill>
                <a:latin typeface="Helvetica" pitchFamily="-84" charset="0"/>
                <a:ea typeface="MS PGothic" pitchFamily="34" charset="-128"/>
              </a:defRPr>
            </a:lvl5pPr>
            <a:lvl6pPr marL="2514600">
              <a:defRPr kumimoji="1">
                <a:solidFill>
                  <a:schemeClr val="tx1"/>
                </a:solidFill>
                <a:latin typeface="Helvetica" pitchFamily="-84" charset="0"/>
                <a:ea typeface="MS PGothic" pitchFamily="34" charset="-128"/>
              </a:defRPr>
            </a:lvl6pPr>
            <a:lvl7pPr marL="2971800">
              <a:defRPr kumimoji="1">
                <a:solidFill>
                  <a:schemeClr val="tx1"/>
                </a:solidFill>
                <a:latin typeface="Helvetica" pitchFamily="-84" charset="0"/>
                <a:ea typeface="MS PGothic" pitchFamily="34" charset="-128"/>
              </a:defRPr>
            </a:lvl7pPr>
            <a:lvl8pPr marL="3429000">
              <a:defRPr kumimoji="1">
                <a:solidFill>
                  <a:schemeClr val="tx1"/>
                </a:solidFill>
                <a:latin typeface="Helvetica" pitchFamily="-84" charset="0"/>
                <a:ea typeface="MS PGothic" pitchFamily="34" charset="-128"/>
              </a:defRPr>
            </a:lvl8pPr>
            <a:lvl9pPr marL="3886200">
              <a:defRPr kumimoji="1">
                <a:solidFill>
                  <a:schemeClr val="tx1"/>
                </a:solidFill>
                <a:latin typeface="Helvetica" pitchFamily="-84" charset="0"/>
                <a:ea typeface="MS PGothic" pitchFamily="34" charset="-128"/>
              </a:defRPr>
            </a:lvl9pPr>
          </a:lstStyle>
          <a:p>
            <a:pPr algn="ctr">
              <a:spcBef>
                <a:spcPct val="50000"/>
              </a:spcBef>
            </a:pPr>
            <a:r>
              <a:rPr kumimoji="0" lang="en-US" altLang="en-US" dirty="0"/>
              <a:t>Resource-Allocation Graph</a:t>
            </a:r>
          </a:p>
        </p:txBody>
      </p:sp>
      <p:sp>
        <p:nvSpPr>
          <p:cNvPr id="66563" name="Text Box 6"/>
          <p:cNvSpPr txBox="1">
            <a:spLocks noChangeArrowheads="1"/>
          </p:cNvSpPr>
          <p:nvPr/>
        </p:nvSpPr>
        <p:spPr bwMode="auto">
          <a:xfrm>
            <a:off x="4810125" y="5661025"/>
            <a:ext cx="3143250" cy="3667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>
            <a:spAutoFit/>
          </a:bodyPr>
          <a:lstStyle>
            <a:lvl1pPr>
              <a:defRPr kumimoji="1">
                <a:solidFill>
                  <a:schemeClr val="tx1"/>
                </a:solidFill>
                <a:latin typeface="Helvetica" pitchFamily="-84" charset="0"/>
                <a:ea typeface="MS PGothic" pitchFamily="34" charset="-128"/>
                <a:cs typeface="MS PGothic" pitchFamily="34" charset="-128"/>
              </a:defRPr>
            </a:lvl1pPr>
            <a:lvl2pPr>
              <a:defRPr kumimoji="1">
                <a:solidFill>
                  <a:schemeClr val="tx1"/>
                </a:solidFill>
                <a:latin typeface="Helvetica" pitchFamily="-84" charset="0"/>
                <a:ea typeface="MS PGothic" pitchFamily="34" charset="-128"/>
              </a:defRPr>
            </a:lvl2pPr>
            <a:lvl3pPr marL="1143000">
              <a:defRPr kumimoji="1">
                <a:solidFill>
                  <a:schemeClr val="tx1"/>
                </a:solidFill>
                <a:latin typeface="Helvetica" pitchFamily="-84" charset="0"/>
                <a:ea typeface="MS PGothic" pitchFamily="34" charset="-128"/>
              </a:defRPr>
            </a:lvl3pPr>
            <a:lvl4pPr marL="1600200">
              <a:defRPr kumimoji="1">
                <a:solidFill>
                  <a:schemeClr val="tx1"/>
                </a:solidFill>
                <a:latin typeface="Helvetica" pitchFamily="-84" charset="0"/>
                <a:ea typeface="MS PGothic" pitchFamily="34" charset="-128"/>
              </a:defRPr>
            </a:lvl4pPr>
            <a:lvl5pPr marL="2057400">
              <a:defRPr kumimoji="1">
                <a:solidFill>
                  <a:schemeClr val="tx1"/>
                </a:solidFill>
                <a:latin typeface="Helvetica" pitchFamily="-84" charset="0"/>
                <a:ea typeface="MS PGothic" pitchFamily="34" charset="-128"/>
              </a:defRPr>
            </a:lvl5pPr>
            <a:lvl6pPr marL="2514600">
              <a:defRPr kumimoji="1">
                <a:solidFill>
                  <a:schemeClr val="tx1"/>
                </a:solidFill>
                <a:latin typeface="Helvetica" pitchFamily="-84" charset="0"/>
                <a:ea typeface="MS PGothic" pitchFamily="34" charset="-128"/>
              </a:defRPr>
            </a:lvl6pPr>
            <a:lvl7pPr marL="2971800">
              <a:defRPr kumimoji="1">
                <a:solidFill>
                  <a:schemeClr val="tx1"/>
                </a:solidFill>
                <a:latin typeface="Helvetica" pitchFamily="-84" charset="0"/>
                <a:ea typeface="MS PGothic" pitchFamily="34" charset="-128"/>
              </a:defRPr>
            </a:lvl7pPr>
            <a:lvl8pPr marL="3429000">
              <a:defRPr kumimoji="1">
                <a:solidFill>
                  <a:schemeClr val="tx1"/>
                </a:solidFill>
                <a:latin typeface="Helvetica" pitchFamily="-84" charset="0"/>
                <a:ea typeface="MS PGothic" pitchFamily="34" charset="-128"/>
              </a:defRPr>
            </a:lvl8pPr>
            <a:lvl9pPr marL="3886200">
              <a:defRPr kumimoji="1">
                <a:solidFill>
                  <a:schemeClr val="tx1"/>
                </a:solidFill>
                <a:latin typeface="Helvetica" pitchFamily="-84" charset="0"/>
                <a:ea typeface="MS PGothic" pitchFamily="34" charset="-128"/>
              </a:defRPr>
            </a:lvl9pPr>
          </a:lstStyle>
          <a:p>
            <a:pPr algn="ctr">
              <a:spcBef>
                <a:spcPct val="50000"/>
              </a:spcBef>
            </a:pPr>
            <a:r>
              <a:rPr kumimoji="0" lang="en-US" altLang="en-US" dirty="0"/>
              <a:t>Corresponding wait-for graph</a:t>
            </a:r>
          </a:p>
        </p:txBody>
      </p:sp>
      <p:pic>
        <p:nvPicPr>
          <p:cNvPr id="66564" name="Picture 1"/>
          <p:cNvPicPr>
            <a:picLocks noChangeAspect="1"/>
          </p:cNvPicPr>
          <p:nvPr/>
        </p:nvPicPr>
        <p:blipFill>
          <a:blip r:embed="rId3" cstate="email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939925" y="1955800"/>
            <a:ext cx="5740400" cy="37052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1315805552"/>
      </p:ext>
    </p:extLst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8609" name="Rectangle 2"/>
          <p:cNvSpPr>
            <a:spLocks noGrp="1" noChangeArrowheads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pPr algn="l" eaLnBrk="1" hangingPunct="1"/>
            <a:r>
              <a:rPr lang="en-US" altLang="en-US" dirty="0"/>
              <a:t>Several Instances of a Resource Type</a:t>
            </a:r>
          </a:p>
        </p:txBody>
      </p:sp>
      <p:sp>
        <p:nvSpPr>
          <p:cNvPr id="68610" name="Rectangle 3"/>
          <p:cNvSpPr>
            <a:spLocks noGrp="1" noChangeArrowheads="1"/>
          </p:cNvSpPr>
          <p:nvPr>
            <p:ph idx="1"/>
          </p:nvPr>
        </p:nvSpPr>
        <p:spPr>
          <a:xfrm>
            <a:off x="284163" y="1920657"/>
            <a:ext cx="8574087" cy="3992563"/>
          </a:xfrm>
        </p:spPr>
        <p:txBody>
          <a:bodyPr>
            <a:normAutofit/>
          </a:bodyPr>
          <a:lstStyle/>
          <a:p>
            <a:pPr>
              <a:buFont typeface="Wingdings" pitchFamily="2" charset="2"/>
              <a:buChar char="q"/>
            </a:pPr>
            <a:r>
              <a:rPr lang="en-US" altLang="en-US" b="1" dirty="0">
                <a:solidFill>
                  <a:srgbClr val="000000"/>
                </a:solidFill>
              </a:rPr>
              <a:t>Available</a:t>
            </a:r>
            <a:r>
              <a:rPr lang="en-US" altLang="en-US" i="1" dirty="0"/>
              <a:t>:</a:t>
            </a:r>
            <a:r>
              <a:rPr lang="en-US" altLang="en-US" dirty="0"/>
              <a:t>  A vector of length </a:t>
            </a:r>
            <a:r>
              <a:rPr lang="en-US" altLang="en-US" b="1" i="1" dirty="0"/>
              <a:t>m</a:t>
            </a:r>
            <a:r>
              <a:rPr lang="en-US" altLang="en-US" dirty="0"/>
              <a:t> indicates the number of available resources of each type</a:t>
            </a:r>
          </a:p>
          <a:p>
            <a:pPr>
              <a:buFont typeface="Wingdings" pitchFamily="2" charset="2"/>
              <a:buChar char="q"/>
            </a:pPr>
            <a:r>
              <a:rPr lang="en-US" altLang="en-US" b="1" dirty="0">
                <a:solidFill>
                  <a:srgbClr val="000000"/>
                </a:solidFill>
              </a:rPr>
              <a:t>Allocation</a:t>
            </a:r>
            <a:r>
              <a:rPr lang="en-US" altLang="en-US" i="1" dirty="0"/>
              <a:t>:</a:t>
            </a:r>
            <a:r>
              <a:rPr lang="en-US" altLang="en-US" dirty="0"/>
              <a:t>  An </a:t>
            </a:r>
            <a:r>
              <a:rPr lang="en-US" altLang="en-US" b="1" i="1" dirty="0"/>
              <a:t>n </a:t>
            </a:r>
            <a:r>
              <a:rPr lang="en-US" altLang="en-US" b="1" dirty="0"/>
              <a:t>x</a:t>
            </a:r>
            <a:r>
              <a:rPr lang="en-US" altLang="en-US" b="1" i="1" dirty="0"/>
              <a:t> m</a:t>
            </a:r>
            <a:r>
              <a:rPr lang="en-US" altLang="en-US" b="1" dirty="0"/>
              <a:t> </a:t>
            </a:r>
            <a:r>
              <a:rPr lang="en-US" altLang="en-US" dirty="0"/>
              <a:t>matrix defines the number of resources of each type currently allocated to each process</a:t>
            </a:r>
          </a:p>
          <a:p>
            <a:pPr>
              <a:buFont typeface="Wingdings" pitchFamily="2" charset="2"/>
              <a:buChar char="q"/>
            </a:pPr>
            <a:r>
              <a:rPr lang="en-US" altLang="en-US" b="1" dirty="0">
                <a:solidFill>
                  <a:srgbClr val="000000"/>
                </a:solidFill>
              </a:rPr>
              <a:t>Request</a:t>
            </a:r>
            <a:r>
              <a:rPr lang="en-US" altLang="en-US" i="1" dirty="0"/>
              <a:t>:</a:t>
            </a:r>
            <a:r>
              <a:rPr lang="en-US" altLang="en-US" dirty="0"/>
              <a:t>  An </a:t>
            </a:r>
            <a:r>
              <a:rPr lang="en-US" altLang="en-US" b="1" i="1" dirty="0"/>
              <a:t>n </a:t>
            </a:r>
            <a:r>
              <a:rPr lang="en-US" altLang="en-US" b="1" dirty="0"/>
              <a:t>x</a:t>
            </a:r>
            <a:r>
              <a:rPr lang="en-US" altLang="en-US" b="1" i="1" dirty="0"/>
              <a:t> m</a:t>
            </a:r>
            <a:r>
              <a:rPr lang="en-US" altLang="en-US" b="1" dirty="0"/>
              <a:t> </a:t>
            </a:r>
            <a:r>
              <a:rPr lang="en-US" altLang="en-US" dirty="0"/>
              <a:t>matrix indicates the current request  of each process.  If </a:t>
            </a:r>
            <a:r>
              <a:rPr lang="en-US" altLang="en-US" b="1" i="1" dirty="0"/>
              <a:t>Request </a:t>
            </a:r>
            <a:r>
              <a:rPr lang="en-US" altLang="en-US" b="1" dirty="0"/>
              <a:t>[</a:t>
            </a:r>
            <a:r>
              <a:rPr lang="en-US" altLang="en-US" b="1" i="1" dirty="0"/>
              <a:t>i</a:t>
            </a:r>
            <a:r>
              <a:rPr lang="en-US" altLang="en-US" b="1" dirty="0"/>
              <a:t>][</a:t>
            </a:r>
            <a:r>
              <a:rPr lang="en-US" altLang="en-US" b="1" i="1" dirty="0"/>
              <a:t>j</a:t>
            </a:r>
            <a:r>
              <a:rPr lang="en-US" altLang="en-US" b="1" dirty="0"/>
              <a:t>] = </a:t>
            </a:r>
            <a:r>
              <a:rPr lang="en-US" altLang="en-US" b="1" i="1" dirty="0"/>
              <a:t>k</a:t>
            </a:r>
            <a:r>
              <a:rPr lang="en-US" altLang="en-US" dirty="0"/>
              <a:t>, then process</a:t>
            </a:r>
            <a:r>
              <a:rPr lang="en-US" altLang="en-US" i="1" dirty="0"/>
              <a:t> </a:t>
            </a:r>
            <a:r>
              <a:rPr lang="en-US" altLang="en-US" b="1" i="1" dirty="0"/>
              <a:t>P</a:t>
            </a:r>
            <a:r>
              <a:rPr lang="en-US" altLang="en-US" b="1" i="1" baseline="-25000" dirty="0"/>
              <a:t>i</a:t>
            </a:r>
            <a:r>
              <a:rPr lang="en-US" altLang="en-US" dirty="0"/>
              <a:t> is requesting</a:t>
            </a:r>
            <a:r>
              <a:rPr lang="en-US" altLang="en-US" i="1" dirty="0"/>
              <a:t> </a:t>
            </a:r>
            <a:r>
              <a:rPr lang="en-US" altLang="en-US" b="1" i="1" dirty="0"/>
              <a:t>k</a:t>
            </a:r>
            <a:r>
              <a:rPr lang="en-US" altLang="en-US" dirty="0"/>
              <a:t> more instances of resource type </a:t>
            </a:r>
            <a:r>
              <a:rPr lang="en-US" altLang="en-US" b="1" i="1" dirty="0" err="1"/>
              <a:t>R</a:t>
            </a:r>
            <a:r>
              <a:rPr lang="en-US" altLang="en-US" b="1" i="1" baseline="-25000" dirty="0" err="1"/>
              <a:t>j</a:t>
            </a:r>
            <a:r>
              <a:rPr lang="en-US" altLang="en-US" dirty="0"/>
              <a:t>.</a:t>
            </a:r>
          </a:p>
        </p:txBody>
      </p:sp>
    </p:spTree>
    <p:extLst>
      <p:ext uri="{BB962C8B-B14F-4D97-AF65-F5344CB8AC3E}">
        <p14:creationId xmlns:p14="http://schemas.microsoft.com/office/powerpoint/2010/main" val="2632270228"/>
      </p:ext>
    </p:extLst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0657" name="Rectangle 2"/>
          <p:cNvSpPr>
            <a:spLocks noGrp="1" noChangeArrowheads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pPr algn="l" eaLnBrk="1" hangingPunct="1"/>
            <a:r>
              <a:rPr lang="en-US" altLang="en-US"/>
              <a:t>Detection Algorithm</a:t>
            </a:r>
          </a:p>
        </p:txBody>
      </p:sp>
      <p:sp>
        <p:nvSpPr>
          <p:cNvPr id="70658" name="Rectangle 3"/>
          <p:cNvSpPr>
            <a:spLocks noGrp="1" noChangeArrowheads="1"/>
          </p:cNvSpPr>
          <p:nvPr>
            <p:ph idx="1"/>
          </p:nvPr>
        </p:nvSpPr>
        <p:spPr>
          <a:xfrm>
            <a:off x="284163" y="1933183"/>
            <a:ext cx="8574087" cy="3992563"/>
          </a:xfrm>
        </p:spPr>
        <p:txBody>
          <a:bodyPr>
            <a:normAutofit fontScale="92500" lnSpcReduction="10000"/>
          </a:bodyPr>
          <a:lstStyle/>
          <a:p>
            <a:pPr>
              <a:buFont typeface="Monotype Sorts" pitchFamily="-84" charset="2"/>
              <a:buNone/>
            </a:pPr>
            <a:r>
              <a:rPr lang="en-US" altLang="en-US" dirty="0"/>
              <a:t>1.	Let </a:t>
            </a:r>
            <a:r>
              <a:rPr lang="en-US" altLang="en-US" b="1" i="1" dirty="0"/>
              <a:t>Work</a:t>
            </a:r>
            <a:r>
              <a:rPr lang="en-US" altLang="en-US" dirty="0"/>
              <a:t> and </a:t>
            </a:r>
            <a:r>
              <a:rPr lang="en-US" altLang="en-US" b="1" i="1" dirty="0"/>
              <a:t>Finish</a:t>
            </a:r>
            <a:r>
              <a:rPr lang="en-US" altLang="en-US" dirty="0"/>
              <a:t> be vectors of length </a:t>
            </a:r>
            <a:r>
              <a:rPr lang="en-US" altLang="en-US" b="1" i="1" dirty="0"/>
              <a:t>m</a:t>
            </a:r>
            <a:r>
              <a:rPr lang="en-US" altLang="en-US" dirty="0"/>
              <a:t> and </a:t>
            </a:r>
            <a:r>
              <a:rPr lang="en-US" altLang="en-US" b="1" i="1" dirty="0"/>
              <a:t>n</a:t>
            </a:r>
            <a:r>
              <a:rPr lang="en-US" altLang="en-US" dirty="0"/>
              <a:t>, respectively Initialize:</a:t>
            </a:r>
          </a:p>
          <a:p>
            <a:pPr marL="850900" lvl="1" indent="-393700">
              <a:buFont typeface="Monotype Sorts" pitchFamily="-84" charset="2"/>
              <a:buNone/>
            </a:pPr>
            <a:r>
              <a:rPr lang="en-US" altLang="en-US" dirty="0"/>
              <a:t>(a) </a:t>
            </a:r>
            <a:r>
              <a:rPr lang="en-US" altLang="en-US" b="1" i="1" dirty="0"/>
              <a:t>Work</a:t>
            </a:r>
            <a:r>
              <a:rPr lang="en-US" altLang="en-US" b="1" dirty="0"/>
              <a:t> = </a:t>
            </a:r>
            <a:r>
              <a:rPr lang="en-US" altLang="en-US" b="1" i="1" dirty="0"/>
              <a:t>Available</a:t>
            </a:r>
            <a:endParaRPr lang="en-US" altLang="en-US" b="1" dirty="0"/>
          </a:p>
          <a:p>
            <a:pPr marL="850900" lvl="1" indent="-393700">
              <a:buFont typeface="Monotype Sorts" pitchFamily="-84" charset="2"/>
              <a:buNone/>
            </a:pPr>
            <a:r>
              <a:rPr lang="en-US" altLang="en-US" dirty="0"/>
              <a:t>(b)	For </a:t>
            </a:r>
            <a:r>
              <a:rPr lang="en-US" altLang="en-US" b="1" i="1" dirty="0"/>
              <a:t>i</a:t>
            </a:r>
            <a:r>
              <a:rPr lang="en-US" altLang="en-US" b="1" dirty="0"/>
              <a:t> = 1,2, …,</a:t>
            </a:r>
            <a:r>
              <a:rPr lang="en-US" altLang="en-US" b="1" i="1" dirty="0"/>
              <a:t> n</a:t>
            </a:r>
            <a:r>
              <a:rPr lang="en-US" altLang="en-US" dirty="0"/>
              <a:t>, if </a:t>
            </a:r>
            <a:r>
              <a:rPr lang="en-US" altLang="en-US" b="1" i="1" dirty="0" err="1"/>
              <a:t>Allocation</a:t>
            </a:r>
            <a:r>
              <a:rPr lang="en-US" altLang="en-US" b="1" i="1" baseline="-25000" dirty="0" err="1"/>
              <a:t>i</a:t>
            </a:r>
            <a:r>
              <a:rPr lang="en-US" altLang="en-US" b="1" dirty="0"/>
              <a:t> </a:t>
            </a:r>
            <a:r>
              <a:rPr lang="en-US" altLang="en-US" b="1" dirty="0">
                <a:sym typeface="Symbol" pitchFamily="18" charset="2"/>
              </a:rPr>
              <a:t> 0</a:t>
            </a:r>
            <a:r>
              <a:rPr lang="en-US" altLang="en-US" dirty="0">
                <a:sym typeface="Symbol" pitchFamily="18" charset="2"/>
              </a:rPr>
              <a:t>, then </a:t>
            </a:r>
            <a:br>
              <a:rPr lang="en-US" altLang="en-US" dirty="0">
                <a:sym typeface="Symbol" pitchFamily="18" charset="2"/>
              </a:rPr>
            </a:br>
            <a:r>
              <a:rPr lang="en-US" altLang="en-US" b="1" i="1" dirty="0">
                <a:sym typeface="Symbol" pitchFamily="18" charset="2"/>
              </a:rPr>
              <a:t>Finish</a:t>
            </a:r>
            <a:r>
              <a:rPr lang="en-US" altLang="en-US" b="1" dirty="0">
                <a:sym typeface="Symbol" pitchFamily="18" charset="2"/>
              </a:rPr>
              <a:t>[i] </a:t>
            </a:r>
            <a:r>
              <a:rPr lang="en-US" altLang="en-US" b="1" i="1" dirty="0">
                <a:sym typeface="Symbol" pitchFamily="18" charset="2"/>
              </a:rPr>
              <a:t>= false</a:t>
            </a:r>
            <a:r>
              <a:rPr lang="en-US" altLang="en-US" dirty="0">
                <a:sym typeface="Symbol" pitchFamily="18" charset="2"/>
              </a:rPr>
              <a:t>; otherwise, </a:t>
            </a:r>
            <a:r>
              <a:rPr lang="en-US" altLang="en-US" b="1" i="1" dirty="0">
                <a:sym typeface="Symbol" pitchFamily="18" charset="2"/>
              </a:rPr>
              <a:t>Finish</a:t>
            </a:r>
            <a:r>
              <a:rPr lang="en-US" altLang="en-US" b="1" dirty="0">
                <a:sym typeface="Symbol" pitchFamily="18" charset="2"/>
              </a:rPr>
              <a:t>[i] = </a:t>
            </a:r>
            <a:r>
              <a:rPr lang="en-US" altLang="en-US" b="1" i="1" dirty="0">
                <a:sym typeface="Symbol" pitchFamily="18" charset="2"/>
              </a:rPr>
              <a:t>true</a:t>
            </a:r>
          </a:p>
          <a:p>
            <a:pPr marL="850900" lvl="1" indent="-393700">
              <a:buFont typeface="Monotype Sorts" pitchFamily="-84" charset="2"/>
              <a:buNone/>
            </a:pPr>
            <a:endParaRPr lang="en-US" altLang="en-US" dirty="0">
              <a:sym typeface="Symbol" pitchFamily="18" charset="2"/>
            </a:endParaRPr>
          </a:p>
          <a:p>
            <a:pPr>
              <a:buFont typeface="Monotype Sorts" pitchFamily="-84" charset="2"/>
              <a:buNone/>
            </a:pPr>
            <a:r>
              <a:rPr lang="en-US" altLang="en-US" dirty="0"/>
              <a:t>2.	Find an index </a:t>
            </a:r>
            <a:r>
              <a:rPr lang="en-US" altLang="en-US" b="1" i="1" dirty="0"/>
              <a:t>i</a:t>
            </a:r>
            <a:r>
              <a:rPr lang="en-US" altLang="en-US" i="1" dirty="0"/>
              <a:t> </a:t>
            </a:r>
            <a:r>
              <a:rPr lang="en-US" altLang="en-US" dirty="0"/>
              <a:t>such that both:</a:t>
            </a:r>
          </a:p>
          <a:p>
            <a:pPr marL="850900" lvl="1" indent="-393700">
              <a:buFont typeface="Monotype Sorts" pitchFamily="-84" charset="2"/>
              <a:buNone/>
            </a:pPr>
            <a:r>
              <a:rPr lang="en-US" altLang="en-US" dirty="0"/>
              <a:t>(a)	</a:t>
            </a:r>
            <a:r>
              <a:rPr lang="en-US" altLang="en-US" b="1" i="1" dirty="0"/>
              <a:t>Finish</a:t>
            </a:r>
            <a:r>
              <a:rPr lang="en-US" altLang="en-US" b="1" dirty="0"/>
              <a:t>[</a:t>
            </a:r>
            <a:r>
              <a:rPr lang="en-US" altLang="en-US" b="1" i="1" dirty="0"/>
              <a:t>i</a:t>
            </a:r>
            <a:r>
              <a:rPr lang="en-US" altLang="en-US" b="1" dirty="0"/>
              <a:t>] == </a:t>
            </a:r>
            <a:r>
              <a:rPr lang="en-US" altLang="en-US" b="1" i="1" dirty="0"/>
              <a:t>false</a:t>
            </a:r>
            <a:endParaRPr lang="en-US" altLang="en-US" b="1" dirty="0"/>
          </a:p>
          <a:p>
            <a:pPr marL="850900" lvl="1" indent="-393700">
              <a:buFont typeface="Monotype Sorts" pitchFamily="-84" charset="2"/>
              <a:buNone/>
            </a:pPr>
            <a:r>
              <a:rPr lang="en-US" altLang="en-US" dirty="0"/>
              <a:t>(b)	</a:t>
            </a:r>
            <a:r>
              <a:rPr lang="en-US" altLang="en-US" b="1" i="1" dirty="0" err="1"/>
              <a:t>Request</a:t>
            </a:r>
            <a:r>
              <a:rPr lang="en-US" altLang="en-US" b="1" i="1" baseline="-25000" dirty="0" err="1"/>
              <a:t>i</a:t>
            </a:r>
            <a:r>
              <a:rPr lang="en-US" altLang="en-US" b="1" dirty="0"/>
              <a:t> </a:t>
            </a:r>
            <a:r>
              <a:rPr lang="en-US" altLang="en-US" b="1" dirty="0">
                <a:sym typeface="Symbol" pitchFamily="18" charset="2"/>
              </a:rPr>
              <a:t> </a:t>
            </a:r>
            <a:r>
              <a:rPr lang="en-US" altLang="en-US" b="1" i="1" dirty="0">
                <a:sym typeface="Symbol" pitchFamily="18" charset="2"/>
              </a:rPr>
              <a:t>Work</a:t>
            </a:r>
            <a:br>
              <a:rPr lang="en-US" altLang="en-US" b="1" i="1" dirty="0">
                <a:sym typeface="Symbol" pitchFamily="18" charset="2"/>
              </a:rPr>
            </a:br>
            <a:endParaRPr lang="en-US" altLang="en-US" b="1" dirty="0">
              <a:sym typeface="Symbol" pitchFamily="18" charset="2"/>
            </a:endParaRPr>
          </a:p>
          <a:p>
            <a:pPr marL="850900" lvl="1" indent="-393700">
              <a:buFont typeface="Monotype Sorts" pitchFamily="-84" charset="2"/>
              <a:buNone/>
            </a:pPr>
            <a:r>
              <a:rPr lang="en-US" altLang="en-US" dirty="0">
                <a:sym typeface="Symbol" pitchFamily="18" charset="2"/>
              </a:rPr>
              <a:t>If no such </a:t>
            </a:r>
            <a:r>
              <a:rPr lang="en-US" altLang="en-US" b="1" i="1" dirty="0">
                <a:sym typeface="Symbol" pitchFamily="18" charset="2"/>
              </a:rPr>
              <a:t>i</a:t>
            </a:r>
            <a:r>
              <a:rPr lang="en-US" altLang="en-US" b="1" dirty="0">
                <a:sym typeface="Symbol" pitchFamily="18" charset="2"/>
              </a:rPr>
              <a:t> </a:t>
            </a:r>
            <a:r>
              <a:rPr lang="en-US" altLang="en-US" dirty="0">
                <a:sym typeface="Symbol" pitchFamily="18" charset="2"/>
              </a:rPr>
              <a:t>exists, go to step 4</a:t>
            </a:r>
            <a:endParaRPr lang="en-US" altLang="en-US" dirty="0"/>
          </a:p>
        </p:txBody>
      </p:sp>
    </p:spTree>
    <p:extLst>
      <p:ext uri="{BB962C8B-B14F-4D97-AF65-F5344CB8AC3E}">
        <p14:creationId xmlns:p14="http://schemas.microsoft.com/office/powerpoint/2010/main" val="2352654886"/>
      </p:ext>
    </p:extLst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2705" name="Rectangle 2"/>
          <p:cNvSpPr>
            <a:spLocks noGrp="1" noChangeArrowheads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pPr algn="l"/>
            <a:r>
              <a:rPr lang="en-US" altLang="en-US" dirty="0"/>
              <a:t>Detection Algorithm </a:t>
            </a:r>
            <a:r>
              <a:rPr lang="en-US" altLang="en-US" sz="1600" dirty="0">
                <a:solidFill>
                  <a:prstClr val="white"/>
                </a:solidFill>
              </a:rPr>
              <a:t>(cont’d)</a:t>
            </a:r>
            <a:endParaRPr lang="en-US" altLang="en-US" dirty="0"/>
          </a:p>
        </p:txBody>
      </p:sp>
      <p:sp>
        <p:nvSpPr>
          <p:cNvPr id="72706" name="Rectangle 3"/>
          <p:cNvSpPr>
            <a:spLocks noGrp="1" noChangeArrowheads="1"/>
          </p:cNvSpPr>
          <p:nvPr>
            <p:ph idx="1"/>
          </p:nvPr>
        </p:nvSpPr>
        <p:spPr>
          <a:xfrm>
            <a:off x="284163" y="1983287"/>
            <a:ext cx="8574087" cy="3992563"/>
          </a:xfrm>
        </p:spPr>
        <p:txBody>
          <a:bodyPr>
            <a:normAutofit/>
          </a:bodyPr>
          <a:lstStyle/>
          <a:p>
            <a:pPr>
              <a:lnSpc>
                <a:spcPct val="90000"/>
              </a:lnSpc>
              <a:buFont typeface="Monotype Sorts" pitchFamily="-84" charset="2"/>
              <a:buNone/>
            </a:pPr>
            <a:r>
              <a:rPr lang="en-US" altLang="en-US" dirty="0"/>
              <a:t>3.	</a:t>
            </a:r>
            <a:r>
              <a:rPr lang="en-US" altLang="en-US" b="1" i="1" dirty="0"/>
              <a:t>Work</a:t>
            </a:r>
            <a:r>
              <a:rPr lang="en-US" altLang="en-US" b="1" dirty="0"/>
              <a:t> = </a:t>
            </a:r>
            <a:r>
              <a:rPr lang="en-US" altLang="en-US" b="1" i="1" dirty="0"/>
              <a:t>Work</a:t>
            </a:r>
            <a:r>
              <a:rPr lang="en-US" altLang="en-US" b="1" dirty="0"/>
              <a:t> + </a:t>
            </a:r>
            <a:r>
              <a:rPr lang="en-US" altLang="en-US" b="1" i="1" dirty="0" err="1"/>
              <a:t>Allocation</a:t>
            </a:r>
            <a:r>
              <a:rPr lang="en-US" altLang="en-US" b="1" i="1" baseline="-25000" dirty="0" err="1"/>
              <a:t>i</a:t>
            </a:r>
            <a:br>
              <a:rPr lang="en-US" altLang="en-US" b="1" dirty="0"/>
            </a:br>
            <a:r>
              <a:rPr lang="en-US" altLang="en-US" b="1" i="1" dirty="0"/>
              <a:t>Finish</a:t>
            </a:r>
            <a:r>
              <a:rPr lang="en-US" altLang="en-US" b="1" dirty="0"/>
              <a:t>[</a:t>
            </a:r>
            <a:r>
              <a:rPr lang="en-US" altLang="en-US" b="1" i="1" dirty="0"/>
              <a:t>i</a:t>
            </a:r>
            <a:r>
              <a:rPr lang="en-US" altLang="en-US" b="1" dirty="0"/>
              <a:t>] = </a:t>
            </a:r>
            <a:r>
              <a:rPr lang="en-US" altLang="en-US" b="1" i="1" dirty="0"/>
              <a:t>true</a:t>
            </a:r>
            <a:br>
              <a:rPr lang="en-US" altLang="en-US" b="1" dirty="0"/>
            </a:br>
            <a:r>
              <a:rPr lang="en-US" altLang="en-US" dirty="0"/>
              <a:t>go to step 2</a:t>
            </a:r>
            <a:br>
              <a:rPr lang="en-US" altLang="en-US" dirty="0"/>
            </a:br>
            <a:endParaRPr lang="en-US" altLang="en-US" dirty="0"/>
          </a:p>
          <a:p>
            <a:pPr>
              <a:lnSpc>
                <a:spcPct val="90000"/>
              </a:lnSpc>
              <a:buFont typeface="Monotype Sorts" pitchFamily="-84" charset="2"/>
              <a:buNone/>
            </a:pPr>
            <a:r>
              <a:rPr lang="en-US" altLang="en-US" dirty="0"/>
              <a:t>4.	If </a:t>
            </a:r>
            <a:r>
              <a:rPr lang="en-US" altLang="en-US" b="1" i="1" dirty="0"/>
              <a:t>Finish[i] == false</a:t>
            </a:r>
            <a:r>
              <a:rPr lang="en-US" altLang="en-US" dirty="0"/>
              <a:t>, for some </a:t>
            </a:r>
            <a:r>
              <a:rPr lang="en-US" altLang="en-US" b="1" i="1" dirty="0"/>
              <a:t>i</a:t>
            </a:r>
            <a:r>
              <a:rPr lang="en-US" altLang="en-US" dirty="0"/>
              <a:t>, 1 </a:t>
            </a:r>
            <a:r>
              <a:rPr lang="en-US" altLang="en-US" dirty="0">
                <a:sym typeface="Symbol" pitchFamily="18" charset="2"/>
              </a:rPr>
              <a:t> </a:t>
            </a:r>
            <a:r>
              <a:rPr lang="en-US" altLang="en-US" b="1" i="1" dirty="0">
                <a:sym typeface="Symbol" pitchFamily="18" charset="2"/>
              </a:rPr>
              <a:t>i</a:t>
            </a:r>
            <a:r>
              <a:rPr lang="en-US" altLang="en-US" dirty="0">
                <a:sym typeface="Symbol" pitchFamily="18" charset="2"/>
              </a:rPr>
              <a:t>   </a:t>
            </a:r>
            <a:r>
              <a:rPr lang="en-US" altLang="en-US" b="1" i="1" dirty="0">
                <a:sym typeface="Symbol" pitchFamily="18" charset="2"/>
              </a:rPr>
              <a:t>n</a:t>
            </a:r>
            <a:r>
              <a:rPr lang="en-US" altLang="en-US" dirty="0">
                <a:sym typeface="Symbol" pitchFamily="18" charset="2"/>
              </a:rPr>
              <a:t>, then the system is in deadlock state. Moreover, if </a:t>
            </a:r>
            <a:r>
              <a:rPr lang="en-US" altLang="en-US" b="1" i="1" dirty="0">
                <a:sym typeface="Symbol" pitchFamily="18" charset="2"/>
              </a:rPr>
              <a:t>Finish</a:t>
            </a:r>
            <a:r>
              <a:rPr lang="en-US" altLang="en-US" b="1" dirty="0">
                <a:sym typeface="Symbol" pitchFamily="18" charset="2"/>
              </a:rPr>
              <a:t>[</a:t>
            </a:r>
            <a:r>
              <a:rPr lang="en-US" altLang="en-US" b="1" i="1" dirty="0">
                <a:sym typeface="Symbol" pitchFamily="18" charset="2"/>
              </a:rPr>
              <a:t>i</a:t>
            </a:r>
            <a:r>
              <a:rPr lang="en-US" altLang="en-US" b="1" dirty="0">
                <a:sym typeface="Symbol" pitchFamily="18" charset="2"/>
              </a:rPr>
              <a:t>] == </a:t>
            </a:r>
            <a:r>
              <a:rPr lang="en-US" altLang="en-US" b="1" i="1" dirty="0">
                <a:sym typeface="Symbol" pitchFamily="18" charset="2"/>
              </a:rPr>
              <a:t>false</a:t>
            </a:r>
            <a:r>
              <a:rPr lang="en-US" altLang="en-US" dirty="0">
                <a:sym typeface="Symbol" pitchFamily="18" charset="2"/>
              </a:rPr>
              <a:t>, then </a:t>
            </a:r>
            <a:r>
              <a:rPr lang="en-US" altLang="en-US" b="1" i="1" dirty="0">
                <a:sym typeface="Symbol" pitchFamily="18" charset="2"/>
              </a:rPr>
              <a:t>P</a:t>
            </a:r>
            <a:r>
              <a:rPr lang="en-US" altLang="en-US" b="1" i="1" baseline="-25000" dirty="0">
                <a:sym typeface="Symbol" pitchFamily="18" charset="2"/>
              </a:rPr>
              <a:t>i</a:t>
            </a:r>
            <a:r>
              <a:rPr lang="en-US" altLang="en-US" dirty="0">
                <a:sym typeface="Symbol" pitchFamily="18" charset="2"/>
              </a:rPr>
              <a:t> is deadlocked</a:t>
            </a:r>
          </a:p>
          <a:p>
            <a:pPr>
              <a:lnSpc>
                <a:spcPct val="90000"/>
              </a:lnSpc>
              <a:buFont typeface="Monotype Sorts" pitchFamily="-84" charset="2"/>
              <a:buNone/>
            </a:pPr>
            <a:r>
              <a:rPr lang="en-US" altLang="en-US" dirty="0">
                <a:sym typeface="Symbol" pitchFamily="18" charset="2"/>
              </a:rPr>
              <a:t>	</a:t>
            </a:r>
            <a:endParaRPr lang="en-US" altLang="en-US" dirty="0"/>
          </a:p>
        </p:txBody>
      </p:sp>
      <p:sp>
        <p:nvSpPr>
          <p:cNvPr id="72707" name="Text Box 4"/>
          <p:cNvSpPr txBox="1">
            <a:spLocks noChangeArrowheads="1"/>
          </p:cNvSpPr>
          <p:nvPr/>
        </p:nvSpPr>
        <p:spPr bwMode="auto">
          <a:xfrm>
            <a:off x="852488" y="4788792"/>
            <a:ext cx="7694612" cy="10604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ctr">
            <a:spAutoFit/>
          </a:bodyPr>
          <a:lstStyle>
            <a:lvl1pPr>
              <a:defRPr kumimoji="1">
                <a:solidFill>
                  <a:schemeClr val="tx1"/>
                </a:solidFill>
                <a:latin typeface="Helvetica" pitchFamily="-84" charset="0"/>
                <a:ea typeface="MS PGothic" pitchFamily="34" charset="-128"/>
                <a:cs typeface="MS PGothic" pitchFamily="34" charset="-128"/>
              </a:defRPr>
            </a:lvl1pPr>
            <a:lvl2pPr>
              <a:defRPr kumimoji="1">
                <a:solidFill>
                  <a:schemeClr val="tx1"/>
                </a:solidFill>
                <a:latin typeface="Helvetica" pitchFamily="-84" charset="0"/>
                <a:ea typeface="MS PGothic" pitchFamily="34" charset="-128"/>
              </a:defRPr>
            </a:lvl2pPr>
            <a:lvl3pPr marL="1143000">
              <a:defRPr kumimoji="1">
                <a:solidFill>
                  <a:schemeClr val="tx1"/>
                </a:solidFill>
                <a:latin typeface="Helvetica" pitchFamily="-84" charset="0"/>
                <a:ea typeface="MS PGothic" pitchFamily="34" charset="-128"/>
              </a:defRPr>
            </a:lvl3pPr>
            <a:lvl4pPr marL="1600200">
              <a:defRPr kumimoji="1">
                <a:solidFill>
                  <a:schemeClr val="tx1"/>
                </a:solidFill>
                <a:latin typeface="Helvetica" pitchFamily="-84" charset="0"/>
                <a:ea typeface="MS PGothic" pitchFamily="34" charset="-128"/>
              </a:defRPr>
            </a:lvl4pPr>
            <a:lvl5pPr marL="2057400">
              <a:defRPr kumimoji="1">
                <a:solidFill>
                  <a:schemeClr val="tx1"/>
                </a:solidFill>
                <a:latin typeface="Helvetica" pitchFamily="-84" charset="0"/>
                <a:ea typeface="MS PGothic" pitchFamily="34" charset="-128"/>
              </a:defRPr>
            </a:lvl5pPr>
            <a:lvl6pPr marL="2514600">
              <a:defRPr kumimoji="1">
                <a:solidFill>
                  <a:schemeClr val="tx1"/>
                </a:solidFill>
                <a:latin typeface="Helvetica" pitchFamily="-84" charset="0"/>
                <a:ea typeface="MS PGothic" pitchFamily="34" charset="-128"/>
              </a:defRPr>
            </a:lvl6pPr>
            <a:lvl7pPr marL="2971800">
              <a:defRPr kumimoji="1">
                <a:solidFill>
                  <a:schemeClr val="tx1"/>
                </a:solidFill>
                <a:latin typeface="Helvetica" pitchFamily="-84" charset="0"/>
                <a:ea typeface="MS PGothic" pitchFamily="34" charset="-128"/>
              </a:defRPr>
            </a:lvl7pPr>
            <a:lvl8pPr marL="3429000">
              <a:defRPr kumimoji="1">
                <a:solidFill>
                  <a:schemeClr val="tx1"/>
                </a:solidFill>
                <a:latin typeface="Helvetica" pitchFamily="-84" charset="0"/>
                <a:ea typeface="MS PGothic" pitchFamily="34" charset="-128"/>
              </a:defRPr>
            </a:lvl8pPr>
            <a:lvl9pPr marL="3886200">
              <a:defRPr kumimoji="1">
                <a:solidFill>
                  <a:schemeClr val="tx1"/>
                </a:solidFill>
                <a:latin typeface="Helvetica" pitchFamily="-84" charset="0"/>
                <a:ea typeface="MS PGothic" pitchFamily="34" charset="-128"/>
              </a:defRPr>
            </a:lvl9pPr>
          </a:lstStyle>
          <a:p>
            <a:r>
              <a:rPr kumimoji="0" lang="en-US" altLang="en-US" b="1" dirty="0">
                <a:solidFill>
                  <a:srgbClr val="FF0066"/>
                </a:solidFill>
                <a:sym typeface="Symbol" pitchFamily="18" charset="2"/>
              </a:rPr>
              <a:t>Algorithm requires an order of O(</a:t>
            </a:r>
            <a:r>
              <a:rPr kumimoji="0" lang="en-US" altLang="en-US" b="1" i="1" dirty="0">
                <a:solidFill>
                  <a:srgbClr val="FF0066"/>
                </a:solidFill>
                <a:sym typeface="Symbol" pitchFamily="18" charset="2"/>
              </a:rPr>
              <a:t>m </a:t>
            </a:r>
            <a:r>
              <a:rPr kumimoji="0" lang="en-US" altLang="en-US" b="1" dirty="0">
                <a:solidFill>
                  <a:srgbClr val="FF0066"/>
                </a:solidFill>
                <a:sym typeface="Symbol" pitchFamily="18" charset="2"/>
              </a:rPr>
              <a:t>x</a:t>
            </a:r>
            <a:r>
              <a:rPr kumimoji="0" lang="en-US" altLang="en-US" b="1" i="1" dirty="0">
                <a:solidFill>
                  <a:srgbClr val="FF0066"/>
                </a:solidFill>
                <a:sym typeface="Symbol" pitchFamily="18" charset="2"/>
              </a:rPr>
              <a:t> n</a:t>
            </a:r>
            <a:r>
              <a:rPr kumimoji="0" lang="en-US" altLang="en-US" b="1" baseline="30000" dirty="0">
                <a:solidFill>
                  <a:srgbClr val="FF0066"/>
                </a:solidFill>
                <a:sym typeface="Symbol" pitchFamily="18" charset="2"/>
              </a:rPr>
              <a:t>2</a:t>
            </a:r>
            <a:r>
              <a:rPr kumimoji="0" lang="en-US" altLang="en-US" b="1" dirty="0">
                <a:solidFill>
                  <a:srgbClr val="FF0066"/>
                </a:solidFill>
                <a:sym typeface="Symbol" pitchFamily="18" charset="2"/>
              </a:rPr>
              <a:t>) operations to detect whether the system is in deadlocked state</a:t>
            </a:r>
            <a:endParaRPr kumimoji="0" lang="en-US" altLang="en-US" dirty="0">
              <a:solidFill>
                <a:srgbClr val="FF0066"/>
              </a:solidFill>
            </a:endParaRPr>
          </a:p>
          <a:p>
            <a:pPr>
              <a:spcBef>
                <a:spcPct val="50000"/>
              </a:spcBef>
            </a:pPr>
            <a:endParaRPr kumimoji="0" lang="en-US" altLang="en-US" dirty="0">
              <a:solidFill>
                <a:srgbClr val="FF0066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813717158"/>
      </p:ext>
    </p:extLst>
  </p:cSld>
  <p:clrMapOvr>
    <a:masterClrMapping/>
  </p:clrMapOvr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4753" name="Rectangle 2"/>
          <p:cNvSpPr>
            <a:spLocks noGrp="1" noChangeArrowheads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pPr algn="l" eaLnBrk="1" hangingPunct="1"/>
            <a:r>
              <a:rPr lang="en-US" altLang="en-US"/>
              <a:t>Example of Detection Algorithm</a:t>
            </a:r>
          </a:p>
        </p:txBody>
      </p:sp>
      <p:sp>
        <p:nvSpPr>
          <p:cNvPr id="74754" name="Rectangle 3"/>
          <p:cNvSpPr>
            <a:spLocks noGrp="1" noChangeArrowheads="1"/>
          </p:cNvSpPr>
          <p:nvPr>
            <p:ph idx="1"/>
          </p:nvPr>
        </p:nvSpPr>
        <p:spPr>
          <a:xfrm>
            <a:off x="284163" y="2020865"/>
            <a:ext cx="8574087" cy="3992563"/>
          </a:xfrm>
        </p:spPr>
        <p:txBody>
          <a:bodyPr>
            <a:normAutofit fontScale="85000" lnSpcReduction="20000"/>
          </a:bodyPr>
          <a:lstStyle/>
          <a:p>
            <a:pPr>
              <a:spcBef>
                <a:spcPts val="500"/>
              </a:spcBef>
              <a:buFont typeface="Wingdings" pitchFamily="2" charset="2"/>
              <a:buChar char="q"/>
              <a:tabLst>
                <a:tab pos="1428750" algn="l"/>
                <a:tab pos="2338388" algn="ctr"/>
                <a:tab pos="3594100" algn="ctr"/>
                <a:tab pos="4921250" algn="ctr"/>
              </a:tabLst>
            </a:pPr>
            <a:r>
              <a:rPr lang="en-US" altLang="en-US" dirty="0"/>
              <a:t>Five processes </a:t>
            </a:r>
            <a:r>
              <a:rPr lang="en-US" altLang="en-US" b="1" i="1" dirty="0"/>
              <a:t>P</a:t>
            </a:r>
            <a:r>
              <a:rPr lang="en-US" altLang="en-US" b="1" baseline="-25000" dirty="0"/>
              <a:t>0</a:t>
            </a:r>
            <a:r>
              <a:rPr lang="en-US" altLang="en-US" dirty="0"/>
              <a:t> through </a:t>
            </a:r>
            <a:r>
              <a:rPr lang="en-US" altLang="en-US" b="1" i="1" dirty="0"/>
              <a:t>P</a:t>
            </a:r>
            <a:r>
              <a:rPr lang="en-US" altLang="en-US" b="1" baseline="-25000" dirty="0"/>
              <a:t>4</a:t>
            </a:r>
            <a:r>
              <a:rPr lang="en-US" altLang="en-US" dirty="0"/>
              <a:t>;</a:t>
            </a:r>
            <a:r>
              <a:rPr lang="en-US" altLang="en-US" baseline="-25000" dirty="0"/>
              <a:t> </a:t>
            </a:r>
            <a:r>
              <a:rPr lang="en-US" altLang="en-US" dirty="0"/>
              <a:t>three resource types </a:t>
            </a:r>
            <a:br>
              <a:rPr lang="en-US" altLang="en-US" dirty="0"/>
            </a:br>
            <a:r>
              <a:rPr lang="en-US" altLang="en-US" dirty="0"/>
              <a:t>A (7 instances), </a:t>
            </a:r>
            <a:r>
              <a:rPr lang="en-US" altLang="en-US" i="1" dirty="0"/>
              <a:t>B </a:t>
            </a:r>
            <a:r>
              <a:rPr lang="en-US" altLang="en-US" dirty="0"/>
              <a:t>(2 instances), and </a:t>
            </a:r>
            <a:r>
              <a:rPr lang="en-US" altLang="en-US" i="1" dirty="0"/>
              <a:t>C</a:t>
            </a:r>
            <a:r>
              <a:rPr lang="en-US" altLang="en-US" dirty="0"/>
              <a:t> (6 instances)</a:t>
            </a:r>
          </a:p>
          <a:p>
            <a:pPr>
              <a:spcBef>
                <a:spcPts val="500"/>
              </a:spcBef>
              <a:buFont typeface="Monotype Sorts" pitchFamily="-84" charset="2"/>
              <a:buNone/>
              <a:tabLst>
                <a:tab pos="1428750" algn="l"/>
                <a:tab pos="2338388" algn="ctr"/>
                <a:tab pos="3594100" algn="ctr"/>
                <a:tab pos="4921250" algn="ctr"/>
              </a:tabLst>
            </a:pPr>
            <a:endParaRPr lang="en-US" altLang="en-US" dirty="0"/>
          </a:p>
          <a:p>
            <a:pPr>
              <a:spcBef>
                <a:spcPts val="500"/>
              </a:spcBef>
              <a:buFont typeface="Wingdings" pitchFamily="2" charset="2"/>
              <a:buChar char="q"/>
              <a:tabLst>
                <a:tab pos="1428750" algn="l"/>
                <a:tab pos="2338388" algn="ctr"/>
                <a:tab pos="3594100" algn="ctr"/>
                <a:tab pos="4921250" algn="ctr"/>
              </a:tabLst>
            </a:pPr>
            <a:r>
              <a:rPr lang="en-US" altLang="en-US" dirty="0"/>
              <a:t>Snapshot at time </a:t>
            </a:r>
            <a:r>
              <a:rPr lang="en-US" altLang="en-US" b="1" i="1" dirty="0"/>
              <a:t>T</a:t>
            </a:r>
            <a:r>
              <a:rPr lang="en-US" altLang="en-US" b="1" baseline="-25000" dirty="0"/>
              <a:t>0</a:t>
            </a:r>
            <a:r>
              <a:rPr lang="en-US" altLang="en-US" dirty="0"/>
              <a:t>:</a:t>
            </a:r>
          </a:p>
          <a:p>
            <a:pPr>
              <a:spcBef>
                <a:spcPts val="500"/>
              </a:spcBef>
              <a:buFont typeface="Monotype Sorts" pitchFamily="-84" charset="2"/>
              <a:buNone/>
              <a:tabLst>
                <a:tab pos="1428750" algn="l"/>
                <a:tab pos="2338388" algn="ctr"/>
                <a:tab pos="3594100" algn="ctr"/>
                <a:tab pos="4921250" algn="ctr"/>
              </a:tabLst>
            </a:pPr>
            <a:r>
              <a:rPr lang="en-US" altLang="en-US" dirty="0"/>
              <a:t>			 </a:t>
            </a:r>
            <a:r>
              <a:rPr lang="en-US" altLang="en-US" i="1" u="sng" dirty="0"/>
              <a:t>Allocation</a:t>
            </a:r>
            <a:r>
              <a:rPr lang="en-US" altLang="en-US" i="1" dirty="0"/>
              <a:t>	</a:t>
            </a:r>
            <a:r>
              <a:rPr lang="en-US" altLang="en-US" i="1" u="sng" dirty="0"/>
              <a:t>Request</a:t>
            </a:r>
            <a:r>
              <a:rPr lang="en-US" altLang="en-US" i="1" dirty="0"/>
              <a:t>	</a:t>
            </a:r>
            <a:r>
              <a:rPr lang="en-US" altLang="en-US" i="1" u="sng" dirty="0"/>
              <a:t>Available</a:t>
            </a:r>
          </a:p>
          <a:p>
            <a:pPr>
              <a:spcBef>
                <a:spcPts val="500"/>
              </a:spcBef>
              <a:buFont typeface="Monotype Sorts" pitchFamily="-84" charset="2"/>
              <a:buNone/>
              <a:tabLst>
                <a:tab pos="1428750" algn="l"/>
                <a:tab pos="2338388" algn="ctr"/>
                <a:tab pos="3594100" algn="ctr"/>
                <a:tab pos="4921250" algn="ctr"/>
              </a:tabLst>
            </a:pPr>
            <a:r>
              <a:rPr lang="en-US" altLang="en-US" dirty="0"/>
              <a:t>			</a:t>
            </a:r>
            <a:r>
              <a:rPr lang="en-US" altLang="en-US" i="1" dirty="0"/>
              <a:t>A B C 	   A B C 	A B C</a:t>
            </a:r>
          </a:p>
          <a:p>
            <a:pPr>
              <a:spcBef>
                <a:spcPts val="500"/>
              </a:spcBef>
              <a:buFont typeface="Monotype Sorts" pitchFamily="-84" charset="2"/>
              <a:buNone/>
              <a:tabLst>
                <a:tab pos="1428750" algn="l"/>
                <a:tab pos="2338388" algn="ctr"/>
                <a:tab pos="3594100" algn="ctr"/>
                <a:tab pos="4921250" algn="ctr"/>
              </a:tabLst>
            </a:pPr>
            <a:r>
              <a:rPr lang="en-US" altLang="en-US" dirty="0"/>
              <a:t>	          </a:t>
            </a:r>
            <a:r>
              <a:rPr lang="en-US" altLang="en-US" i="1" dirty="0"/>
              <a:t>P</a:t>
            </a:r>
            <a:r>
              <a:rPr lang="en-US" altLang="en-US" baseline="-25000" dirty="0"/>
              <a:t>0</a:t>
            </a:r>
            <a:r>
              <a:rPr lang="en-US" altLang="en-US" dirty="0"/>
              <a:t>	           0 1 0               0 0 0 	0 0 0</a:t>
            </a:r>
          </a:p>
          <a:p>
            <a:pPr>
              <a:spcBef>
                <a:spcPts val="500"/>
              </a:spcBef>
              <a:buFont typeface="Monotype Sorts" pitchFamily="-84" charset="2"/>
              <a:buNone/>
              <a:tabLst>
                <a:tab pos="1428750" algn="l"/>
                <a:tab pos="2338388" algn="ctr"/>
                <a:tab pos="3594100" algn="ctr"/>
                <a:tab pos="4921250" algn="ctr"/>
              </a:tabLst>
            </a:pPr>
            <a:r>
              <a:rPr lang="en-US" altLang="en-US" i="1" dirty="0"/>
              <a:t>                 P</a:t>
            </a:r>
            <a:r>
              <a:rPr lang="en-US" altLang="en-US" baseline="-25000" dirty="0"/>
              <a:t>1</a:t>
            </a:r>
            <a:r>
              <a:rPr lang="en-US" altLang="en-US" dirty="0"/>
              <a:t>	           2 0 0 	  2 0 2</a:t>
            </a:r>
          </a:p>
          <a:p>
            <a:pPr>
              <a:spcBef>
                <a:spcPts val="500"/>
              </a:spcBef>
              <a:buFont typeface="Monotype Sorts" pitchFamily="-84" charset="2"/>
              <a:buNone/>
              <a:tabLst>
                <a:tab pos="1428750" algn="l"/>
                <a:tab pos="2338388" algn="ctr"/>
                <a:tab pos="3594100" algn="ctr"/>
                <a:tab pos="4921250" algn="ctr"/>
              </a:tabLst>
            </a:pPr>
            <a:r>
              <a:rPr lang="en-US" altLang="en-US" i="1" dirty="0"/>
              <a:t>                 P</a:t>
            </a:r>
            <a:r>
              <a:rPr lang="en-US" altLang="en-US" baseline="-25000" dirty="0"/>
              <a:t>2</a:t>
            </a:r>
            <a:r>
              <a:rPr lang="en-US" altLang="en-US" dirty="0"/>
              <a:t>		           3 0 3               0 0 0 </a:t>
            </a:r>
          </a:p>
          <a:p>
            <a:pPr>
              <a:spcBef>
                <a:spcPts val="500"/>
              </a:spcBef>
              <a:buFont typeface="Monotype Sorts" pitchFamily="-84" charset="2"/>
              <a:buNone/>
              <a:tabLst>
                <a:tab pos="1428750" algn="l"/>
                <a:tab pos="2338388" algn="ctr"/>
                <a:tab pos="3594100" algn="ctr"/>
                <a:tab pos="4921250" algn="ctr"/>
              </a:tabLst>
            </a:pPr>
            <a:r>
              <a:rPr lang="en-US" altLang="en-US" i="1" dirty="0"/>
              <a:t>                 P</a:t>
            </a:r>
            <a:r>
              <a:rPr lang="en-US" altLang="en-US" baseline="-25000" dirty="0"/>
              <a:t>3</a:t>
            </a:r>
            <a:r>
              <a:rPr lang="en-US" altLang="en-US" dirty="0"/>
              <a:t>		2 1 1 	  1 0 0 </a:t>
            </a:r>
          </a:p>
          <a:p>
            <a:pPr>
              <a:spcBef>
                <a:spcPts val="500"/>
              </a:spcBef>
              <a:buFont typeface="Monotype Sorts" pitchFamily="-84" charset="2"/>
              <a:buNone/>
              <a:tabLst>
                <a:tab pos="1428750" algn="l"/>
                <a:tab pos="2338388" algn="ctr"/>
                <a:tab pos="3594100" algn="ctr"/>
                <a:tab pos="4921250" algn="ctr"/>
              </a:tabLst>
            </a:pPr>
            <a:r>
              <a:rPr lang="en-US" altLang="en-US" dirty="0"/>
              <a:t>	         </a:t>
            </a:r>
            <a:r>
              <a:rPr lang="en-US" altLang="en-US" i="1" dirty="0"/>
              <a:t>P</a:t>
            </a:r>
            <a:r>
              <a:rPr lang="en-US" altLang="en-US" baseline="-25000" dirty="0"/>
              <a:t>4	</a:t>
            </a:r>
            <a:r>
              <a:rPr lang="en-US" altLang="en-US" dirty="0"/>
              <a:t>	0 0 2 	   0 0 2</a:t>
            </a:r>
          </a:p>
          <a:p>
            <a:pPr>
              <a:spcBef>
                <a:spcPts val="500"/>
              </a:spcBef>
              <a:buFont typeface="Monotype Sorts" pitchFamily="-84" charset="2"/>
              <a:buNone/>
              <a:tabLst>
                <a:tab pos="1428750" algn="l"/>
                <a:tab pos="2338388" algn="ctr"/>
                <a:tab pos="3594100" algn="ctr"/>
                <a:tab pos="4921250" algn="ctr"/>
              </a:tabLst>
            </a:pPr>
            <a:endParaRPr lang="en-US" altLang="en-US" dirty="0"/>
          </a:p>
          <a:p>
            <a:pPr>
              <a:spcBef>
                <a:spcPts val="500"/>
              </a:spcBef>
              <a:buFont typeface="Wingdings" pitchFamily="2" charset="2"/>
              <a:buChar char="q"/>
              <a:tabLst>
                <a:tab pos="1428750" algn="l"/>
                <a:tab pos="2338388" algn="ctr"/>
                <a:tab pos="3594100" algn="ctr"/>
                <a:tab pos="4921250" algn="ctr"/>
              </a:tabLst>
            </a:pPr>
            <a:r>
              <a:rPr lang="en-US" altLang="en-US" dirty="0"/>
              <a:t>Sequence &lt;</a:t>
            </a:r>
            <a:r>
              <a:rPr lang="en-US" altLang="en-US" b="1" i="1" dirty="0"/>
              <a:t>P</a:t>
            </a:r>
            <a:r>
              <a:rPr lang="en-US" altLang="en-US" b="1" i="1" baseline="-25000" dirty="0"/>
              <a:t>0</a:t>
            </a:r>
            <a:r>
              <a:rPr lang="en-US" altLang="en-US" b="1" i="1" dirty="0"/>
              <a:t>, P</a:t>
            </a:r>
            <a:r>
              <a:rPr lang="en-US" altLang="en-US" b="1" i="1" baseline="-25000" dirty="0"/>
              <a:t>2</a:t>
            </a:r>
            <a:r>
              <a:rPr lang="en-US" altLang="en-US" b="1" i="1" dirty="0"/>
              <a:t>, P</a:t>
            </a:r>
            <a:r>
              <a:rPr lang="en-US" altLang="en-US" b="1" i="1" baseline="-25000" dirty="0"/>
              <a:t>3</a:t>
            </a:r>
            <a:r>
              <a:rPr lang="en-US" altLang="en-US" b="1" i="1" dirty="0"/>
              <a:t>, P</a:t>
            </a:r>
            <a:r>
              <a:rPr lang="en-US" altLang="en-US" b="1" i="1" baseline="-25000" dirty="0"/>
              <a:t>1</a:t>
            </a:r>
            <a:r>
              <a:rPr lang="en-US" altLang="en-US" b="1" i="1" dirty="0"/>
              <a:t>, P</a:t>
            </a:r>
            <a:r>
              <a:rPr lang="en-US" altLang="en-US" b="1" i="1" baseline="-25000" dirty="0"/>
              <a:t>4</a:t>
            </a:r>
            <a:r>
              <a:rPr lang="en-US" altLang="en-US" dirty="0"/>
              <a:t>&gt; will result in </a:t>
            </a:r>
            <a:r>
              <a:rPr lang="en-US" altLang="en-US" b="1" i="1" dirty="0"/>
              <a:t>Finish[i] = true </a:t>
            </a:r>
            <a:r>
              <a:rPr lang="en-US" altLang="en-US" dirty="0"/>
              <a:t>for all </a:t>
            </a:r>
            <a:r>
              <a:rPr lang="en-US" altLang="en-US" b="1" i="1" dirty="0"/>
              <a:t>i</a:t>
            </a:r>
            <a:endParaRPr lang="en-US" altLang="en-US" b="1" dirty="0"/>
          </a:p>
          <a:p>
            <a:pPr>
              <a:spcBef>
                <a:spcPts val="500"/>
              </a:spcBef>
              <a:buFont typeface="Monotype Sorts" pitchFamily="-84" charset="2"/>
              <a:buNone/>
              <a:tabLst>
                <a:tab pos="1428750" algn="l"/>
                <a:tab pos="2338388" algn="ctr"/>
                <a:tab pos="3594100" algn="ctr"/>
                <a:tab pos="4921250" algn="ctr"/>
              </a:tabLst>
            </a:pPr>
            <a:endParaRPr lang="en-US" altLang="en-US" dirty="0"/>
          </a:p>
        </p:txBody>
      </p:sp>
    </p:spTree>
    <p:extLst>
      <p:ext uri="{BB962C8B-B14F-4D97-AF65-F5344CB8AC3E}">
        <p14:creationId xmlns:p14="http://schemas.microsoft.com/office/powerpoint/2010/main" val="1450076045"/>
      </p:ext>
    </p:extLst>
  </p:cSld>
  <p:clrMapOvr>
    <a:masterClrMapping/>
  </p:clrMapOvr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6801" name="Rectangle 2"/>
          <p:cNvSpPr>
            <a:spLocks noGrp="1" noChangeArrowheads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pPr algn="l"/>
            <a:r>
              <a:rPr lang="en-US" altLang="en-US" dirty="0"/>
              <a:t>Example </a:t>
            </a:r>
            <a:r>
              <a:rPr lang="en-US" altLang="en-US" sz="1600" dirty="0">
                <a:solidFill>
                  <a:prstClr val="white"/>
                </a:solidFill>
              </a:rPr>
              <a:t>(cont’d)</a:t>
            </a:r>
            <a:endParaRPr lang="en-US" altLang="en-US" dirty="0"/>
          </a:p>
        </p:txBody>
      </p:sp>
      <p:sp>
        <p:nvSpPr>
          <p:cNvPr id="76802" name="Rectangle 3"/>
          <p:cNvSpPr>
            <a:spLocks noGrp="1" noChangeArrowheads="1"/>
          </p:cNvSpPr>
          <p:nvPr>
            <p:ph idx="1"/>
          </p:nvPr>
        </p:nvSpPr>
        <p:spPr>
          <a:xfrm>
            <a:off x="284163" y="1995814"/>
            <a:ext cx="8574087" cy="3992563"/>
          </a:xfrm>
        </p:spPr>
        <p:txBody>
          <a:bodyPr>
            <a:normAutofit fontScale="85000" lnSpcReduction="20000"/>
          </a:bodyPr>
          <a:lstStyle/>
          <a:p>
            <a:pPr>
              <a:spcBef>
                <a:spcPts val="500"/>
              </a:spcBef>
              <a:buFont typeface="Wingdings" pitchFamily="2" charset="2"/>
              <a:buChar char="q"/>
              <a:tabLst>
                <a:tab pos="2800350" algn="l"/>
                <a:tab pos="3708400" algn="ctr"/>
              </a:tabLst>
            </a:pPr>
            <a:r>
              <a:rPr lang="en-US" altLang="en-US" b="1" i="1" dirty="0"/>
              <a:t>P</a:t>
            </a:r>
            <a:r>
              <a:rPr lang="en-US" altLang="en-US" b="1" baseline="-25000" dirty="0"/>
              <a:t>2</a:t>
            </a:r>
            <a:r>
              <a:rPr lang="en-US" altLang="en-US" dirty="0"/>
              <a:t> requests an additional instance of type</a:t>
            </a:r>
            <a:r>
              <a:rPr lang="en-US" altLang="en-US" i="1" dirty="0"/>
              <a:t> </a:t>
            </a:r>
            <a:r>
              <a:rPr lang="en-US" altLang="en-US" b="1" i="1" dirty="0"/>
              <a:t>C</a:t>
            </a:r>
            <a:endParaRPr lang="en-US" altLang="en-US" b="1" dirty="0"/>
          </a:p>
          <a:p>
            <a:pPr>
              <a:spcBef>
                <a:spcPts val="500"/>
              </a:spcBef>
              <a:buFont typeface="Monotype Sorts" pitchFamily="-84" charset="2"/>
              <a:buNone/>
              <a:tabLst>
                <a:tab pos="2800350" algn="l"/>
                <a:tab pos="3708400" algn="ctr"/>
              </a:tabLst>
            </a:pPr>
            <a:r>
              <a:rPr lang="en-US" altLang="en-US" dirty="0"/>
              <a:t>			</a:t>
            </a:r>
            <a:r>
              <a:rPr lang="en-US" altLang="en-US" i="1" u="sng" dirty="0"/>
              <a:t>Request</a:t>
            </a:r>
            <a:endParaRPr lang="en-US" altLang="en-US" i="1" dirty="0"/>
          </a:p>
          <a:p>
            <a:pPr>
              <a:spcBef>
                <a:spcPts val="500"/>
              </a:spcBef>
              <a:buFont typeface="Monotype Sorts" pitchFamily="-84" charset="2"/>
              <a:buNone/>
              <a:tabLst>
                <a:tab pos="2800350" algn="l"/>
                <a:tab pos="3708400" algn="ctr"/>
              </a:tabLst>
            </a:pPr>
            <a:r>
              <a:rPr lang="en-US" altLang="en-US" i="1" dirty="0"/>
              <a:t>			A B C</a:t>
            </a:r>
          </a:p>
          <a:p>
            <a:pPr>
              <a:spcBef>
                <a:spcPts val="500"/>
              </a:spcBef>
              <a:buFont typeface="Monotype Sorts" pitchFamily="-84" charset="2"/>
              <a:buNone/>
              <a:tabLst>
                <a:tab pos="2800350" algn="l"/>
                <a:tab pos="3708400" algn="ctr"/>
              </a:tabLst>
            </a:pPr>
            <a:r>
              <a:rPr lang="en-US" altLang="en-US" dirty="0"/>
              <a:t>		 </a:t>
            </a:r>
            <a:r>
              <a:rPr lang="en-US" altLang="en-US" i="1" dirty="0"/>
              <a:t>P</a:t>
            </a:r>
            <a:r>
              <a:rPr lang="en-US" altLang="en-US" baseline="-25000" dirty="0"/>
              <a:t>0</a:t>
            </a:r>
            <a:r>
              <a:rPr lang="en-US" altLang="en-US" dirty="0"/>
              <a:t>	0 0 0</a:t>
            </a:r>
          </a:p>
          <a:p>
            <a:pPr>
              <a:spcBef>
                <a:spcPts val="500"/>
              </a:spcBef>
              <a:buFont typeface="Monotype Sorts" pitchFamily="-84" charset="2"/>
              <a:buNone/>
              <a:tabLst>
                <a:tab pos="2800350" algn="l"/>
                <a:tab pos="3708400" algn="ctr"/>
              </a:tabLst>
            </a:pPr>
            <a:r>
              <a:rPr lang="en-US" altLang="en-US" dirty="0"/>
              <a:t>		 </a:t>
            </a:r>
            <a:r>
              <a:rPr lang="en-US" altLang="en-US" i="1" dirty="0"/>
              <a:t>P</a:t>
            </a:r>
            <a:r>
              <a:rPr lang="en-US" altLang="en-US" baseline="-25000" dirty="0"/>
              <a:t>1</a:t>
            </a:r>
            <a:r>
              <a:rPr lang="en-US" altLang="en-US" dirty="0"/>
              <a:t>	2 0 2</a:t>
            </a:r>
          </a:p>
          <a:p>
            <a:pPr>
              <a:spcBef>
                <a:spcPts val="500"/>
              </a:spcBef>
              <a:buFont typeface="Monotype Sorts" pitchFamily="-84" charset="2"/>
              <a:buNone/>
              <a:tabLst>
                <a:tab pos="2800350" algn="l"/>
                <a:tab pos="3708400" algn="ctr"/>
              </a:tabLst>
            </a:pPr>
            <a:r>
              <a:rPr lang="en-US" altLang="en-US" dirty="0"/>
              <a:t>		 </a:t>
            </a:r>
            <a:r>
              <a:rPr lang="en-US" altLang="en-US" i="1" dirty="0"/>
              <a:t>P</a:t>
            </a:r>
            <a:r>
              <a:rPr lang="en-US" altLang="en-US" baseline="-25000" dirty="0"/>
              <a:t>2</a:t>
            </a:r>
            <a:r>
              <a:rPr lang="en-US" altLang="en-US" dirty="0"/>
              <a:t>	0 0 1</a:t>
            </a:r>
          </a:p>
          <a:p>
            <a:pPr>
              <a:spcBef>
                <a:spcPts val="500"/>
              </a:spcBef>
              <a:buFont typeface="Monotype Sorts" pitchFamily="-84" charset="2"/>
              <a:buNone/>
              <a:tabLst>
                <a:tab pos="2800350" algn="l"/>
                <a:tab pos="3708400" algn="ctr"/>
              </a:tabLst>
            </a:pPr>
            <a:r>
              <a:rPr lang="en-US" altLang="en-US" dirty="0"/>
              <a:t>		 </a:t>
            </a:r>
            <a:r>
              <a:rPr lang="en-US" altLang="en-US" i="1" dirty="0"/>
              <a:t>P</a:t>
            </a:r>
            <a:r>
              <a:rPr lang="en-US" altLang="en-US" baseline="-25000" dirty="0"/>
              <a:t>3</a:t>
            </a:r>
            <a:r>
              <a:rPr lang="en-US" altLang="en-US" dirty="0"/>
              <a:t>	1 0 0 </a:t>
            </a:r>
          </a:p>
          <a:p>
            <a:pPr>
              <a:spcBef>
                <a:spcPts val="500"/>
              </a:spcBef>
              <a:buFont typeface="Monotype Sorts" pitchFamily="-84" charset="2"/>
              <a:buNone/>
              <a:tabLst>
                <a:tab pos="2800350" algn="l"/>
                <a:tab pos="3708400" algn="ctr"/>
              </a:tabLst>
            </a:pPr>
            <a:r>
              <a:rPr lang="en-US" altLang="en-US" dirty="0"/>
              <a:t>		 </a:t>
            </a:r>
            <a:r>
              <a:rPr lang="en-US" altLang="en-US" i="1" dirty="0"/>
              <a:t>P</a:t>
            </a:r>
            <a:r>
              <a:rPr lang="en-US" altLang="en-US" baseline="-25000" dirty="0"/>
              <a:t>4</a:t>
            </a:r>
            <a:r>
              <a:rPr lang="en-US" altLang="en-US" dirty="0"/>
              <a:t>	0 0 2</a:t>
            </a:r>
          </a:p>
          <a:p>
            <a:pPr>
              <a:spcBef>
                <a:spcPts val="500"/>
              </a:spcBef>
              <a:buFont typeface="Monotype Sorts" pitchFamily="-84" charset="2"/>
              <a:buNone/>
              <a:tabLst>
                <a:tab pos="2800350" algn="l"/>
                <a:tab pos="3708400" algn="ctr"/>
              </a:tabLst>
            </a:pPr>
            <a:endParaRPr lang="en-US" altLang="en-US" sz="800" dirty="0"/>
          </a:p>
          <a:p>
            <a:pPr>
              <a:spcBef>
                <a:spcPts val="500"/>
              </a:spcBef>
              <a:buFont typeface="Wingdings" pitchFamily="2" charset="2"/>
              <a:buChar char="q"/>
              <a:tabLst>
                <a:tab pos="2800350" algn="l"/>
                <a:tab pos="3708400" algn="ctr"/>
              </a:tabLst>
            </a:pPr>
            <a:r>
              <a:rPr lang="en-US" altLang="en-US" dirty="0"/>
              <a:t>State of system?</a:t>
            </a:r>
          </a:p>
          <a:p>
            <a:pPr lvl="1">
              <a:spcBef>
                <a:spcPts val="500"/>
              </a:spcBef>
              <a:buFont typeface="Wingdings" pitchFamily="2" charset="2"/>
              <a:buChar char="q"/>
              <a:tabLst>
                <a:tab pos="2800350" algn="l"/>
                <a:tab pos="3708400" algn="ctr"/>
              </a:tabLst>
            </a:pPr>
            <a:r>
              <a:rPr lang="en-US" altLang="en-US" dirty="0"/>
              <a:t>Can reclaim resources held by process </a:t>
            </a:r>
            <a:r>
              <a:rPr lang="en-US" altLang="en-US" b="1" i="1" dirty="0"/>
              <a:t>P</a:t>
            </a:r>
            <a:r>
              <a:rPr lang="en-US" altLang="en-US" b="1" baseline="-25000" dirty="0"/>
              <a:t>0</a:t>
            </a:r>
            <a:r>
              <a:rPr lang="en-US" altLang="en-US" dirty="0"/>
              <a:t>, but insufficient resources to fulfill other processes; requests</a:t>
            </a:r>
          </a:p>
          <a:p>
            <a:pPr lvl="1">
              <a:spcBef>
                <a:spcPts val="500"/>
              </a:spcBef>
              <a:buFont typeface="Wingdings" pitchFamily="2" charset="2"/>
              <a:buChar char="q"/>
              <a:tabLst>
                <a:tab pos="2800350" algn="l"/>
                <a:tab pos="3708400" algn="ctr"/>
              </a:tabLst>
            </a:pPr>
            <a:r>
              <a:rPr lang="en-US" altLang="en-US" dirty="0"/>
              <a:t>Deadlock exists, consisting of processes </a:t>
            </a:r>
            <a:r>
              <a:rPr lang="en-US" altLang="en-US" b="1" i="1" dirty="0"/>
              <a:t>P</a:t>
            </a:r>
            <a:r>
              <a:rPr lang="en-US" altLang="en-US" b="1" baseline="-25000" dirty="0"/>
              <a:t>1</a:t>
            </a:r>
            <a:r>
              <a:rPr lang="en-US" altLang="en-US" b="1" dirty="0"/>
              <a:t>, </a:t>
            </a:r>
            <a:r>
              <a:rPr lang="en-US" altLang="en-US" b="1" baseline="-25000" dirty="0"/>
              <a:t> </a:t>
            </a:r>
            <a:r>
              <a:rPr lang="en-US" altLang="en-US" b="1" i="1" dirty="0"/>
              <a:t>P</a:t>
            </a:r>
            <a:r>
              <a:rPr lang="en-US" altLang="en-US" b="1" baseline="-25000" dirty="0"/>
              <a:t>2</a:t>
            </a:r>
            <a:r>
              <a:rPr lang="en-US" altLang="en-US" b="1" dirty="0"/>
              <a:t>, </a:t>
            </a:r>
            <a:r>
              <a:rPr lang="en-US" altLang="en-US" b="1" i="1" dirty="0"/>
              <a:t>P</a:t>
            </a:r>
            <a:r>
              <a:rPr lang="en-US" altLang="en-US" b="1" baseline="-25000" dirty="0"/>
              <a:t>3</a:t>
            </a:r>
            <a:r>
              <a:rPr lang="en-US" altLang="en-US" dirty="0"/>
              <a:t>, and </a:t>
            </a:r>
            <a:r>
              <a:rPr lang="en-US" altLang="en-US" b="1" i="1" dirty="0"/>
              <a:t>P</a:t>
            </a:r>
            <a:r>
              <a:rPr lang="en-US" altLang="en-US" b="1" baseline="-25000" dirty="0"/>
              <a:t>4</a:t>
            </a:r>
            <a:endParaRPr lang="en-US" altLang="en-US" b="1" dirty="0"/>
          </a:p>
        </p:txBody>
      </p:sp>
    </p:spTree>
    <p:extLst>
      <p:ext uri="{BB962C8B-B14F-4D97-AF65-F5344CB8AC3E}">
        <p14:creationId xmlns:p14="http://schemas.microsoft.com/office/powerpoint/2010/main" val="3192427268"/>
      </p:ext>
    </p:extLst>
  </p:cSld>
  <p:clrMapOvr>
    <a:masterClrMapping/>
  </p:clrMapOvr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8849" name="Rectangle 2"/>
          <p:cNvSpPr>
            <a:spLocks noGrp="1" noChangeArrowheads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pPr algn="l" eaLnBrk="1" hangingPunct="1"/>
            <a:r>
              <a:rPr lang="en-US" altLang="en-US"/>
              <a:t>Detection-Algorithm Usage</a:t>
            </a:r>
          </a:p>
        </p:txBody>
      </p:sp>
      <p:sp>
        <p:nvSpPr>
          <p:cNvPr id="78850" name="Rectangle 3"/>
          <p:cNvSpPr>
            <a:spLocks noGrp="1" noChangeArrowheads="1"/>
          </p:cNvSpPr>
          <p:nvPr>
            <p:ph idx="1"/>
          </p:nvPr>
        </p:nvSpPr>
        <p:spPr>
          <a:xfrm>
            <a:off x="284163" y="1970761"/>
            <a:ext cx="8574087" cy="3992563"/>
          </a:xfrm>
        </p:spPr>
        <p:txBody>
          <a:bodyPr/>
          <a:lstStyle/>
          <a:p>
            <a:pPr>
              <a:buFont typeface="Wingdings" pitchFamily="2" charset="2"/>
              <a:buChar char="q"/>
            </a:pPr>
            <a:r>
              <a:rPr lang="en-US" altLang="en-US"/>
              <a:t>When, and how often, to invoke depends on:</a:t>
            </a:r>
          </a:p>
          <a:p>
            <a:pPr lvl="1">
              <a:buFont typeface="Wingdings" pitchFamily="2" charset="2"/>
              <a:buChar char="q"/>
            </a:pPr>
            <a:r>
              <a:rPr lang="en-US" altLang="en-US"/>
              <a:t>How often a deadlock is likely to occur?</a:t>
            </a:r>
          </a:p>
          <a:p>
            <a:pPr lvl="1">
              <a:buFont typeface="Wingdings" pitchFamily="2" charset="2"/>
              <a:buChar char="q"/>
            </a:pPr>
            <a:r>
              <a:rPr lang="en-US" altLang="en-US"/>
              <a:t>How many processes will need to be rolled back?</a:t>
            </a:r>
          </a:p>
          <a:p>
            <a:pPr lvl="2">
              <a:buFont typeface="Wingdings" pitchFamily="2" charset="2"/>
              <a:buChar char="q"/>
            </a:pPr>
            <a:r>
              <a:rPr lang="en-US" altLang="en-US"/>
              <a:t>one for each disjoint cycle</a:t>
            </a:r>
            <a:br>
              <a:rPr lang="en-US" altLang="en-US"/>
            </a:br>
            <a:endParaRPr lang="en-US" altLang="en-US"/>
          </a:p>
          <a:p>
            <a:pPr>
              <a:buFont typeface="Wingdings" pitchFamily="2" charset="2"/>
              <a:buChar char="q"/>
            </a:pPr>
            <a:r>
              <a:rPr lang="en-US" altLang="en-US"/>
              <a:t>If detection algorithm is invoked arbitrarily, there may be many cycles in the resource graph and so we would not be able to tell which of the many deadlocked processes </a:t>
            </a:r>
            <a:r>
              <a:rPr lang="ja-JP" altLang="en-US"/>
              <a:t>“</a:t>
            </a:r>
            <a:r>
              <a:rPr lang="en-US" altLang="ja-JP"/>
              <a:t>caused</a:t>
            </a:r>
            <a:r>
              <a:rPr lang="ja-JP" altLang="en-US"/>
              <a:t>”</a:t>
            </a:r>
            <a:r>
              <a:rPr lang="en-US" altLang="ja-JP"/>
              <a:t> the deadlock.</a:t>
            </a:r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2271751982"/>
      </p:ext>
    </p:extLst>
  </p:cSld>
  <p:clrMapOvr>
    <a:masterClrMapping/>
  </p:clrMapOvr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0897" name="Rectangle 2"/>
          <p:cNvSpPr>
            <a:spLocks noGrp="1" noChangeArrowheads="1"/>
          </p:cNvSpPr>
          <p:nvPr>
            <p:ph type="title"/>
          </p:nvPr>
        </p:nvSpPr>
        <p:spPr/>
        <p:txBody>
          <a:bodyPr>
            <a:noAutofit/>
          </a:bodyPr>
          <a:lstStyle/>
          <a:p>
            <a:pPr algn="l" eaLnBrk="1" hangingPunct="1"/>
            <a:r>
              <a:rPr lang="en-US" altLang="en-US" sz="3200"/>
              <a:t>Recovery from Deadlock:  Process Termination</a:t>
            </a:r>
          </a:p>
        </p:txBody>
      </p:sp>
      <p:sp>
        <p:nvSpPr>
          <p:cNvPr id="80898" name="Rectangle 3"/>
          <p:cNvSpPr>
            <a:spLocks noGrp="1" noChangeArrowheads="1"/>
          </p:cNvSpPr>
          <p:nvPr>
            <p:ph idx="1"/>
          </p:nvPr>
        </p:nvSpPr>
        <p:spPr>
          <a:xfrm>
            <a:off x="290905" y="1995813"/>
            <a:ext cx="8567345" cy="3992563"/>
          </a:xfrm>
        </p:spPr>
        <p:txBody>
          <a:bodyPr>
            <a:normAutofit fontScale="92500" lnSpcReduction="20000"/>
          </a:bodyPr>
          <a:lstStyle/>
          <a:p>
            <a:pPr>
              <a:buFont typeface="Wingdings" pitchFamily="2" charset="2"/>
              <a:buChar char="q"/>
            </a:pPr>
            <a:r>
              <a:rPr lang="en-US" altLang="en-US" dirty="0"/>
              <a:t>Abort all deadlocked processes</a:t>
            </a:r>
            <a:br>
              <a:rPr lang="en-US" altLang="en-US" dirty="0"/>
            </a:br>
            <a:endParaRPr lang="en-US" altLang="en-US" dirty="0"/>
          </a:p>
          <a:p>
            <a:pPr>
              <a:buFont typeface="Wingdings" pitchFamily="2" charset="2"/>
              <a:buChar char="q"/>
            </a:pPr>
            <a:r>
              <a:rPr lang="en-US" altLang="en-US" dirty="0"/>
              <a:t>Abort one process at a time until the deadlock cycle is eliminated</a:t>
            </a:r>
            <a:br>
              <a:rPr lang="en-US" altLang="en-US" dirty="0"/>
            </a:br>
            <a:endParaRPr lang="en-US" altLang="en-US" dirty="0"/>
          </a:p>
          <a:p>
            <a:pPr>
              <a:buFont typeface="Wingdings" pitchFamily="2" charset="2"/>
              <a:buChar char="q"/>
            </a:pPr>
            <a:r>
              <a:rPr lang="en-US" altLang="en-US" dirty="0"/>
              <a:t>In which order should we choose to abort?</a:t>
            </a:r>
          </a:p>
          <a:p>
            <a:pPr marL="800100" lvl="1" indent="-342900">
              <a:buFont typeface="Arial" pitchFamily="34" charset="0"/>
              <a:buAutoNum type="arabicPeriod"/>
            </a:pPr>
            <a:r>
              <a:rPr lang="en-US" altLang="en-US" dirty="0"/>
              <a:t>Priority of the process</a:t>
            </a:r>
          </a:p>
          <a:p>
            <a:pPr marL="800100" lvl="1" indent="-342900">
              <a:buFont typeface="Arial" pitchFamily="34" charset="0"/>
              <a:buAutoNum type="arabicPeriod"/>
            </a:pPr>
            <a:r>
              <a:rPr lang="en-US" altLang="en-US" dirty="0"/>
              <a:t>How long process has computed, and how much longer to completion</a:t>
            </a:r>
          </a:p>
          <a:p>
            <a:pPr marL="800100" lvl="1" indent="-342900">
              <a:buFont typeface="Arial" pitchFamily="34" charset="0"/>
              <a:buAutoNum type="arabicPeriod"/>
            </a:pPr>
            <a:r>
              <a:rPr lang="en-US" altLang="en-US" dirty="0"/>
              <a:t>Resources the process has used</a:t>
            </a:r>
          </a:p>
          <a:p>
            <a:pPr marL="800100" lvl="1" indent="-342900">
              <a:buFont typeface="Arial" pitchFamily="34" charset="0"/>
              <a:buAutoNum type="arabicPeriod"/>
            </a:pPr>
            <a:r>
              <a:rPr lang="en-US" altLang="en-US" dirty="0"/>
              <a:t>Resources process needs to complete</a:t>
            </a:r>
          </a:p>
          <a:p>
            <a:pPr marL="800100" lvl="1" indent="-342900">
              <a:buFont typeface="Arial" pitchFamily="34" charset="0"/>
              <a:buAutoNum type="arabicPeriod"/>
            </a:pPr>
            <a:r>
              <a:rPr lang="en-US" altLang="en-US" dirty="0"/>
              <a:t>How many processes will need to be terminated</a:t>
            </a:r>
          </a:p>
          <a:p>
            <a:pPr marL="800100" lvl="1" indent="-342900">
              <a:buFont typeface="Arial" pitchFamily="34" charset="0"/>
              <a:buAutoNum type="arabicPeriod"/>
            </a:pPr>
            <a:r>
              <a:rPr lang="en-US" altLang="en-US" dirty="0"/>
              <a:t>Is process interactive or batch?</a:t>
            </a:r>
          </a:p>
        </p:txBody>
      </p:sp>
    </p:spTree>
    <p:extLst>
      <p:ext uri="{BB962C8B-B14F-4D97-AF65-F5344CB8AC3E}">
        <p14:creationId xmlns:p14="http://schemas.microsoft.com/office/powerpoint/2010/main" val="2701995371"/>
      </p:ext>
    </p:extLst>
  </p:cSld>
  <p:clrMapOvr>
    <a:masterClrMapping/>
  </p:clrMapOvr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2945" name="Rectangle 2"/>
          <p:cNvSpPr>
            <a:spLocks noGrp="1" noChangeArrowheads="1"/>
          </p:cNvSpPr>
          <p:nvPr>
            <p:ph type="title"/>
          </p:nvPr>
        </p:nvSpPr>
        <p:spPr/>
        <p:txBody>
          <a:bodyPr>
            <a:noAutofit/>
          </a:bodyPr>
          <a:lstStyle/>
          <a:p>
            <a:pPr algn="l" eaLnBrk="1" hangingPunct="1"/>
            <a:r>
              <a:rPr lang="en-US" altLang="en-US" sz="3200"/>
              <a:t>Recovery from Deadlock:  Resource Preemption</a:t>
            </a:r>
          </a:p>
        </p:txBody>
      </p:sp>
      <p:sp>
        <p:nvSpPr>
          <p:cNvPr id="82946" name="Rectangle 3"/>
          <p:cNvSpPr>
            <a:spLocks noGrp="1" noChangeArrowheads="1"/>
          </p:cNvSpPr>
          <p:nvPr>
            <p:ph idx="1"/>
          </p:nvPr>
        </p:nvSpPr>
        <p:spPr>
          <a:xfrm>
            <a:off x="284163" y="1958235"/>
            <a:ext cx="8574087" cy="3992563"/>
          </a:xfrm>
        </p:spPr>
        <p:txBody>
          <a:bodyPr/>
          <a:lstStyle/>
          <a:p>
            <a:pPr>
              <a:buFont typeface="Wingdings" pitchFamily="2" charset="2"/>
              <a:buChar char="q"/>
            </a:pPr>
            <a:r>
              <a:rPr lang="en-US" altLang="en-US" b="1" dirty="0"/>
              <a:t>Selecting a victim </a:t>
            </a:r>
            <a:r>
              <a:rPr lang="en-US" altLang="en-US" dirty="0"/>
              <a:t>– minimize cost</a:t>
            </a:r>
            <a:br>
              <a:rPr lang="en-US" altLang="en-US" dirty="0"/>
            </a:br>
            <a:endParaRPr lang="en-US" altLang="en-US" dirty="0"/>
          </a:p>
          <a:p>
            <a:pPr>
              <a:buFont typeface="Wingdings" pitchFamily="2" charset="2"/>
              <a:buChar char="q"/>
            </a:pPr>
            <a:r>
              <a:rPr lang="en-US" altLang="en-US" b="1" dirty="0"/>
              <a:t>Rollback</a:t>
            </a:r>
            <a:r>
              <a:rPr lang="en-US" altLang="en-US" dirty="0"/>
              <a:t> – return to some safe state, restart process for that state</a:t>
            </a:r>
            <a:br>
              <a:rPr lang="en-US" altLang="en-US" dirty="0"/>
            </a:br>
            <a:endParaRPr lang="en-US" altLang="en-US" dirty="0"/>
          </a:p>
          <a:p>
            <a:pPr>
              <a:buFont typeface="Wingdings" pitchFamily="2" charset="2"/>
              <a:buChar char="q"/>
            </a:pPr>
            <a:r>
              <a:rPr lang="en-US" altLang="en-US" b="1" dirty="0"/>
              <a:t>Starvation</a:t>
            </a:r>
            <a:r>
              <a:rPr lang="en-US" altLang="en-US" dirty="0"/>
              <a:t> –  same process may always be picked as victim, include number of rollback in cost factor</a:t>
            </a:r>
          </a:p>
        </p:txBody>
      </p:sp>
    </p:spTree>
    <p:extLst>
      <p:ext uri="{BB962C8B-B14F-4D97-AF65-F5344CB8AC3E}">
        <p14:creationId xmlns:p14="http://schemas.microsoft.com/office/powerpoint/2010/main" val="1606804987"/>
      </p:ext>
    </p:extLst>
  </p:cSld>
  <p:clrMapOvr>
    <a:masterClrMapping/>
  </p:clrMapOvr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Subtitle 2"/>
          <p:cNvSpPr txBox="1">
            <a:spLocks/>
          </p:cNvSpPr>
          <p:nvPr/>
        </p:nvSpPr>
        <p:spPr>
          <a:xfrm>
            <a:off x="335494" y="595100"/>
            <a:ext cx="3232896" cy="493414"/>
          </a:xfrm>
          <a:prstGeom prst="rect">
            <a:avLst/>
          </a:prstGeom>
        </p:spPr>
        <p:txBody>
          <a:bodyPr>
            <a:normAutofit/>
          </a:bodyPr>
          <a:lstStyle>
            <a:lvl1pPr marL="454025" indent="-454025" algn="l" defTabSz="914400" rtl="0" eaLnBrk="1" latinLnBrk="0" hangingPunct="1">
              <a:spcBef>
                <a:spcPts val="2000"/>
              </a:spcBef>
              <a:buClr>
                <a:schemeClr val="bg1">
                  <a:lumMod val="65000"/>
                </a:schemeClr>
              </a:buClr>
              <a:buSzPct val="90000"/>
              <a:buFont typeface="Wingdings" pitchFamily="2" charset="2"/>
              <a:buChar char=""/>
              <a:defRPr sz="2400" kern="120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914400" indent="-457200" algn="l" defTabSz="914400" rtl="0" eaLnBrk="1" latinLnBrk="0" hangingPunct="1">
              <a:spcBef>
                <a:spcPts val="600"/>
              </a:spcBef>
              <a:buClr>
                <a:schemeClr val="tx1">
                  <a:lumMod val="75000"/>
                  <a:lumOff val="25000"/>
                </a:schemeClr>
              </a:buClr>
              <a:buSzPct val="90000"/>
              <a:buFont typeface="Wingdings" pitchFamily="2" charset="2"/>
              <a:buChar char=""/>
              <a:defRPr sz="2200" kern="120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1260475" indent="-346075" algn="l" defTabSz="914400" rtl="0" eaLnBrk="1" latinLnBrk="0" hangingPunct="1">
              <a:spcBef>
                <a:spcPts val="600"/>
              </a:spcBef>
              <a:buClr>
                <a:schemeClr val="bg1">
                  <a:lumMod val="65000"/>
                </a:schemeClr>
              </a:buClr>
              <a:buSzPct val="90000"/>
              <a:buFont typeface="Wingdings" pitchFamily="2" charset="2"/>
              <a:buChar char=""/>
              <a:defRPr sz="2000" kern="120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600200" indent="-339725" algn="l" defTabSz="914400" rtl="0" eaLnBrk="1" latinLnBrk="0" hangingPunct="1">
              <a:spcBef>
                <a:spcPts val="600"/>
              </a:spcBef>
              <a:buClr>
                <a:schemeClr val="tx1">
                  <a:lumMod val="75000"/>
                  <a:lumOff val="25000"/>
                </a:schemeClr>
              </a:buClr>
              <a:buSzPct val="90000"/>
              <a:buFont typeface="Wingdings" pitchFamily="2" charset="2"/>
              <a:buChar char=""/>
              <a:defRPr sz="1800" kern="120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1939925" indent="-331788" algn="l" defTabSz="914400" rtl="0" eaLnBrk="1" latinLnBrk="0" hangingPunct="1">
              <a:spcBef>
                <a:spcPts val="600"/>
              </a:spcBef>
              <a:buClr>
                <a:schemeClr val="bg1">
                  <a:lumMod val="65000"/>
                </a:schemeClr>
              </a:buClr>
              <a:buSzPct val="90000"/>
              <a:buFont typeface="Wingdings" pitchFamily="2" charset="2"/>
              <a:buChar char=""/>
              <a:defRPr sz="1800" kern="120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2290763" indent="-344488" algn="l" defTabSz="914400" rtl="0" eaLnBrk="1" latinLnBrk="0" hangingPunct="1">
              <a:spcBef>
                <a:spcPts val="600"/>
              </a:spcBef>
              <a:buClr>
                <a:schemeClr val="tx1">
                  <a:lumMod val="75000"/>
                  <a:lumOff val="25000"/>
                </a:schemeClr>
              </a:buClr>
              <a:buSzPct val="90000"/>
              <a:buFont typeface="Wingdings" pitchFamily="2" charset="2"/>
              <a:buChar char=""/>
              <a:defRPr lang="en-US" sz="1800" kern="1200" dirty="0" smtClean="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6pPr>
            <a:lvl7pPr marL="2625725" indent="-344488" algn="l" defTabSz="914400" rtl="0" eaLnBrk="1" latinLnBrk="0" hangingPunct="1">
              <a:spcBef>
                <a:spcPts val="600"/>
              </a:spcBef>
              <a:buClr>
                <a:schemeClr val="bg1">
                  <a:lumMod val="65000"/>
                </a:schemeClr>
              </a:buClr>
              <a:buSzPct val="90000"/>
              <a:buFont typeface="Wingdings" pitchFamily="2" charset="2"/>
              <a:buChar char=""/>
              <a:defRPr lang="en-US" sz="1800" kern="1200" dirty="0" smtClean="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7pPr>
            <a:lvl8pPr marL="2970213" indent="-344488" algn="l" defTabSz="914400" rtl="0" eaLnBrk="1" latinLnBrk="0" hangingPunct="1">
              <a:spcBef>
                <a:spcPts val="600"/>
              </a:spcBef>
              <a:buClr>
                <a:schemeClr val="tx1">
                  <a:lumMod val="75000"/>
                  <a:lumOff val="25000"/>
                </a:schemeClr>
              </a:buClr>
              <a:buSzPct val="90000"/>
              <a:buFont typeface="Wingdings" pitchFamily="2" charset="2"/>
              <a:buChar char=""/>
              <a:defRPr lang="en-US" sz="1800" kern="1200" dirty="0" smtClean="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8pPr>
            <a:lvl9pPr marL="3313113" indent="-344488" algn="l" defTabSz="914400" rtl="0" eaLnBrk="1" latinLnBrk="0" hangingPunct="1">
              <a:spcBef>
                <a:spcPts val="600"/>
              </a:spcBef>
              <a:buClr>
                <a:schemeClr val="bg1">
                  <a:lumMod val="65000"/>
                </a:schemeClr>
              </a:buClr>
              <a:buSzPct val="90000"/>
              <a:buFont typeface="Wingdings" pitchFamily="2" charset="2"/>
              <a:buChar char=""/>
              <a:defRPr lang="en-US" sz="1800" kern="1200" dirty="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en-US" sz="2600" b="1" dirty="0">
                <a:solidFill>
                  <a:schemeClr val="tx1"/>
                </a:solidFill>
              </a:rPr>
              <a:t>Books</a:t>
            </a:r>
          </a:p>
        </p:txBody>
      </p:sp>
      <p:sp>
        <p:nvSpPr>
          <p:cNvPr id="6" name="Content Placeholder 2">
            <a:extLst>
              <a:ext uri="{FF2B5EF4-FFF2-40B4-BE49-F238E27FC236}">
                <a16:creationId xmlns:a16="http://schemas.microsoft.com/office/drawing/2014/main" id="{87F4BAFD-2E76-4ABD-8010-F76016C90307}"/>
              </a:ext>
            </a:extLst>
          </p:cNvPr>
          <p:cNvSpPr txBox="1">
            <a:spLocks/>
          </p:cNvSpPr>
          <p:nvPr/>
        </p:nvSpPr>
        <p:spPr>
          <a:xfrm>
            <a:off x="335494" y="1215798"/>
            <a:ext cx="8229600" cy="3775604"/>
          </a:xfrm>
          <a:prstGeom prst="rect">
            <a:avLst/>
          </a:prstGeom>
        </p:spPr>
        <p:txBody>
          <a:bodyPr/>
          <a:lstStyle>
            <a:lvl1pPr marL="454025" indent="-454025" algn="l" defTabSz="914400" rtl="0" eaLnBrk="1" latinLnBrk="0" hangingPunct="1">
              <a:spcBef>
                <a:spcPts val="2000"/>
              </a:spcBef>
              <a:buClr>
                <a:schemeClr val="bg1">
                  <a:lumMod val="65000"/>
                </a:schemeClr>
              </a:buClr>
              <a:buSzPct val="90000"/>
              <a:buFont typeface="Wingdings" pitchFamily="2" charset="2"/>
              <a:buChar char=""/>
              <a:defRPr sz="2400" kern="120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914400" indent="-457200" algn="l" defTabSz="914400" rtl="0" eaLnBrk="1" latinLnBrk="0" hangingPunct="1">
              <a:spcBef>
                <a:spcPts val="600"/>
              </a:spcBef>
              <a:buClr>
                <a:schemeClr val="tx1">
                  <a:lumMod val="75000"/>
                  <a:lumOff val="25000"/>
                </a:schemeClr>
              </a:buClr>
              <a:buSzPct val="90000"/>
              <a:buFont typeface="Wingdings" pitchFamily="2" charset="2"/>
              <a:buChar char=""/>
              <a:defRPr sz="2200" kern="120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1260475" indent="-346075" algn="l" defTabSz="914400" rtl="0" eaLnBrk="1" latinLnBrk="0" hangingPunct="1">
              <a:spcBef>
                <a:spcPts val="600"/>
              </a:spcBef>
              <a:buClr>
                <a:schemeClr val="bg1">
                  <a:lumMod val="65000"/>
                </a:schemeClr>
              </a:buClr>
              <a:buSzPct val="90000"/>
              <a:buFont typeface="Wingdings" pitchFamily="2" charset="2"/>
              <a:buChar char=""/>
              <a:defRPr sz="2000" kern="120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600200" indent="-339725" algn="l" defTabSz="914400" rtl="0" eaLnBrk="1" latinLnBrk="0" hangingPunct="1">
              <a:spcBef>
                <a:spcPts val="600"/>
              </a:spcBef>
              <a:buClr>
                <a:schemeClr val="tx1">
                  <a:lumMod val="75000"/>
                  <a:lumOff val="25000"/>
                </a:schemeClr>
              </a:buClr>
              <a:buSzPct val="90000"/>
              <a:buFont typeface="Wingdings" pitchFamily="2" charset="2"/>
              <a:buChar char=""/>
              <a:defRPr sz="1800" kern="120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1939925" indent="-331788" algn="l" defTabSz="914400" rtl="0" eaLnBrk="1" latinLnBrk="0" hangingPunct="1">
              <a:spcBef>
                <a:spcPts val="600"/>
              </a:spcBef>
              <a:buClr>
                <a:schemeClr val="bg1">
                  <a:lumMod val="65000"/>
                </a:schemeClr>
              </a:buClr>
              <a:buSzPct val="90000"/>
              <a:buFont typeface="Wingdings" pitchFamily="2" charset="2"/>
              <a:buChar char=""/>
              <a:defRPr sz="1800" kern="120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2290763" indent="-344488" algn="l" defTabSz="914400" rtl="0" eaLnBrk="1" latinLnBrk="0" hangingPunct="1">
              <a:spcBef>
                <a:spcPts val="600"/>
              </a:spcBef>
              <a:buClr>
                <a:schemeClr val="tx1">
                  <a:lumMod val="75000"/>
                  <a:lumOff val="25000"/>
                </a:schemeClr>
              </a:buClr>
              <a:buSzPct val="90000"/>
              <a:buFont typeface="Wingdings" pitchFamily="2" charset="2"/>
              <a:buChar char=""/>
              <a:defRPr lang="en-US" sz="1800" kern="1200" dirty="0" smtClean="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6pPr>
            <a:lvl7pPr marL="2625725" indent="-344488" algn="l" defTabSz="914400" rtl="0" eaLnBrk="1" latinLnBrk="0" hangingPunct="1">
              <a:spcBef>
                <a:spcPts val="600"/>
              </a:spcBef>
              <a:buClr>
                <a:schemeClr val="bg1">
                  <a:lumMod val="65000"/>
                </a:schemeClr>
              </a:buClr>
              <a:buSzPct val="90000"/>
              <a:buFont typeface="Wingdings" pitchFamily="2" charset="2"/>
              <a:buChar char=""/>
              <a:defRPr lang="en-US" sz="1800" kern="1200" dirty="0" smtClean="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7pPr>
            <a:lvl8pPr marL="2970213" indent="-344488" algn="l" defTabSz="914400" rtl="0" eaLnBrk="1" latinLnBrk="0" hangingPunct="1">
              <a:spcBef>
                <a:spcPts val="600"/>
              </a:spcBef>
              <a:buClr>
                <a:schemeClr val="tx1">
                  <a:lumMod val="75000"/>
                  <a:lumOff val="25000"/>
                </a:schemeClr>
              </a:buClr>
              <a:buSzPct val="90000"/>
              <a:buFont typeface="Wingdings" pitchFamily="2" charset="2"/>
              <a:buChar char=""/>
              <a:defRPr lang="en-US" sz="1800" kern="1200" dirty="0" smtClean="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8pPr>
            <a:lvl9pPr marL="3313113" indent="-344488" algn="l" defTabSz="914400" rtl="0" eaLnBrk="1" latinLnBrk="0" hangingPunct="1">
              <a:spcBef>
                <a:spcPts val="600"/>
              </a:spcBef>
              <a:buClr>
                <a:schemeClr val="bg1">
                  <a:lumMod val="65000"/>
                </a:schemeClr>
              </a:buClr>
              <a:buSzPct val="90000"/>
              <a:buFont typeface="Wingdings" pitchFamily="2" charset="2"/>
              <a:buChar char=""/>
              <a:defRPr lang="en-US" sz="1800" kern="1200" dirty="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buFont typeface="Wingdings" pitchFamily="2" charset="2"/>
              <a:buChar char="q"/>
            </a:pPr>
            <a:r>
              <a:rPr lang="en-US" dirty="0"/>
              <a:t>Operating Systems Concept</a:t>
            </a:r>
          </a:p>
          <a:p>
            <a:pPr lvl="1">
              <a:buFont typeface="Wingdings" pitchFamily="2" charset="2"/>
              <a:buChar char="q"/>
            </a:pPr>
            <a:r>
              <a:rPr lang="en-US" dirty="0"/>
              <a:t>Written by Galvin and </a:t>
            </a:r>
            <a:r>
              <a:rPr lang="en-US" dirty="0" err="1"/>
              <a:t>Silberschatz</a:t>
            </a:r>
            <a:endParaRPr lang="en-US" dirty="0"/>
          </a:p>
          <a:p>
            <a:pPr lvl="1">
              <a:buFont typeface="Wingdings" pitchFamily="2" charset="2"/>
              <a:buChar char="q"/>
            </a:pPr>
            <a:r>
              <a:rPr lang="en-US" dirty="0"/>
              <a:t>Edition: 9</a:t>
            </a:r>
            <a:r>
              <a:rPr lang="en-US" baseline="30000" dirty="0"/>
              <a:t>th</a:t>
            </a:r>
            <a:r>
              <a:rPr lang="en-US" dirty="0"/>
              <a:t> </a:t>
            </a:r>
          </a:p>
        </p:txBody>
      </p:sp>
    </p:spTree>
    <p:extLst>
      <p:ext uri="{BB962C8B-B14F-4D97-AF65-F5344CB8AC3E}">
        <p14:creationId xmlns:p14="http://schemas.microsoft.com/office/powerpoint/2010/main" val="1923382373"/>
      </p:ext>
    </p:extLst>
  </p:cSld>
  <p:clrMapOvr>
    <a:masterClrMapping/>
  </p:clrMapOvr>
</p:sld>
</file>

<file path=ppt/slides/slide4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Subtitle 2"/>
          <p:cNvSpPr txBox="1">
            <a:spLocks/>
          </p:cNvSpPr>
          <p:nvPr/>
        </p:nvSpPr>
        <p:spPr>
          <a:xfrm>
            <a:off x="335494" y="595100"/>
            <a:ext cx="3232896" cy="493414"/>
          </a:xfrm>
          <a:prstGeom prst="rect">
            <a:avLst/>
          </a:prstGeom>
        </p:spPr>
        <p:txBody>
          <a:bodyPr>
            <a:normAutofit/>
          </a:bodyPr>
          <a:lstStyle>
            <a:lvl1pPr marL="454025" indent="-454025" algn="l" defTabSz="914400" rtl="0" eaLnBrk="1" latinLnBrk="0" hangingPunct="1">
              <a:spcBef>
                <a:spcPts val="2000"/>
              </a:spcBef>
              <a:buClr>
                <a:schemeClr val="bg1">
                  <a:lumMod val="65000"/>
                </a:schemeClr>
              </a:buClr>
              <a:buSzPct val="90000"/>
              <a:buFont typeface="Wingdings" pitchFamily="2" charset="2"/>
              <a:buChar char=""/>
              <a:defRPr sz="2400" kern="120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914400" indent="-457200" algn="l" defTabSz="914400" rtl="0" eaLnBrk="1" latinLnBrk="0" hangingPunct="1">
              <a:spcBef>
                <a:spcPts val="600"/>
              </a:spcBef>
              <a:buClr>
                <a:schemeClr val="tx1">
                  <a:lumMod val="75000"/>
                  <a:lumOff val="25000"/>
                </a:schemeClr>
              </a:buClr>
              <a:buSzPct val="90000"/>
              <a:buFont typeface="Wingdings" pitchFamily="2" charset="2"/>
              <a:buChar char=""/>
              <a:defRPr sz="2200" kern="120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1260475" indent="-346075" algn="l" defTabSz="914400" rtl="0" eaLnBrk="1" latinLnBrk="0" hangingPunct="1">
              <a:spcBef>
                <a:spcPts val="600"/>
              </a:spcBef>
              <a:buClr>
                <a:schemeClr val="bg1">
                  <a:lumMod val="65000"/>
                </a:schemeClr>
              </a:buClr>
              <a:buSzPct val="90000"/>
              <a:buFont typeface="Wingdings" pitchFamily="2" charset="2"/>
              <a:buChar char=""/>
              <a:defRPr sz="2000" kern="120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600200" indent="-339725" algn="l" defTabSz="914400" rtl="0" eaLnBrk="1" latinLnBrk="0" hangingPunct="1">
              <a:spcBef>
                <a:spcPts val="600"/>
              </a:spcBef>
              <a:buClr>
                <a:schemeClr val="tx1">
                  <a:lumMod val="75000"/>
                  <a:lumOff val="25000"/>
                </a:schemeClr>
              </a:buClr>
              <a:buSzPct val="90000"/>
              <a:buFont typeface="Wingdings" pitchFamily="2" charset="2"/>
              <a:buChar char=""/>
              <a:defRPr sz="1800" kern="120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1939925" indent="-331788" algn="l" defTabSz="914400" rtl="0" eaLnBrk="1" latinLnBrk="0" hangingPunct="1">
              <a:spcBef>
                <a:spcPts val="600"/>
              </a:spcBef>
              <a:buClr>
                <a:schemeClr val="bg1">
                  <a:lumMod val="65000"/>
                </a:schemeClr>
              </a:buClr>
              <a:buSzPct val="90000"/>
              <a:buFont typeface="Wingdings" pitchFamily="2" charset="2"/>
              <a:buChar char=""/>
              <a:defRPr sz="1800" kern="120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2290763" indent="-344488" algn="l" defTabSz="914400" rtl="0" eaLnBrk="1" latinLnBrk="0" hangingPunct="1">
              <a:spcBef>
                <a:spcPts val="600"/>
              </a:spcBef>
              <a:buClr>
                <a:schemeClr val="tx1">
                  <a:lumMod val="75000"/>
                  <a:lumOff val="25000"/>
                </a:schemeClr>
              </a:buClr>
              <a:buSzPct val="90000"/>
              <a:buFont typeface="Wingdings" pitchFamily="2" charset="2"/>
              <a:buChar char=""/>
              <a:defRPr lang="en-US" sz="1800" kern="1200" dirty="0" smtClean="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6pPr>
            <a:lvl7pPr marL="2625725" indent="-344488" algn="l" defTabSz="914400" rtl="0" eaLnBrk="1" latinLnBrk="0" hangingPunct="1">
              <a:spcBef>
                <a:spcPts val="600"/>
              </a:spcBef>
              <a:buClr>
                <a:schemeClr val="bg1">
                  <a:lumMod val="65000"/>
                </a:schemeClr>
              </a:buClr>
              <a:buSzPct val="90000"/>
              <a:buFont typeface="Wingdings" pitchFamily="2" charset="2"/>
              <a:buChar char=""/>
              <a:defRPr lang="en-US" sz="1800" kern="1200" dirty="0" smtClean="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7pPr>
            <a:lvl8pPr marL="2970213" indent="-344488" algn="l" defTabSz="914400" rtl="0" eaLnBrk="1" latinLnBrk="0" hangingPunct="1">
              <a:spcBef>
                <a:spcPts val="600"/>
              </a:spcBef>
              <a:buClr>
                <a:schemeClr val="tx1">
                  <a:lumMod val="75000"/>
                  <a:lumOff val="25000"/>
                </a:schemeClr>
              </a:buClr>
              <a:buSzPct val="90000"/>
              <a:buFont typeface="Wingdings" pitchFamily="2" charset="2"/>
              <a:buChar char=""/>
              <a:defRPr lang="en-US" sz="1800" kern="1200" dirty="0" smtClean="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8pPr>
            <a:lvl9pPr marL="3313113" indent="-344488" algn="l" defTabSz="914400" rtl="0" eaLnBrk="1" latinLnBrk="0" hangingPunct="1">
              <a:spcBef>
                <a:spcPts val="600"/>
              </a:spcBef>
              <a:buClr>
                <a:schemeClr val="bg1">
                  <a:lumMod val="65000"/>
                </a:schemeClr>
              </a:buClr>
              <a:buSzPct val="90000"/>
              <a:buFont typeface="Wingdings" pitchFamily="2" charset="2"/>
              <a:buChar char=""/>
              <a:defRPr lang="en-US" sz="1800" kern="1200" dirty="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en-US" sz="2600" b="1" dirty="0">
                <a:solidFill>
                  <a:schemeClr val="tx1"/>
                </a:solidFill>
              </a:rPr>
              <a:t>References</a:t>
            </a:r>
          </a:p>
        </p:txBody>
      </p:sp>
      <p:sp>
        <p:nvSpPr>
          <p:cNvPr id="5" name="Content Placeholder 2">
            <a:extLst>
              <a:ext uri="{FF2B5EF4-FFF2-40B4-BE49-F238E27FC236}">
                <a16:creationId xmlns:a16="http://schemas.microsoft.com/office/drawing/2014/main" id="{87F4BAFD-2E76-4ABD-8010-F76016C90307}"/>
              </a:ext>
            </a:extLst>
          </p:cNvPr>
          <p:cNvSpPr txBox="1">
            <a:spLocks/>
          </p:cNvSpPr>
          <p:nvPr/>
        </p:nvSpPr>
        <p:spPr>
          <a:xfrm>
            <a:off x="430669" y="1114339"/>
            <a:ext cx="8229600" cy="3775604"/>
          </a:xfrm>
          <a:prstGeom prst="rect">
            <a:avLst/>
          </a:prstGeom>
        </p:spPr>
        <p:txBody>
          <a:bodyPr/>
          <a:lstStyle>
            <a:lvl1pPr marL="454025" indent="-454025" algn="l" defTabSz="914400" rtl="0" eaLnBrk="1" latinLnBrk="0" hangingPunct="1">
              <a:spcBef>
                <a:spcPts val="2000"/>
              </a:spcBef>
              <a:buClr>
                <a:schemeClr val="bg1">
                  <a:lumMod val="65000"/>
                </a:schemeClr>
              </a:buClr>
              <a:buSzPct val="90000"/>
              <a:buFont typeface="Wingdings" pitchFamily="2" charset="2"/>
              <a:buChar char=""/>
              <a:defRPr sz="2400" kern="120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914400" indent="-457200" algn="l" defTabSz="914400" rtl="0" eaLnBrk="1" latinLnBrk="0" hangingPunct="1">
              <a:spcBef>
                <a:spcPts val="600"/>
              </a:spcBef>
              <a:buClr>
                <a:schemeClr val="tx1">
                  <a:lumMod val="75000"/>
                  <a:lumOff val="25000"/>
                </a:schemeClr>
              </a:buClr>
              <a:buSzPct val="90000"/>
              <a:buFont typeface="Wingdings" pitchFamily="2" charset="2"/>
              <a:buChar char=""/>
              <a:defRPr sz="2200" kern="120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1260475" indent="-346075" algn="l" defTabSz="914400" rtl="0" eaLnBrk="1" latinLnBrk="0" hangingPunct="1">
              <a:spcBef>
                <a:spcPts val="600"/>
              </a:spcBef>
              <a:buClr>
                <a:schemeClr val="bg1">
                  <a:lumMod val="65000"/>
                </a:schemeClr>
              </a:buClr>
              <a:buSzPct val="90000"/>
              <a:buFont typeface="Wingdings" pitchFamily="2" charset="2"/>
              <a:buChar char=""/>
              <a:defRPr sz="2000" kern="120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600200" indent="-339725" algn="l" defTabSz="914400" rtl="0" eaLnBrk="1" latinLnBrk="0" hangingPunct="1">
              <a:spcBef>
                <a:spcPts val="600"/>
              </a:spcBef>
              <a:buClr>
                <a:schemeClr val="tx1">
                  <a:lumMod val="75000"/>
                  <a:lumOff val="25000"/>
                </a:schemeClr>
              </a:buClr>
              <a:buSzPct val="90000"/>
              <a:buFont typeface="Wingdings" pitchFamily="2" charset="2"/>
              <a:buChar char=""/>
              <a:defRPr sz="1800" kern="120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1939925" indent="-331788" algn="l" defTabSz="914400" rtl="0" eaLnBrk="1" latinLnBrk="0" hangingPunct="1">
              <a:spcBef>
                <a:spcPts val="600"/>
              </a:spcBef>
              <a:buClr>
                <a:schemeClr val="bg1">
                  <a:lumMod val="65000"/>
                </a:schemeClr>
              </a:buClr>
              <a:buSzPct val="90000"/>
              <a:buFont typeface="Wingdings" pitchFamily="2" charset="2"/>
              <a:buChar char=""/>
              <a:defRPr sz="1800" kern="120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2290763" indent="-344488" algn="l" defTabSz="914400" rtl="0" eaLnBrk="1" latinLnBrk="0" hangingPunct="1">
              <a:spcBef>
                <a:spcPts val="600"/>
              </a:spcBef>
              <a:buClr>
                <a:schemeClr val="tx1">
                  <a:lumMod val="75000"/>
                  <a:lumOff val="25000"/>
                </a:schemeClr>
              </a:buClr>
              <a:buSzPct val="90000"/>
              <a:buFont typeface="Wingdings" pitchFamily="2" charset="2"/>
              <a:buChar char=""/>
              <a:defRPr lang="en-US" sz="1800" kern="1200" dirty="0" smtClean="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6pPr>
            <a:lvl7pPr marL="2625725" indent="-344488" algn="l" defTabSz="914400" rtl="0" eaLnBrk="1" latinLnBrk="0" hangingPunct="1">
              <a:spcBef>
                <a:spcPts val="600"/>
              </a:spcBef>
              <a:buClr>
                <a:schemeClr val="bg1">
                  <a:lumMod val="65000"/>
                </a:schemeClr>
              </a:buClr>
              <a:buSzPct val="90000"/>
              <a:buFont typeface="Wingdings" pitchFamily="2" charset="2"/>
              <a:buChar char=""/>
              <a:defRPr lang="en-US" sz="1800" kern="1200" dirty="0" smtClean="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7pPr>
            <a:lvl8pPr marL="2970213" indent="-344488" algn="l" defTabSz="914400" rtl="0" eaLnBrk="1" latinLnBrk="0" hangingPunct="1">
              <a:spcBef>
                <a:spcPts val="600"/>
              </a:spcBef>
              <a:buClr>
                <a:schemeClr val="tx1">
                  <a:lumMod val="75000"/>
                  <a:lumOff val="25000"/>
                </a:schemeClr>
              </a:buClr>
              <a:buSzPct val="90000"/>
              <a:buFont typeface="Wingdings" pitchFamily="2" charset="2"/>
              <a:buChar char=""/>
              <a:defRPr lang="en-US" sz="1800" kern="1200" dirty="0" smtClean="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8pPr>
            <a:lvl9pPr marL="3313113" indent="-344488" algn="l" defTabSz="914400" rtl="0" eaLnBrk="1" latinLnBrk="0" hangingPunct="1">
              <a:spcBef>
                <a:spcPts val="600"/>
              </a:spcBef>
              <a:buClr>
                <a:schemeClr val="bg1">
                  <a:lumMod val="65000"/>
                </a:schemeClr>
              </a:buClr>
              <a:buSzPct val="90000"/>
              <a:buFont typeface="Wingdings" pitchFamily="2" charset="2"/>
              <a:buChar char=""/>
              <a:defRPr lang="en-US" sz="1800" kern="1200" dirty="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buFont typeface="Wingdings" pitchFamily="2" charset="2"/>
              <a:buChar char="q"/>
            </a:pPr>
            <a:r>
              <a:rPr lang="en-US" dirty="0"/>
              <a:t>Operating Systems Concept</a:t>
            </a:r>
          </a:p>
          <a:p>
            <a:pPr lvl="1">
              <a:buFont typeface="Wingdings" pitchFamily="2" charset="2"/>
              <a:buChar char="q"/>
            </a:pPr>
            <a:r>
              <a:rPr lang="en-US" dirty="0"/>
              <a:t>Written by Galvin and </a:t>
            </a:r>
            <a:r>
              <a:rPr lang="en-US" dirty="0" err="1"/>
              <a:t>Silberschatz</a:t>
            </a:r>
            <a:endParaRPr lang="en-US" dirty="0"/>
          </a:p>
          <a:p>
            <a:pPr lvl="1">
              <a:buFont typeface="Wingdings" pitchFamily="2" charset="2"/>
              <a:buChar char="q"/>
            </a:pPr>
            <a:r>
              <a:rPr lang="en-US" dirty="0"/>
              <a:t>Edition: 9</a:t>
            </a:r>
            <a:r>
              <a:rPr lang="en-US" baseline="30000" dirty="0"/>
              <a:t>th</a:t>
            </a:r>
            <a:r>
              <a:rPr lang="en-US" dirty="0"/>
              <a:t> </a:t>
            </a:r>
          </a:p>
        </p:txBody>
      </p:sp>
    </p:spTree>
    <p:extLst>
      <p:ext uri="{BB962C8B-B14F-4D97-AF65-F5344CB8AC3E}">
        <p14:creationId xmlns:p14="http://schemas.microsoft.com/office/powerpoint/2010/main" val="3224969828"/>
      </p:ext>
    </p:extLst>
  </p:cSld>
  <p:clrMapOvr>
    <a:masterClrMapping/>
  </p:clrMapOvr>
</p:sld>
</file>

<file path=ppt/theme/theme1.xml><?xml version="1.0" encoding="utf-8"?>
<a:theme xmlns:a="http://schemas.openxmlformats.org/drawingml/2006/main" name="Spectrum">
  <a:themeElements>
    <a:clrScheme name="Blue Warm">
      <a:dk1>
        <a:sysClr val="windowText" lastClr="000000"/>
      </a:dk1>
      <a:lt1>
        <a:sysClr val="window" lastClr="FFFFFF"/>
      </a:lt1>
      <a:dk2>
        <a:srgbClr val="242852"/>
      </a:dk2>
      <a:lt2>
        <a:srgbClr val="ACCBF9"/>
      </a:lt2>
      <a:accent1>
        <a:srgbClr val="4A66AC"/>
      </a:accent1>
      <a:accent2>
        <a:srgbClr val="629DD1"/>
      </a:accent2>
      <a:accent3>
        <a:srgbClr val="297FD5"/>
      </a:accent3>
      <a:accent4>
        <a:srgbClr val="7F8FA9"/>
      </a:accent4>
      <a:accent5>
        <a:srgbClr val="5AA2AE"/>
      </a:accent5>
      <a:accent6>
        <a:srgbClr val="9D90A0"/>
      </a:accent6>
      <a:hlink>
        <a:srgbClr val="9454C3"/>
      </a:hlink>
      <a:folHlink>
        <a:srgbClr val="3EBBF0"/>
      </a:folHlink>
    </a:clrScheme>
    <a:fontScheme name="Spectrum">
      <a:majorFont>
        <a:latin typeface="Corbel"/>
        <a:ea typeface=""/>
        <a:cs typeface=""/>
        <a:font script="Jpan" typeface="ＭＳ ゴシック"/>
        <a:font script="Hans" typeface="宋体"/>
        <a:font script="Hant" typeface="新細明體"/>
      </a:majorFont>
      <a:minorFont>
        <a:latin typeface="Calibri"/>
        <a:ea typeface=""/>
        <a:cs typeface=""/>
        <a:font script="Jpan" typeface="ＭＳ ゴシック"/>
        <a:font script="Hans" typeface="宋体"/>
        <a:font script="Hant" typeface="新細明體"/>
      </a:minorFont>
    </a:fontScheme>
    <a:fmtScheme name="Spectrum">
      <a:fillStyleLst>
        <a:solidFill>
          <a:schemeClr val="phClr"/>
        </a:solidFill>
        <a:gradFill rotWithShape="1">
          <a:gsLst>
            <a:gs pos="0">
              <a:schemeClr val="phClr">
                <a:tint val="100000"/>
                <a:shade val="70000"/>
                <a:satMod val="150000"/>
              </a:schemeClr>
            </a:gs>
            <a:gs pos="100000">
              <a:schemeClr val="phClr">
                <a:tint val="95000"/>
                <a:satMod val="1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95000"/>
                <a:shade val="70000"/>
                <a:satMod val="150000"/>
              </a:schemeClr>
            </a:gs>
            <a:gs pos="100000">
              <a:schemeClr val="phClr">
                <a:tint val="100000"/>
                <a:shade val="100000"/>
                <a:satMod val="150000"/>
              </a:schemeClr>
            </a:gs>
          </a:gsLst>
          <a:lin ang="16200000" scaled="0"/>
        </a:gradFill>
      </a:fillStyleLst>
      <a:lnStyleLst>
        <a:ln w="12700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outerShdw blurRad="38100" dist="25400" dir="6600000" sx="101000" sy="101000" rotWithShape="0">
              <a:srgbClr val="000000">
                <a:alpha val="75000"/>
              </a:srgbClr>
            </a:outerShdw>
          </a:effectLst>
        </a:effectStyle>
        <a:effectStyle>
          <a:effectLst>
            <a:outerShdw blurRad="50800" dir="5400000" sx="105000" sy="105000" algn="ctr" rotWithShape="0">
              <a:srgbClr val="000000">
                <a:alpha val="40000"/>
              </a:srgbClr>
            </a:outerShdw>
          </a:effectLst>
          <a:scene3d>
            <a:camera prst="orthographicFront">
              <a:rot lat="0" lon="0" rev="0"/>
            </a:camera>
            <a:lightRig rig="balanced" dir="t">
              <a:rot lat="0" lon="0" rev="4800000"/>
            </a:lightRig>
          </a:scene3d>
          <a:sp3d prstMaterial="matte">
            <a:bevelT w="63500" h="50800" prst="angle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 rtlCol="0" anchor="ctr"/>
      <a:lstStyle>
        <a:defPPr algn="ctr">
          <a:defRPr/>
        </a:defPPr>
      </a:lstStyle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>Spectrum.thmx</Template>
  <TotalTime>211</TotalTime>
  <Words>2902</Words>
  <Application>Microsoft Office PowerPoint</Application>
  <PresentationFormat>On-screen Show (4:3)</PresentationFormat>
  <Paragraphs>324</Paragraphs>
  <Slides>45</Slides>
  <Notes>36</Notes>
  <HiddenSlides>0</HiddenSlides>
  <MMClips>0</MMClips>
  <ScaleCrop>false</ScaleCrop>
  <HeadingPairs>
    <vt:vector size="6" baseType="variant">
      <vt:variant>
        <vt:lpstr>Fonts Used</vt:lpstr>
      </vt:variant>
      <vt:variant>
        <vt:i4>9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45</vt:i4>
      </vt:variant>
    </vt:vector>
  </HeadingPairs>
  <TitlesOfParts>
    <vt:vector size="55" baseType="lpstr">
      <vt:lpstr>Arial</vt:lpstr>
      <vt:lpstr>Calibri</vt:lpstr>
      <vt:lpstr>Corbel</vt:lpstr>
      <vt:lpstr>Courier New</vt:lpstr>
      <vt:lpstr>Georgia</vt:lpstr>
      <vt:lpstr>Monotype Sorts</vt:lpstr>
      <vt:lpstr>Symbol</vt:lpstr>
      <vt:lpstr>Times New Roman</vt:lpstr>
      <vt:lpstr>Wingdings</vt:lpstr>
      <vt:lpstr>Spectrum</vt:lpstr>
      <vt:lpstr>Deadlocks</vt:lpstr>
      <vt:lpstr>Lecture Outline</vt:lpstr>
      <vt:lpstr>System Model</vt:lpstr>
      <vt:lpstr>Deadlock in Multithreaded Application</vt:lpstr>
      <vt:lpstr>Deadlock in Multithreaded Application</vt:lpstr>
      <vt:lpstr>Deadlock in Multithreaded Application</vt:lpstr>
      <vt:lpstr>Deadlock Characterization</vt:lpstr>
      <vt:lpstr>Resource-Allocation Graph</vt:lpstr>
      <vt:lpstr>Resource Allocation Graph Example</vt:lpstr>
      <vt:lpstr>Resource Allocation Graph With A Deadlock</vt:lpstr>
      <vt:lpstr>Graph With A Cycle But No Deadlock</vt:lpstr>
      <vt:lpstr>Basic Facts</vt:lpstr>
      <vt:lpstr>Methods for Handling Deadlocks</vt:lpstr>
      <vt:lpstr>Deadlock Prevention</vt:lpstr>
      <vt:lpstr>Deadlock Prevention (cont’d)</vt:lpstr>
      <vt:lpstr>Circular Wait</vt:lpstr>
      <vt:lpstr>Deadlock Avoidance</vt:lpstr>
      <vt:lpstr>Safe State</vt:lpstr>
      <vt:lpstr>Basic Facts</vt:lpstr>
      <vt:lpstr>Safe, Unsafe, Deadlock State </vt:lpstr>
      <vt:lpstr>Avoidance Algorithms</vt:lpstr>
      <vt:lpstr>Resource-Allocation Graph Scheme</vt:lpstr>
      <vt:lpstr>Resource-Allocation Graph</vt:lpstr>
      <vt:lpstr>Unsafe State In Resource-Allocation Graph</vt:lpstr>
      <vt:lpstr>Resource-Allocation Graph Algorithm</vt:lpstr>
      <vt:lpstr>Banker’s Algorithm</vt:lpstr>
      <vt:lpstr>Data Structures for the Banker’s Algorithm </vt:lpstr>
      <vt:lpstr>Safety Algorithm</vt:lpstr>
      <vt:lpstr>Resource-Request Algorithm for Process Pi</vt:lpstr>
      <vt:lpstr>Example of Banker’s Algorithm</vt:lpstr>
      <vt:lpstr>Example (cont’d)</vt:lpstr>
      <vt:lpstr>Example:  P1 Request (1,0,2)</vt:lpstr>
      <vt:lpstr>Deadlock Detection</vt:lpstr>
      <vt:lpstr>Single Instance of Each Resource Type</vt:lpstr>
      <vt:lpstr>Resource-Allocation Graph and  Wait-for Graph</vt:lpstr>
      <vt:lpstr>Several Instances of a Resource Type</vt:lpstr>
      <vt:lpstr>Detection Algorithm</vt:lpstr>
      <vt:lpstr>Detection Algorithm (cont’d)</vt:lpstr>
      <vt:lpstr>Example of Detection Algorithm</vt:lpstr>
      <vt:lpstr>Example (cont’d)</vt:lpstr>
      <vt:lpstr>Detection-Algorithm Usage</vt:lpstr>
      <vt:lpstr>Recovery from Deadlock:  Process Termination</vt:lpstr>
      <vt:lpstr>Recovery from Deadlock:  Resource Preemption</vt:lpstr>
      <vt:lpstr>PowerPoint Presentation</vt:lpstr>
      <vt:lpstr>PowerPoint Presentation</vt:lpstr>
    </vt:vector>
  </TitlesOfParts>
  <Company>home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Thesis Title</dc:title>
  <dc:creator>Mahbubul Syeed</dc:creator>
  <cp:lastModifiedBy>MEJBAH AHAMMAD</cp:lastModifiedBy>
  <cp:revision>26</cp:revision>
  <dcterms:created xsi:type="dcterms:W3CDTF">2018-12-10T17:20:29Z</dcterms:created>
  <dcterms:modified xsi:type="dcterms:W3CDTF">2026-02-08T12:10:27Z</dcterms:modified>
</cp:coreProperties>
</file>