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C842B8-39AA-DA00-B1C3-EE2BA433D48E}" v="484" dt="2022-07-01T17:39:04.435"/>
    <p1510:client id="{CE155D56-7D1D-CCE4-68D0-C58559FF2F6C}" v="74" dt="2022-07-01T15:00:47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Introduction To Programming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8EB5C-35A9-6FD0-4633-B8AD51F6D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Contents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C4552-0ABC-F2DF-45C6-1A0929519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Function</a:t>
            </a:r>
          </a:p>
          <a:p>
            <a:r>
              <a:rPr lang="en-US" dirty="0">
                <a:cs typeface="Calibri"/>
              </a:rPr>
              <a:t>Function Parameters</a:t>
            </a:r>
          </a:p>
          <a:p>
            <a:r>
              <a:rPr lang="en-US" dirty="0">
                <a:cs typeface="Calibri"/>
              </a:rPr>
              <a:t>Multiple Parameters</a:t>
            </a:r>
          </a:p>
          <a:p>
            <a:r>
              <a:rPr lang="en-US" dirty="0">
                <a:cs typeface="Calibri"/>
              </a:rPr>
              <a:t>Return Values</a:t>
            </a:r>
          </a:p>
          <a:p>
            <a:r>
              <a:rPr lang="en-US" dirty="0">
                <a:cs typeface="Calibri"/>
              </a:rPr>
              <a:t>Function Overloading</a:t>
            </a:r>
          </a:p>
          <a:p>
            <a:r>
              <a:rPr lang="en-US" dirty="0">
                <a:ea typeface="+mn-lt"/>
                <a:cs typeface="+mn-lt"/>
              </a:rPr>
              <a:t>Pass by Value &amp; Pass by Reference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222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AF79-8C4D-E024-D863-A0F97EBF9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Function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70C44-AD50-B64C-F017-2632AEBD4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C++ provides some pre-defined functions, such as </a:t>
            </a:r>
            <a:r>
              <a:rPr lang="en-US" dirty="0">
                <a:latin typeface="Consolas"/>
              </a:rPr>
              <a:t>main()</a:t>
            </a:r>
            <a:r>
              <a:rPr lang="en-US" dirty="0">
                <a:ea typeface="+mn-lt"/>
                <a:cs typeface="+mn-lt"/>
              </a:rPr>
              <a:t>, which is used to execute code. But you can also create your own functions to perform certain actions.</a:t>
            </a:r>
            <a:endParaRPr lang="en-US" dirty="0"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To create  a function, specify the name of the function, followed by parentheses </a:t>
            </a:r>
            <a:r>
              <a:rPr lang="en-US" b="1" dirty="0">
                <a:ea typeface="+mn-lt"/>
                <a:cs typeface="+mn-lt"/>
              </a:rPr>
              <a:t>()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/>
              <a:t>Syntax-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   void </a:t>
            </a:r>
            <a:r>
              <a:rPr lang="en-US" i="1" dirty="0" err="1">
                <a:ea typeface="+mn-lt"/>
                <a:cs typeface="+mn-lt"/>
              </a:rPr>
              <a:t>functionName</a:t>
            </a:r>
            <a:r>
              <a:rPr lang="en-US" dirty="0">
                <a:ea typeface="+mn-lt"/>
                <a:cs typeface="+mn-lt"/>
              </a:rPr>
              <a:t>() 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{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     // code to be executed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   }</a:t>
            </a: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5417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C3BED-8E1D-2565-5435-6247F1E98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Function...</a:t>
            </a:r>
            <a:endParaRPr lang="en-US"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7349A-005F-8DEB-26D6-BD5EB750A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FE6022-5522-DA1E-3333-6269D4B8F2C0}"/>
              </a:ext>
            </a:extLst>
          </p:cNvPr>
          <p:cNvSpPr/>
          <p:nvPr/>
        </p:nvSpPr>
        <p:spPr>
          <a:xfrm>
            <a:off x="923027" y="1821612"/>
            <a:ext cx="3091132" cy="42988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#include 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void </a:t>
            </a:r>
            <a:r>
              <a:rPr lang="en-US" b="1" dirty="0" err="1">
                <a:solidFill>
                  <a:schemeClr val="tx1"/>
                </a:solidFill>
              </a:rPr>
              <a:t>newFunction</a:t>
            </a:r>
            <a:r>
              <a:rPr lang="en-US" b="1" dirty="0">
                <a:solidFill>
                  <a:schemeClr val="tx1"/>
                </a:solidFill>
              </a:rPr>
              <a:t>()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{</a:t>
            </a:r>
          </a:p>
          <a:p>
            <a:r>
              <a:rPr lang="en-US" b="1" dirty="0" err="1">
                <a:solidFill>
                  <a:schemeClr val="tx1"/>
                </a:solidFill>
              </a:rPr>
              <a:t>cout</a:t>
            </a:r>
            <a:r>
              <a:rPr lang="en-US" b="1" dirty="0">
                <a:solidFill>
                  <a:schemeClr val="tx1"/>
                </a:solidFill>
              </a:rPr>
              <a:t> &lt;&lt; "This is my function";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int main() 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</a:t>
            </a:r>
            <a:r>
              <a:rPr lang="en-US" b="1" dirty="0" err="1">
                <a:solidFill>
                  <a:schemeClr val="tx1"/>
                </a:solidFill>
              </a:rPr>
              <a:t>newFunction</a:t>
            </a:r>
            <a:r>
              <a:rPr lang="en-US" b="1" dirty="0">
                <a:solidFill>
                  <a:schemeClr val="tx1"/>
                </a:solidFill>
              </a:rPr>
              <a:t>();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138746-10A1-D35A-23BA-793FF308F8C3}"/>
              </a:ext>
            </a:extLst>
          </p:cNvPr>
          <p:cNvSpPr/>
          <p:nvPr/>
        </p:nvSpPr>
        <p:spPr>
          <a:xfrm>
            <a:off x="4157033" y="1820714"/>
            <a:ext cx="3364300" cy="42988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#include 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void </a:t>
            </a:r>
            <a:r>
              <a:rPr lang="en-US" b="1" dirty="0" err="1">
                <a:solidFill>
                  <a:schemeClr val="tx1"/>
                </a:solidFill>
              </a:rPr>
              <a:t>newFunction</a:t>
            </a:r>
            <a:r>
              <a:rPr lang="en-US" b="1" dirty="0">
                <a:solidFill>
                  <a:schemeClr val="tx1"/>
                </a:solidFill>
              </a:rPr>
              <a:t>()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 err="1">
                <a:solidFill>
                  <a:schemeClr val="tx1"/>
                </a:solidFill>
              </a:rPr>
              <a:t>cout</a:t>
            </a:r>
            <a:r>
              <a:rPr lang="en-US" b="1" dirty="0">
                <a:solidFill>
                  <a:schemeClr val="tx1"/>
                </a:solidFill>
              </a:rPr>
              <a:t> &lt;&lt; "I am learning function";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int main() 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</a:t>
            </a:r>
            <a:r>
              <a:rPr lang="en-US" b="1" dirty="0" err="1">
                <a:solidFill>
                  <a:schemeClr val="tx1"/>
                </a:solidFill>
              </a:rPr>
              <a:t>newFunction</a:t>
            </a:r>
            <a:r>
              <a:rPr lang="en-US" b="1" dirty="0">
                <a:solidFill>
                  <a:schemeClr val="tx1"/>
                </a:solidFill>
              </a:rPr>
              <a:t>();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</a:t>
            </a:r>
            <a:r>
              <a:rPr lang="en-US" b="1" dirty="0" err="1">
                <a:solidFill>
                  <a:schemeClr val="tx1"/>
                </a:solidFill>
              </a:rPr>
              <a:t>cout</a:t>
            </a:r>
            <a:r>
              <a:rPr lang="en-US" b="1" dirty="0">
                <a:solidFill>
                  <a:schemeClr val="tx1"/>
                </a:solidFill>
              </a:rPr>
              <a:t> &lt;&lt; </a:t>
            </a:r>
            <a:r>
              <a:rPr lang="en-US" b="1" dirty="0" err="1">
                <a:solidFill>
                  <a:schemeClr val="tx1"/>
                </a:solidFill>
              </a:rPr>
              <a:t>endl</a:t>
            </a:r>
            <a:r>
              <a:rPr lang="en-US" b="1" dirty="0">
                <a:solidFill>
                  <a:schemeClr val="tx1"/>
                </a:solidFill>
              </a:rPr>
              <a:t>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</a:t>
            </a:r>
            <a:r>
              <a:rPr lang="en-US" b="1" dirty="0" err="1">
                <a:solidFill>
                  <a:schemeClr val="tx1"/>
                </a:solidFill>
              </a:rPr>
              <a:t>newFunction</a:t>
            </a:r>
            <a:r>
              <a:rPr lang="en-US" b="1" dirty="0">
                <a:solidFill>
                  <a:schemeClr val="tx1"/>
                </a:solidFill>
              </a:rPr>
              <a:t>();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A85185-4210-EC13-5BC9-915E09EF29B8}"/>
              </a:ext>
            </a:extLst>
          </p:cNvPr>
          <p:cNvSpPr/>
          <p:nvPr/>
        </p:nvSpPr>
        <p:spPr>
          <a:xfrm>
            <a:off x="7680385" y="1821612"/>
            <a:ext cx="3565584" cy="42988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 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void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newFunction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();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main() 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newFunction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();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void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newFunction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()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&lt;&lt; "I am learning function";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75152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D00A2-7471-EC47-42B5-A1E832C94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Function Parameters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F8C0-A779-C953-332F-FD11B14FC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050" y="1480569"/>
            <a:ext cx="10817523" cy="46963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>
                <a:ea typeface="+mn-lt"/>
                <a:cs typeface="+mn-lt"/>
              </a:rPr>
              <a:t>Information can be passed to functions as a parameter. Parameters act as variables inside the function.</a:t>
            </a:r>
            <a:endParaRPr lang="en-US" dirty="0">
              <a:cs typeface="Calibri" panose="020F0502020204030204"/>
            </a:endParaRPr>
          </a:p>
          <a:p>
            <a:pPr algn="just"/>
            <a:r>
              <a:rPr lang="en-US" dirty="0">
                <a:ea typeface="+mn-lt"/>
                <a:cs typeface="+mn-lt"/>
              </a:rPr>
              <a:t>Parameters are specified after the function name, inside the parentheses. You can add as many parameters as you want, just separate them with a comma.</a:t>
            </a:r>
            <a:endParaRPr lang="en-US" dirty="0">
              <a:cs typeface="Calibri"/>
            </a:endParaRPr>
          </a:p>
          <a:p>
            <a:pPr algn="just"/>
            <a:r>
              <a:rPr lang="en-US" dirty="0"/>
              <a:t>Syntax-</a:t>
            </a:r>
            <a:endParaRPr lang="en-US" dirty="0">
              <a:cs typeface="Calibri"/>
            </a:endParaRPr>
          </a:p>
          <a:p>
            <a:pPr marL="0" indent="0" algn="just">
              <a:buNone/>
            </a:pPr>
            <a:r>
              <a:rPr lang="en-US" dirty="0">
                <a:ea typeface="+mn-lt"/>
                <a:cs typeface="+mn-lt"/>
              </a:rPr>
              <a:t> void </a:t>
            </a:r>
            <a:r>
              <a:rPr lang="en-US" i="1" dirty="0" err="1">
                <a:ea typeface="+mn-lt"/>
                <a:cs typeface="+mn-lt"/>
              </a:rPr>
              <a:t>functionName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i="1" dirty="0">
                <a:ea typeface="+mn-lt"/>
                <a:cs typeface="+mn-lt"/>
              </a:rPr>
              <a:t>parameter1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i="1" dirty="0">
                <a:ea typeface="+mn-lt"/>
                <a:cs typeface="+mn-lt"/>
              </a:rPr>
              <a:t>parameter2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i="1" dirty="0">
                <a:ea typeface="+mn-lt"/>
                <a:cs typeface="+mn-lt"/>
              </a:rPr>
              <a:t>parameter3,…..</a:t>
            </a:r>
            <a:r>
              <a:rPr lang="en-US" dirty="0">
                <a:ea typeface="+mn-lt"/>
                <a:cs typeface="+mn-lt"/>
              </a:rPr>
              <a:t>) 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{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  // code to be executed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}</a:t>
            </a:r>
            <a:endParaRPr lang="en-US">
              <a:cs typeface="Calibri"/>
            </a:endParaRPr>
          </a:p>
          <a:p>
            <a:pPr algn="just"/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0375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4B59-2413-CB2A-5EF7-935141980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Function Parameters...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2B10B-10CB-6400-512B-7D8664BAB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pPr algn="just"/>
            <a:r>
              <a:rPr lang="en-US" dirty="0">
                <a:ea typeface="+mn-lt"/>
                <a:cs typeface="+mn-lt"/>
              </a:rPr>
              <a:t>When a </a:t>
            </a:r>
            <a:r>
              <a:rPr lang="en-US" b="1" dirty="0">
                <a:ea typeface="+mn-lt"/>
                <a:cs typeface="+mn-lt"/>
              </a:rPr>
              <a:t>parameter</a:t>
            </a:r>
            <a:r>
              <a:rPr lang="en-US" dirty="0">
                <a:ea typeface="+mn-lt"/>
                <a:cs typeface="+mn-lt"/>
              </a:rPr>
              <a:t> is passed to the function, it is called an </a:t>
            </a:r>
            <a:r>
              <a:rPr lang="en-US" b="1" dirty="0">
                <a:ea typeface="+mn-lt"/>
                <a:cs typeface="+mn-lt"/>
              </a:rPr>
              <a:t>argument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 algn="just"/>
            <a:r>
              <a:rPr lang="en-US" dirty="0">
                <a:ea typeface="+mn-lt"/>
                <a:cs typeface="+mn-lt"/>
              </a:rPr>
              <a:t>A parameter with a default value, is often known as an </a:t>
            </a:r>
            <a:r>
              <a:rPr lang="en-US" b="1" dirty="0">
                <a:ea typeface="+mn-lt"/>
                <a:cs typeface="+mn-lt"/>
              </a:rPr>
              <a:t>optional parameter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When working with </a:t>
            </a:r>
            <a:r>
              <a:rPr lang="en-US" b="1" dirty="0">
                <a:ea typeface="+mn-lt"/>
                <a:cs typeface="+mn-lt"/>
              </a:rPr>
              <a:t>multiple parameters</a:t>
            </a:r>
            <a:r>
              <a:rPr lang="en-US" dirty="0">
                <a:ea typeface="+mn-lt"/>
                <a:cs typeface="+mn-lt"/>
              </a:rPr>
              <a:t>, the function call must have the same number of arguments as there are parameters, and the arguments must be passed in the same order.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If you want the function to </a:t>
            </a:r>
            <a:r>
              <a:rPr lang="en-US" b="1" dirty="0">
                <a:ea typeface="+mn-lt"/>
                <a:cs typeface="+mn-lt"/>
              </a:rPr>
              <a:t>return a value</a:t>
            </a:r>
            <a:r>
              <a:rPr lang="en-US" dirty="0">
                <a:ea typeface="+mn-lt"/>
                <a:cs typeface="+mn-lt"/>
              </a:rPr>
              <a:t>, you can use a data type  instead of </a:t>
            </a:r>
            <a:r>
              <a:rPr lang="en-US" dirty="0">
                <a:latin typeface="Consolas"/>
                <a:ea typeface="+mn-lt"/>
                <a:cs typeface="+mn-lt"/>
              </a:rPr>
              <a:t>void</a:t>
            </a:r>
            <a:r>
              <a:rPr lang="en-US" dirty="0">
                <a:ea typeface="+mn-lt"/>
                <a:cs typeface="+mn-lt"/>
              </a:rPr>
              <a:t>, and use the </a:t>
            </a:r>
            <a:r>
              <a:rPr lang="en-US" dirty="0">
                <a:latin typeface="Consolas"/>
                <a:ea typeface="+mn-lt"/>
                <a:cs typeface="+mn-lt"/>
              </a:rPr>
              <a:t>return</a:t>
            </a:r>
            <a:r>
              <a:rPr lang="en-US" dirty="0">
                <a:ea typeface="+mn-lt"/>
                <a:cs typeface="+mn-lt"/>
              </a:rPr>
              <a:t> keyword inside the function.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With</a:t>
            </a:r>
            <a:r>
              <a:rPr lang="en-US" b="1" dirty="0">
                <a:ea typeface="+mn-lt"/>
                <a:cs typeface="+mn-lt"/>
              </a:rPr>
              <a:t> function overloading</a:t>
            </a:r>
            <a:r>
              <a:rPr lang="en-US" dirty="0">
                <a:ea typeface="+mn-lt"/>
                <a:cs typeface="+mn-lt"/>
              </a:rPr>
              <a:t>, multiple functions can have the same name with different parameters.</a:t>
            </a:r>
          </a:p>
        </p:txBody>
      </p:sp>
    </p:spTree>
    <p:extLst>
      <p:ext uri="{BB962C8B-B14F-4D97-AF65-F5344CB8AC3E}">
        <p14:creationId xmlns:p14="http://schemas.microsoft.com/office/powerpoint/2010/main" val="1425850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C93ED-D7C9-246B-AC25-022F7D917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Function Parameters...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7E41B-8984-18DD-0DD4-86BC4F819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7F80FF-9C52-EE6A-C673-C0B1BA666BA4}"/>
              </a:ext>
            </a:extLst>
          </p:cNvPr>
          <p:cNvSpPr/>
          <p:nvPr/>
        </p:nvSpPr>
        <p:spPr>
          <a:xfrm>
            <a:off x="836762" y="1864744"/>
            <a:ext cx="3364302" cy="43132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 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void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studentId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(int id)</a:t>
            </a: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&lt;&lt;"22-"&lt;&lt; id &lt;&lt;"-2"&lt;&lt;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endl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main()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studentId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(47892);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studentId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(47893);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studentId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(47894);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return 0;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6EF1A2-6E4F-4B9F-6AE3-6A3F6ADF8198}"/>
              </a:ext>
            </a:extLst>
          </p:cNvPr>
          <p:cNvSpPr/>
          <p:nvPr/>
        </p:nvSpPr>
        <p:spPr>
          <a:xfrm>
            <a:off x="5638800" y="1864744"/>
            <a:ext cx="3824376" cy="431320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 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void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myCourse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(string course = "C++") </a:t>
            </a: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&lt;&lt; course &lt;&lt;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endl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main()</a:t>
            </a: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myCourse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("C");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myCourse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("Java");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myCourse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();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myCourse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("C#");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  <a:p>
            <a:pPr algn="ctr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5075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2D25D-B1EE-4FAE-ED7B-1F7A57146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Multiple Parameters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B525C-8C1E-E541-0CC5-0E770F4E9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3F02E4-1087-DF35-30EC-6A1A82037ADE}"/>
              </a:ext>
            </a:extLst>
          </p:cNvPr>
          <p:cNvSpPr/>
          <p:nvPr/>
        </p:nvSpPr>
        <p:spPr>
          <a:xfrm>
            <a:off x="2648310" y="1821612"/>
            <a:ext cx="6656715" cy="431320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 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void student(string name, int mark)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&lt;&lt;"Student Name:"&lt;&lt; name &lt;&lt;" , "&lt;&lt;"Marks:"&lt;&lt;mark&lt;&lt;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endl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main()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student("Sopno", 18);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student("Padma", 19);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student("Shetu", 20);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  <a:p>
            <a:pPr algn="ctr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4122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380C9-A6D3-048A-05CC-62165639D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Return Values</a:t>
            </a:r>
          </a:p>
          <a:p>
            <a:endParaRPr lang="en-US" dirty="0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98588-A4E2-9838-2FB6-9D636407D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04ECD-29F9-6F0B-080F-69FFDB5A1741}"/>
              </a:ext>
            </a:extLst>
          </p:cNvPr>
          <p:cNvSpPr/>
          <p:nvPr/>
        </p:nvSpPr>
        <p:spPr>
          <a:xfrm>
            <a:off x="836763" y="1879122"/>
            <a:ext cx="2214113" cy="41406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 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number(int x)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return x;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main() 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&lt;&lt; number(5);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ctr"/>
            <a:endParaRPr lang="en-US" dirty="0"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5E951C-5FBA-869E-7DAB-3D8237B70559}"/>
              </a:ext>
            </a:extLst>
          </p:cNvPr>
          <p:cNvSpPr/>
          <p:nvPr/>
        </p:nvSpPr>
        <p:spPr>
          <a:xfrm>
            <a:off x="3193751" y="1878224"/>
            <a:ext cx="2214112" cy="41406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 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number(int x)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return x + 2;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main() 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&lt;&lt; number(5);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ctr"/>
            <a:endParaRPr lang="en-US" dirty="0"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9DEAD0-148D-D0C0-CB47-C97D04BAF1D4}"/>
              </a:ext>
            </a:extLst>
          </p:cNvPr>
          <p:cNvSpPr/>
          <p:nvPr/>
        </p:nvSpPr>
        <p:spPr>
          <a:xfrm>
            <a:off x="5550740" y="1877325"/>
            <a:ext cx="2674188" cy="41406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 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numbers(int a, int b)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return a * b;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main()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&lt;&lt; numbers(10, 20);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  <a:p>
            <a:pPr algn="ctr"/>
            <a:endParaRPr lang="en-US" dirty="0"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45EF20-DC13-F1DB-D13D-7264E2E5FDCE}"/>
              </a:ext>
            </a:extLst>
          </p:cNvPr>
          <p:cNvSpPr/>
          <p:nvPr/>
        </p:nvSpPr>
        <p:spPr>
          <a:xfrm>
            <a:off x="8370498" y="1879122"/>
            <a:ext cx="2875469" cy="41406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 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numbers(int a, int b) 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return a + b;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main() </a:t>
            </a: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add = numbers(10, 20);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&lt;&lt;"Addition is:"&lt;&lt;add;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  <a:p>
            <a:pPr algn="ctr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0879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CEE87-4A17-31D1-1C73-7908247E7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 Overloading</a:t>
            </a:r>
          </a:p>
          <a:p>
            <a:endParaRPr lang="en-US" dirty="0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7E058-613D-7E3A-4A8E-F0C932752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27" y="1250531"/>
            <a:ext cx="10659373" cy="492643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95BC8A-921D-7121-E5D4-C0B0EE92F3D6}"/>
              </a:ext>
            </a:extLst>
          </p:cNvPr>
          <p:cNvSpPr/>
          <p:nvPr/>
        </p:nvSpPr>
        <p:spPr>
          <a:xfrm>
            <a:off x="836763" y="1304028"/>
            <a:ext cx="4356339" cy="481641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 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num1(int a, int b)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return a + b;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float num2(float a, float b)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return a + b;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main()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int marks1 = num1(10, 20);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float marks2 = num2(5.5, 4.7);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&lt;&lt;"Integer Value:"&lt;&lt; marks1 &lt;&lt;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endl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&lt;&lt;"Float Value:"&lt;&lt; marks2;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return 0;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  <a:p>
            <a:pPr algn="ctr"/>
            <a:endParaRPr lang="en-US" dirty="0"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55A559-AC93-F555-12CC-529457FDC82A}"/>
              </a:ext>
            </a:extLst>
          </p:cNvPr>
          <p:cNvSpPr/>
          <p:nvPr/>
        </p:nvSpPr>
        <p:spPr>
          <a:xfrm>
            <a:off x="5781675" y="1303128"/>
            <a:ext cx="4456979" cy="48164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 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num(int a, int b)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return a + b;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double num(double a, double b)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return a + b;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main()</a:t>
            </a: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int num1 = num(10, 5);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double num2 = num(5.5, 5.4);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&lt;&lt; "Integer Number:" &lt;&lt; num1 &lt;&lt;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endl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&lt;&lt; "Double Number:" &lt;&lt; num2;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ctr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7127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ECCCE-1398-22AA-D3A0-FD3240F62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Pass by Value &amp; Pass by Reference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C4E0D-2EED-89AD-CAE6-AF504F631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88"/>
            <a:ext cx="10328695" cy="458137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829D0C-4CB6-23FC-C14C-63AA29817CB6}"/>
              </a:ext>
            </a:extLst>
          </p:cNvPr>
          <p:cNvSpPr/>
          <p:nvPr/>
        </p:nvSpPr>
        <p:spPr>
          <a:xfrm>
            <a:off x="836762" y="1692217"/>
            <a:ext cx="4428226" cy="435633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 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void marks(int num)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num= 50;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main() 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a = 30;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&lt;&lt;"Before Calling:"&lt;&lt;a &lt;&lt;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endl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marks(a);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&lt;&lt;"After Calling:"&lt;&lt;a;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0CB17-FEC2-1B85-E8E1-01FD3C9FD165}"/>
              </a:ext>
            </a:extLst>
          </p:cNvPr>
          <p:cNvSpPr/>
          <p:nvPr/>
        </p:nvSpPr>
        <p:spPr>
          <a:xfrm>
            <a:off x="5781675" y="1720072"/>
            <a:ext cx="4730150" cy="43275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 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void marks(int *num)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*num= 50;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main() 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a = 30;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&lt;&lt;"Before Calling:"&lt;&lt;a &lt;&lt;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endl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marks(&amp;a);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&lt;&lt;"After Calling:"&lt;&lt;a;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  <a:p>
            <a:pPr algn="ctr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9443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2E5FA-D9B7-591A-0CC1-57D927918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86A7F6-0B23-5EEF-71FC-BEB7786E7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4361" y="1690688"/>
            <a:ext cx="6588694" cy="3967990"/>
          </a:xfrm>
        </p:spPr>
      </p:pic>
    </p:spTree>
    <p:extLst>
      <p:ext uri="{BB962C8B-B14F-4D97-AF65-F5344CB8AC3E}">
        <p14:creationId xmlns:p14="http://schemas.microsoft.com/office/powerpoint/2010/main" val="3702707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1032</Words>
  <Application>Microsoft Office PowerPoint</Application>
  <PresentationFormat>Widescreen</PresentationFormat>
  <Paragraphs>232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office theme</vt:lpstr>
      <vt:lpstr>Introduction To Programming</vt:lpstr>
      <vt:lpstr>Contents</vt:lpstr>
      <vt:lpstr>Function</vt:lpstr>
      <vt:lpstr>Function...</vt:lpstr>
      <vt:lpstr>Function Parameters</vt:lpstr>
      <vt:lpstr>Function Parameters...</vt:lpstr>
      <vt:lpstr>Function Parameters...</vt:lpstr>
      <vt:lpstr>Multiple Parameters</vt:lpstr>
      <vt:lpstr>Return Values </vt:lpstr>
      <vt:lpstr>Function Overloading </vt:lpstr>
      <vt:lpstr>Pass by Value &amp; Pass by Reference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Methila Farzana Woishe</cp:lastModifiedBy>
  <cp:revision>256</cp:revision>
  <dcterms:created xsi:type="dcterms:W3CDTF">2022-07-01T13:53:14Z</dcterms:created>
  <dcterms:modified xsi:type="dcterms:W3CDTF">2023-04-01T05:47:10Z</dcterms:modified>
</cp:coreProperties>
</file>