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6" r:id="rId6"/>
    <p:sldId id="267" r:id="rId7"/>
    <p:sldId id="268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D6787-BC2C-A134-3777-FA1E7DB1ADCE}" v="236" dt="2022-06-17T15:32:04.482"/>
    <p1510:client id="{A3630128-10EC-4040-A88E-A9CA1BF58C2A}" v="68" dt="2022-06-16T08:50:43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Introduction To Programming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C884-B91D-D015-B4E5-30B3A36F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Content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647C7-525A-4DED-AC61-6F0B66B7E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String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71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1ABC-FC3E-10A8-641D-1E04FA4B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String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3A6C7-A443-29E4-BEAE-38098355D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351" y="1911889"/>
            <a:ext cx="10429336" cy="3848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C++ uses the &lt;</a:t>
            </a:r>
            <a:r>
              <a:rPr lang="en-US" dirty="0" err="1">
                <a:ea typeface="+mn-lt"/>
                <a:cs typeface="+mn-lt"/>
              </a:rPr>
              <a:t>string.h</a:t>
            </a:r>
            <a:r>
              <a:rPr lang="en-US" dirty="0">
                <a:ea typeface="+mn-lt"/>
                <a:cs typeface="+mn-lt"/>
              </a:rPr>
              <a:t>&gt; header file to provide the prototypes. </a:t>
            </a: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Most frequently used functions: </a:t>
            </a:r>
            <a:r>
              <a:rPr lang="en-US" dirty="0" err="1">
                <a:ea typeface="+mn-lt"/>
                <a:cs typeface="+mn-lt"/>
              </a:rPr>
              <a:t>strlen</a:t>
            </a:r>
            <a:r>
              <a:rPr lang="en-US" dirty="0">
                <a:ea typeface="+mn-lt"/>
                <a:cs typeface="+mn-lt"/>
              </a:rPr>
              <a:t>(), </a:t>
            </a:r>
            <a:r>
              <a:rPr lang="en-US" dirty="0" err="1">
                <a:ea typeface="+mn-lt"/>
                <a:cs typeface="+mn-lt"/>
              </a:rPr>
              <a:t>strcat</a:t>
            </a:r>
            <a:r>
              <a:rPr lang="en-US" dirty="0">
                <a:ea typeface="+mn-lt"/>
                <a:cs typeface="+mn-lt"/>
              </a:rPr>
              <a:t>(), </a:t>
            </a:r>
            <a:r>
              <a:rPr lang="en-US" dirty="0" err="1">
                <a:ea typeface="+mn-lt"/>
                <a:cs typeface="+mn-lt"/>
              </a:rPr>
              <a:t>strcat</a:t>
            </a:r>
            <a:r>
              <a:rPr lang="en-US" dirty="0">
                <a:ea typeface="+mn-lt"/>
                <a:cs typeface="+mn-lt"/>
              </a:rPr>
              <a:t>(), </a:t>
            </a:r>
            <a:r>
              <a:rPr lang="en-US" dirty="0" err="1">
                <a:ea typeface="+mn-lt"/>
                <a:cs typeface="+mn-lt"/>
              </a:rPr>
              <a:t>strcmp</a:t>
            </a:r>
            <a:r>
              <a:rPr lang="en-US" dirty="0">
                <a:ea typeface="+mn-lt"/>
                <a:cs typeface="+mn-lt"/>
              </a:rPr>
              <a:t>(), </a:t>
            </a:r>
            <a:r>
              <a:rPr lang="en-US" dirty="0" err="1">
                <a:ea typeface="+mn-lt"/>
                <a:cs typeface="+mn-lt"/>
              </a:rPr>
              <a:t>strncmp</a:t>
            </a:r>
            <a:r>
              <a:rPr lang="en-US" dirty="0">
                <a:ea typeface="+mn-lt"/>
                <a:cs typeface="+mn-lt"/>
              </a:rPr>
              <a:t>(), </a:t>
            </a:r>
            <a:r>
              <a:rPr lang="en-US" dirty="0" err="1">
                <a:ea typeface="+mn-lt"/>
                <a:cs typeface="+mn-lt"/>
              </a:rPr>
              <a:t>strcpy</a:t>
            </a:r>
            <a:r>
              <a:rPr lang="en-US" dirty="0">
                <a:ea typeface="+mn-lt"/>
                <a:cs typeface="+mn-lt"/>
              </a:rPr>
              <a:t>(), and </a:t>
            </a:r>
            <a:r>
              <a:rPr lang="en-US" dirty="0" err="1">
                <a:ea typeface="+mn-lt"/>
                <a:cs typeface="+mn-lt"/>
              </a:rPr>
              <a:t>strchr</a:t>
            </a:r>
            <a:r>
              <a:rPr lang="en-US" dirty="0">
                <a:ea typeface="+mn-lt"/>
                <a:cs typeface="+mn-lt"/>
              </a:rPr>
              <a:t>(). 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#include&lt;iostream&gt;</a:t>
            </a:r>
          </a:p>
          <a:p>
            <a:pPr marL="0" indent="0" algn="ctr">
              <a:buNone/>
            </a:pPr>
            <a:r>
              <a:rPr lang="en-US" b="1" dirty="0">
                <a:ea typeface="+mn-lt"/>
                <a:cs typeface="+mn-lt"/>
              </a:rPr>
              <a:t>#include&lt;string.h&gt;</a:t>
            </a:r>
            <a:endParaRPr lang="en-US" b="1" dirty="0"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b="1" dirty="0">
                <a:cs typeface="Calibri" panose="020F0502020204030204"/>
              </a:rPr>
              <a:t>Using namespace std;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b="1" dirty="0">
              <a:cs typeface="Calibri"/>
            </a:endParaRPr>
          </a:p>
          <a:p>
            <a:endParaRPr lang="en-US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506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1DB2-71BC-F7A5-F461-F8FAF60D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String...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D424E-FE4F-A448-E733-5403642DC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>
                <a:cs typeface="Calibri"/>
              </a:rPr>
              <a:t>strcat</a:t>
            </a:r>
            <a:r>
              <a:rPr lang="en-US" b="1" dirty="0">
                <a:cs typeface="Calibri"/>
              </a:rPr>
              <a:t> (</a:t>
            </a:r>
            <a:r>
              <a:rPr lang="en-US" b="1" i="1" dirty="0">
                <a:cs typeface="Calibri"/>
              </a:rPr>
              <a:t>s1, s2</a:t>
            </a:r>
            <a:r>
              <a:rPr lang="en-US" b="1" dirty="0">
                <a:cs typeface="Calibri"/>
              </a:rPr>
              <a:t>)</a:t>
            </a:r>
            <a:endParaRPr lang="en-US" b="1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5EBEA9-E84A-1E20-EC97-085F2DE21C0F}"/>
              </a:ext>
            </a:extLst>
          </p:cNvPr>
          <p:cNvSpPr/>
          <p:nvPr/>
        </p:nvSpPr>
        <p:spPr>
          <a:xfrm>
            <a:off x="3395933" y="2224179"/>
            <a:ext cx="3666225" cy="3680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string.h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char course1[]= "My course is: 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char course2[]= "C++";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strcat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(course1, course2);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&lt;&lt;course1;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D32CBC1-B139-6D85-B5FC-B9FA2B49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85" y="3520746"/>
            <a:ext cx="2698630" cy="80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80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6FCE-6B4D-B421-00E9-07A3457C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String...</a:t>
            </a:r>
            <a:endParaRPr lang="en-US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33615-421C-C600-6FC6-FC76D9585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strcmp</a:t>
            </a:r>
            <a:r>
              <a:rPr lang="en-US" b="1" dirty="0">
                <a:ea typeface="+mn-lt"/>
                <a:cs typeface="+mn-lt"/>
              </a:rPr>
              <a:t> (</a:t>
            </a:r>
            <a:r>
              <a:rPr lang="en-US" b="1" i="1" dirty="0">
                <a:ea typeface="+mn-lt"/>
                <a:cs typeface="+mn-lt"/>
              </a:rPr>
              <a:t>s1, s2</a:t>
            </a:r>
            <a:r>
              <a:rPr lang="en-US" b="1" dirty="0">
                <a:ea typeface="+mn-lt"/>
                <a:cs typeface="+mn-lt"/>
              </a:rPr>
              <a:t>)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EC940-1022-42DB-862B-43FCB9F937DC}"/>
              </a:ext>
            </a:extLst>
          </p:cNvPr>
          <p:cNvSpPr/>
          <p:nvPr/>
        </p:nvSpPr>
        <p:spPr>
          <a:xfrm>
            <a:off x="3712235" y="2008518"/>
            <a:ext cx="3996904" cy="37381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string.h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strcmp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("HE","SHE")&lt;&lt;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strcmp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("SHE","SHE")&lt;&lt;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strcmp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("SHE","HE")&lt;&lt;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strcmp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("HEE","SHE")&lt;&lt;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36714CF-48F0-F4CC-7A9D-298EB6FAA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490" y="2837103"/>
            <a:ext cx="942076" cy="217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7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4BA2-06CC-393D-E736-F3FE6CAB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String...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C6E9-C357-4E93-61B3-408B40A3E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strcpy</a:t>
            </a:r>
            <a:r>
              <a:rPr lang="en-US" b="1" dirty="0">
                <a:ea typeface="+mn-lt"/>
                <a:cs typeface="+mn-lt"/>
              </a:rPr>
              <a:t> (</a:t>
            </a:r>
            <a:r>
              <a:rPr lang="en-US" b="1" i="1" dirty="0">
                <a:ea typeface="+mn-lt"/>
                <a:cs typeface="+mn-lt"/>
              </a:rPr>
              <a:t>s1, s2</a:t>
            </a:r>
            <a:r>
              <a:rPr lang="en-US" b="1" dirty="0">
                <a:ea typeface="+mn-lt"/>
                <a:cs typeface="+mn-lt"/>
              </a:rPr>
              <a:t>)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7B2519-83DE-1FA4-688A-22B11B6198CE}"/>
              </a:ext>
            </a:extLst>
          </p:cNvPr>
          <p:cNvSpPr/>
          <p:nvPr/>
        </p:nvSpPr>
        <p:spPr>
          <a:xfrm>
            <a:off x="3352800" y="2181047"/>
            <a:ext cx="3364300" cy="35512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string.h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char course1[]= "C++";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char course2[5];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strcpy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(course2, course1);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&lt;&lt;"Course is: "&lt;&lt;course2;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 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83CBCC1-A606-9215-A753-A1EC778CF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088" y="2979348"/>
            <a:ext cx="2891825" cy="131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19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EDF4-A5E4-7CE8-E312-A05FE883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String...</a:t>
            </a:r>
            <a:endParaRPr lang="en-US" dirty="0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4A15F-4C28-0A9F-17C1-232B2E900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strlen</a:t>
            </a:r>
            <a:r>
              <a:rPr lang="en-US" b="1" dirty="0">
                <a:ea typeface="+mn-lt"/>
                <a:cs typeface="+mn-lt"/>
              </a:rPr>
              <a:t> (</a:t>
            </a:r>
            <a:r>
              <a:rPr lang="en-US" b="1" i="1" dirty="0">
                <a:ea typeface="+mn-lt"/>
                <a:cs typeface="+mn-lt"/>
              </a:rPr>
              <a:t>s</a:t>
            </a:r>
            <a:r>
              <a:rPr lang="en-US" b="1" dirty="0">
                <a:ea typeface="+mn-lt"/>
                <a:cs typeface="+mn-lt"/>
              </a:rPr>
              <a:t>)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AC27B2-8A6A-9127-7B68-9C426C8BE019}"/>
              </a:ext>
            </a:extLst>
          </p:cNvPr>
          <p:cNvSpPr/>
          <p:nvPr/>
        </p:nvSpPr>
        <p:spPr>
          <a:xfrm>
            <a:off x="3424687" y="2238555"/>
            <a:ext cx="3306792" cy="32924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#include &lt;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string.h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char course[]= "C++";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int length =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strlen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(course);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&lt;&lt;"Length is: "&lt;&lt;length;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B952E41-19DF-EEBD-7CD9-357E203B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493" y="3434392"/>
            <a:ext cx="2097656" cy="70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3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9EC8-1920-4367-CBED-D942D59C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String…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5740D-93FF-F826-9338-A9E841CEE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7298"/>
            <a:ext cx="6702287" cy="43292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9B8CD-1B28-141A-5039-DC88953EE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51" y="2250595"/>
            <a:ext cx="2428406" cy="263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3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A1DB-FB06-8A63-FC7D-B9EC1358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String...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59740-5908-8C6D-4FEA-282939A2F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D856D-564A-2EDB-5A50-B5111327C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7"/>
            <a:ext cx="6530009" cy="4486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9D0103-90AA-2038-5C23-D4C7FCB8D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476" y="2425148"/>
            <a:ext cx="2578994" cy="27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5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316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Introduction To Programming</vt:lpstr>
      <vt:lpstr>Content</vt:lpstr>
      <vt:lpstr>String</vt:lpstr>
      <vt:lpstr>String...</vt:lpstr>
      <vt:lpstr>String...</vt:lpstr>
      <vt:lpstr>String...</vt:lpstr>
      <vt:lpstr>String...</vt:lpstr>
      <vt:lpstr>String…</vt:lpstr>
      <vt:lpstr>String...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Methila Farzana Woishe</cp:lastModifiedBy>
  <cp:revision>138</cp:revision>
  <dcterms:created xsi:type="dcterms:W3CDTF">2022-06-16T08:47:08Z</dcterms:created>
  <dcterms:modified xsi:type="dcterms:W3CDTF">2023-03-13T04:45:16Z</dcterms:modified>
</cp:coreProperties>
</file>