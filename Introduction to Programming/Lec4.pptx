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E9060-5F2E-42C2-928B-D24870A90986}" v="202" dt="2022-06-04T02:56:20.920"/>
    <p1510:client id="{166653FE-3EAB-E570-96CC-24D5E720E0C6}" v="35" dt="2022-06-04T15:55:39.881"/>
    <p1510:client id="{5D8D2E4D-64C3-3481-958A-97E7C08D3517}" v="251" dt="2022-06-06T16:12:46.501"/>
    <p1510:client id="{DF1009BC-C262-F43D-CE4B-04C9EB17F338}" v="29" dt="2022-06-06T16:40:04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Introduction To Programming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CAC6-9472-8ACA-9B67-3BFE40CB0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AC8A-A8E5-F70E-3464-D8F34D0D2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Arrays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73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EDF3-950D-21A2-168F-E09276EF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Arrays</a:t>
            </a:r>
            <a:endParaRPr lang="en-US" b="1" dirty="0">
              <a:cs typeface="Calibri Light"/>
            </a:endParaRPr>
          </a:p>
          <a:p>
            <a:endParaRPr lang="en-US" b="1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91ADA-F713-9B3E-93AB-DB72E64D8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Arrays is a set of ordered data items.</a:t>
            </a:r>
          </a:p>
          <a:p>
            <a:r>
              <a:rPr lang="en-US" dirty="0">
                <a:ea typeface="+mn-lt"/>
                <a:cs typeface="+mn-lt"/>
              </a:rPr>
              <a:t>Arrays are used to store multiple values in a single variable, instead of declaring separate variables for each value.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ea typeface="+mn-lt"/>
                <a:cs typeface="+mn-lt"/>
              </a:rPr>
              <a:t>To declare an array, define the variable type, specify the name of the array followed by </a:t>
            </a:r>
            <a:r>
              <a:rPr lang="en-US" b="1" dirty="0">
                <a:ea typeface="+mn-lt"/>
                <a:cs typeface="+mn-lt"/>
              </a:rPr>
              <a:t>square brackets</a:t>
            </a:r>
            <a:r>
              <a:rPr lang="en-US" dirty="0">
                <a:ea typeface="+mn-lt"/>
                <a:cs typeface="+mn-lt"/>
              </a:rPr>
              <a:t> and specify the number of elements it should store.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Syntax-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                     Datatype array_name [array size];</a:t>
            </a:r>
          </a:p>
          <a:p>
            <a:pPr marL="0" indent="0" algn="ctr">
              <a:buNone/>
            </a:pPr>
            <a:r>
              <a:rPr lang="en-US" dirty="0">
                <a:cs typeface="Calibri"/>
              </a:rPr>
              <a:t>   </a:t>
            </a:r>
            <a:endParaRPr lang="en-US" b="1" dirty="0">
              <a:ea typeface="Calibri"/>
              <a:cs typeface="Calibri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5744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4E71-A7DB-9E7D-1B83-EC2E1B894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Calibri Light"/>
                <a:cs typeface="Calibri Light"/>
              </a:rPr>
              <a:t>Arrays...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73B95-447D-F21E-0860-76CECE1BB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libri"/>
                <a:cs typeface="Calibri"/>
              </a:rPr>
              <a:t>Example--</a:t>
            </a:r>
          </a:p>
          <a:p>
            <a:pPr marL="457200" indent="-457200"/>
            <a:r>
              <a:rPr lang="en-US" b="1" dirty="0">
                <a:ea typeface="Calibri"/>
                <a:cs typeface="Calibri"/>
              </a:rPr>
              <a:t>string courses[3];</a:t>
            </a:r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en-US" b="1" dirty="0">
                <a:ea typeface="Calibri"/>
                <a:cs typeface="Calibri"/>
              </a:rPr>
              <a:t>string courses[3] = {"C++", "Java", "C#"};</a:t>
            </a:r>
            <a:endParaRPr lang="en-US" dirty="0">
              <a:ea typeface="+mn-lt"/>
              <a:cs typeface="+mn-lt"/>
            </a:endParaRPr>
          </a:p>
          <a:p>
            <a:pPr marL="457200" indent="-457200"/>
            <a:r>
              <a:rPr lang="en-US" b="1" dirty="0">
                <a:ea typeface="Calibri"/>
                <a:cs typeface="Calibri"/>
              </a:rPr>
              <a:t>int number[4] = {10, 20, 30,40};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string courses[] = {"C++", "Java", "Python"};</a:t>
            </a:r>
            <a:endParaRPr lang="en-US" b="1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cout</a:t>
            </a:r>
            <a:r>
              <a:rPr lang="en-US" dirty="0">
                <a:ea typeface="+mn-lt"/>
                <a:cs typeface="+mn-lt"/>
              </a:rPr>
              <a:t>&lt;&lt; courses[0]&lt;&lt;"\n";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cout</a:t>
            </a:r>
            <a:r>
              <a:rPr lang="en-US" dirty="0">
                <a:ea typeface="+mn-lt"/>
                <a:cs typeface="+mn-lt"/>
              </a:rPr>
              <a:t>&lt;&lt; courses[1]&lt;&lt;"\n";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</a:t>
            </a:r>
            <a:r>
              <a:rPr lang="en-US" dirty="0" err="1">
                <a:ea typeface="+mn-lt"/>
                <a:cs typeface="+mn-lt"/>
              </a:rPr>
              <a:t>cout</a:t>
            </a:r>
            <a:r>
              <a:rPr lang="en-US" dirty="0">
                <a:ea typeface="+mn-lt"/>
                <a:cs typeface="+mn-lt"/>
              </a:rPr>
              <a:t>&lt;&lt; courses[2]&lt;&lt;"\n";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12061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61341-75EF-B773-704C-0DDBF27D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Arrays...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E0067-A410-EA1C-9963-0CA51264C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2EBA7-3C1D-33E8-FBBA-8AFE78028040}"/>
              </a:ext>
            </a:extLst>
          </p:cNvPr>
          <p:cNvSpPr/>
          <p:nvPr/>
        </p:nvSpPr>
        <p:spPr>
          <a:xfrm>
            <a:off x="951781" y="1893498"/>
            <a:ext cx="4341960" cy="16102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int main()</a:t>
            </a:r>
          </a:p>
          <a:p>
            <a:r>
              <a:rPr lang="en-US" b="1" dirty="0">
                <a:solidFill>
                  <a:schemeClr val="tx1"/>
                </a:solidFill>
              </a:rPr>
              <a:t> 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string courses[3] = {"C++", "Java", "C#"};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</a:t>
            </a:r>
            <a:r>
              <a:rPr lang="en-US" b="1" dirty="0" err="1">
                <a:solidFill>
                  <a:schemeClr val="tx1"/>
                </a:solidFill>
              </a:rPr>
              <a:t>cout</a:t>
            </a:r>
            <a:r>
              <a:rPr lang="en-US" b="1" dirty="0">
                <a:solidFill>
                  <a:schemeClr val="tx1"/>
                </a:solidFill>
              </a:rPr>
              <a:t> &lt;&lt; courses[0];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return 0;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569F96-5B50-D29A-4F59-5C4FE328E1DE}"/>
              </a:ext>
            </a:extLst>
          </p:cNvPr>
          <p:cNvSpPr/>
          <p:nvPr/>
        </p:nvSpPr>
        <p:spPr>
          <a:xfrm>
            <a:off x="951782" y="3661914"/>
            <a:ext cx="4341960" cy="15958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 </a:t>
            </a: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int number[4] = {11,12,13,14};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number[3];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69BAC2-F6AE-7525-128D-B69A08042AC6}"/>
              </a:ext>
            </a:extLst>
          </p:cNvPr>
          <p:cNvSpPr/>
          <p:nvPr/>
        </p:nvSpPr>
        <p:spPr>
          <a:xfrm>
            <a:off x="6011713" y="1950109"/>
            <a:ext cx="4744527" cy="15958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int main() 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int number[4] = {11,12,13,14};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number[3]={30};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</a:t>
            </a:r>
            <a:r>
              <a:rPr lang="en-US" b="1" dirty="0" err="1">
                <a:solidFill>
                  <a:schemeClr val="tx1"/>
                </a:solidFill>
              </a:rPr>
              <a:t>cout</a:t>
            </a:r>
            <a:r>
              <a:rPr lang="en-US" b="1" dirty="0">
                <a:solidFill>
                  <a:schemeClr val="tx1"/>
                </a:solidFill>
              </a:rPr>
              <a:t> &lt;&lt; number[3];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return 0;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}</a:t>
            </a:r>
            <a:endParaRPr lang="en-US" b="1" dirty="0">
              <a:solidFill>
                <a:schemeClr val="tx1"/>
              </a:solidFill>
              <a:cs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939A20-C986-F592-C940-2943A93BB2E8}"/>
              </a:ext>
            </a:extLst>
          </p:cNvPr>
          <p:cNvSpPr/>
          <p:nvPr/>
        </p:nvSpPr>
        <p:spPr>
          <a:xfrm>
            <a:off x="6012612" y="3661913"/>
            <a:ext cx="4744526" cy="1595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string courses[4] = {"C++", "Java", "C#", "Python"};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for (int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= 0;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&lt; 4; 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++)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  </a:t>
            </a:r>
            <a:r>
              <a:rPr lang="en-US" b="1" dirty="0" err="1">
                <a:solidFill>
                  <a:schemeClr val="tx1"/>
                </a:solidFill>
              </a:rPr>
              <a:t>cout</a:t>
            </a:r>
            <a:r>
              <a:rPr lang="en-US" b="1" dirty="0">
                <a:solidFill>
                  <a:schemeClr val="tx1"/>
                </a:solidFill>
              </a:rPr>
              <a:t> &lt;&lt; courses[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] &lt;&lt; "\n";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</a:rPr>
              <a:t>  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8720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00E25-FC69-E0FC-1968-AD546DC5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Arrays...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B3B80-623B-31A3-E8D2-95F0757E4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691" y="1753738"/>
            <a:ext cx="10515600" cy="4351338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3B8C7B-28EB-C381-5F55-1786F630D375}"/>
              </a:ext>
            </a:extLst>
          </p:cNvPr>
          <p:cNvSpPr/>
          <p:nvPr/>
        </p:nvSpPr>
        <p:spPr>
          <a:xfrm>
            <a:off x="836762" y="1821611"/>
            <a:ext cx="5103961" cy="17109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string courses[4] = {"C++", "Java", "C#", "Python"};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courses[3] = {"C"};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for (int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= 0;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 4;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++)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cs typeface="Calibri"/>
              </a:rPr>
              <a:t> 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   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courses[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] &lt;&lt; ", 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02C05F-69D5-C6D8-DD48-441D9A6A1EE5}"/>
              </a:ext>
            </a:extLst>
          </p:cNvPr>
          <p:cNvSpPr/>
          <p:nvPr/>
        </p:nvSpPr>
        <p:spPr>
          <a:xfrm>
            <a:off x="836762" y="4064479"/>
            <a:ext cx="5032074" cy="16965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string courses[3] = {"C++", "Java", "C#"};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for (int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= 0;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 3;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++) </a:t>
            </a:r>
            <a:endParaRPr lang="en-US" b="1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" No Index: " &lt;&lt; courses[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] &lt;&lt; "\n";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A76DC4-506C-A328-231C-64B3D286D9FC}"/>
              </a:ext>
            </a:extLst>
          </p:cNvPr>
          <p:cNvSpPr/>
          <p:nvPr/>
        </p:nvSpPr>
        <p:spPr>
          <a:xfrm>
            <a:off x="6472687" y="1821612"/>
            <a:ext cx="3105507" cy="40400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string courses[3] 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cin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&gt;&gt; courses[0];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cin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&gt;&gt; courses[1];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 err="1">
                <a:solidFill>
                  <a:schemeClr val="tx1"/>
                </a:solidFill>
                <a:cs typeface="Calibri"/>
              </a:rPr>
              <a:t>cin</a:t>
            </a:r>
            <a:r>
              <a:rPr lang="en-US" b="1" dirty="0">
                <a:solidFill>
                  <a:schemeClr val="tx1"/>
                </a:solidFill>
                <a:cs typeface="Calibri"/>
              </a:rPr>
              <a:t>&gt;&gt; courses[2];</a:t>
            </a:r>
          </a:p>
          <a:p>
            <a:endParaRPr lang="en-US" b="1" dirty="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for(int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=0;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&lt;3;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++)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  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 "Course Name: "&lt;&lt;courses[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]&lt;&lt;"\n";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 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38183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BF85-F916-8A9E-9A29-EC7A3E07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Arrays...</a:t>
            </a:r>
            <a:endParaRPr lang="en-US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35240-9768-2D4D-44DB-556E988A8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514228-4A50-7DDC-197D-FB6018353308}"/>
              </a:ext>
            </a:extLst>
          </p:cNvPr>
          <p:cNvSpPr/>
          <p:nvPr/>
        </p:nvSpPr>
        <p:spPr>
          <a:xfrm>
            <a:off x="836762" y="1864744"/>
            <a:ext cx="4802037" cy="43132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string courses[10] 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 for (int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=0;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&lt;10;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++)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  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 "Enter Course Name: "&lt;&lt;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&lt;&lt;" 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    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cin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&gt;&gt; courses[</a:t>
            </a:r>
            <a:r>
              <a:rPr lang="en-US" b="1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];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 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 for(int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=0;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&lt;10;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++)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 {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    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&lt;&lt; "Course Name: "&lt;&lt;courses[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]&lt;&lt;"\n";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  }</a:t>
            </a:r>
            <a:endParaRPr lang="en-US" b="1" dirty="0">
              <a:solidFill>
                <a:schemeClr val="tx1"/>
              </a:solidFill>
              <a:cs typeface="Calibri"/>
            </a:endParaRPr>
          </a:p>
          <a:p>
            <a:pPr algn="ctr"/>
            <a:endParaRPr lang="en-US"/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  return 0;</a:t>
            </a:r>
            <a:endParaRPr lang="en-US" b="1">
              <a:solidFill>
                <a:schemeClr val="tx1"/>
              </a:solidFill>
              <a:cs typeface="Calibri" panose="020F0502020204030204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127300-1A0D-BAFD-8E6E-E0DC8DC4AB8B}"/>
              </a:ext>
            </a:extLst>
          </p:cNvPr>
          <p:cNvSpPr/>
          <p:nvPr/>
        </p:nvSpPr>
        <p:spPr>
          <a:xfrm>
            <a:off x="6530196" y="1864744"/>
            <a:ext cx="4169432" cy="42556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main()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int num[4] = {12,15,20,18};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for(int 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=0;i&lt;=3;i++)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if(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==3)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{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num[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]= {17};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cout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 &lt;&lt; "Marks is: "&lt;&lt;num[</a:t>
            </a:r>
            <a:r>
              <a:rPr lang="en-US" b="1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]&lt;&lt;"\n";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return 0;</a:t>
            </a:r>
            <a:endParaRPr lang="en-US" b="1">
              <a:solidFill>
                <a:schemeClr val="tx1"/>
              </a:solidFill>
              <a:cs typeface="Calibri"/>
            </a:endParaRPr>
          </a:p>
          <a:p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}</a:t>
            </a:r>
            <a:endParaRPr lang="en-US" b="1" dirty="0">
              <a:solidFill>
                <a:schemeClr val="tx1"/>
              </a:solidFill>
              <a:cs typeface="Calibri" panose="020F0502020204030204"/>
            </a:endParaRPr>
          </a:p>
          <a:p>
            <a:pPr algn="ctr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567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605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Introduction To Programming</vt:lpstr>
      <vt:lpstr>Content</vt:lpstr>
      <vt:lpstr>Arrays </vt:lpstr>
      <vt:lpstr>Arrays...</vt:lpstr>
      <vt:lpstr>Arrays...</vt:lpstr>
      <vt:lpstr>Arrays...</vt:lpstr>
      <vt:lpstr>Arrays...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Methila Farzana Woishe</cp:lastModifiedBy>
  <cp:revision>201</cp:revision>
  <dcterms:created xsi:type="dcterms:W3CDTF">2022-06-04T02:12:56Z</dcterms:created>
  <dcterms:modified xsi:type="dcterms:W3CDTF">2022-10-12T06:57:55Z</dcterms:modified>
</cp:coreProperties>
</file>