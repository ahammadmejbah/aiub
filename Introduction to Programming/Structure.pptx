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72" r:id="rId9"/>
    <p:sldId id="27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694B5EA-A163-4E9B-AB08-D4C92FFA0CAC}">
          <p14:sldIdLst>
            <p14:sldId id="256"/>
            <p14:sldId id="257"/>
            <p14:sldId id="258"/>
            <p14:sldId id="259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80786-F9FB-CE6E-D227-65AA31C595C0}" v="4" dt="2022-06-14T03:33:32.128"/>
    <p1510:client id="{61CA2E45-881F-31A9-7C6E-3E86E1EAF442}" v="237" dt="2022-06-11T06:12:30.231"/>
    <p1510:client id="{D9EACF93-0C9E-45F1-BFF9-97DF38E43146}" v="61" dt="2022-06-11T05:06:00.118"/>
    <p1510:client id="{EFEA2A8A-E8C3-9454-A33E-68BFA52143BC}" v="69" dt="2022-06-11T14:54:18.938"/>
    <p1510:client id="{F46833AE-F726-2A35-28E2-08E2396CE8F0}" v="60" dt="2022-06-11T16:09:49.0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Introduction To Programming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06AD9-4A0F-B91B-715F-50DAA1C3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Content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68F5D-B899-7F88-AA9A-59B5E8E9C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Structure</a:t>
            </a:r>
          </a:p>
        </p:txBody>
      </p:sp>
    </p:spTree>
    <p:extLst>
      <p:ext uri="{BB962C8B-B14F-4D97-AF65-F5344CB8AC3E}">
        <p14:creationId xmlns:p14="http://schemas.microsoft.com/office/powerpoint/2010/main" val="1826690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42B57-FD64-481D-0C4D-86E68798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Structure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9F64-E122-2A0C-E9F1-B8565D340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57200" indent="-457200" algn="just"/>
            <a:r>
              <a:rPr lang="en-US" dirty="0">
                <a:ea typeface="+mn-lt"/>
                <a:cs typeface="+mn-lt"/>
              </a:rPr>
              <a:t>Structures (also called structs) are a way to group several related variables into one place. Each variable in the structure is known as a </a:t>
            </a:r>
            <a:r>
              <a:rPr lang="en-US" b="1" dirty="0">
                <a:ea typeface="+mn-lt"/>
                <a:cs typeface="+mn-lt"/>
              </a:rPr>
              <a:t>member</a:t>
            </a:r>
            <a:r>
              <a:rPr lang="en-US" dirty="0">
                <a:ea typeface="+mn-lt"/>
                <a:cs typeface="+mn-lt"/>
              </a:rPr>
              <a:t> of the structure.</a:t>
            </a:r>
          </a:p>
          <a:p>
            <a:pPr marL="457200" indent="-457200" algn="just"/>
            <a:r>
              <a:rPr lang="en-US" dirty="0">
                <a:cs typeface="Calibri" panose="020F0502020204030204"/>
              </a:rPr>
              <a:t>To create a structure, use the </a:t>
            </a:r>
            <a:r>
              <a:rPr lang="en-US" b="1" dirty="0">
                <a:solidFill>
                  <a:srgbClr val="0070C0"/>
                </a:solidFill>
                <a:cs typeface="Calibri" panose="020F0502020204030204"/>
              </a:rPr>
              <a:t>struct</a:t>
            </a:r>
            <a:r>
              <a:rPr lang="en-US" dirty="0">
                <a:cs typeface="Calibri" panose="020F0502020204030204"/>
              </a:rPr>
              <a:t> keyword and declare each of its members inside curly braces.</a:t>
            </a:r>
          </a:p>
          <a:p>
            <a:pPr marL="457200" indent="-457200" algn="just"/>
            <a:r>
              <a:rPr lang="en-US" dirty="0">
                <a:cs typeface="Calibri" panose="020F0502020204030204"/>
              </a:rPr>
              <a:t>After the declaration, specify the name of the structure variable</a:t>
            </a:r>
          </a:p>
          <a:p>
            <a:pPr marL="0" indent="0" algn="just">
              <a:buNone/>
            </a:pPr>
            <a:endParaRPr lang="en-US" dirty="0">
              <a:cs typeface="Calibri" panose="020F0502020204030204"/>
            </a:endParaRPr>
          </a:p>
          <a:p>
            <a:pPr algn="just"/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7160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584C9-4615-B8D5-51D2-F3256BFB3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cs typeface="Calibri Light"/>
              </a:rPr>
              <a:t>Structure</a:t>
            </a:r>
            <a:r>
              <a:rPr lang="en-US" b="1" dirty="0">
                <a:ea typeface="+mj-lt"/>
                <a:cs typeface="+mj-lt"/>
              </a:rPr>
              <a:t>...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A72E8-9F12-37B6-FAC6-EBDEF5474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704"/>
            <a:ext cx="10515600" cy="493125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b="1" dirty="0">
                <a:cs typeface="Calibri"/>
              </a:rPr>
              <a:t>Example-</a:t>
            </a:r>
            <a:endParaRPr lang="en-US" sz="3600" dirty="0">
              <a:cs typeface="Calibri"/>
            </a:endParaRPr>
          </a:p>
          <a:p>
            <a:pPr marL="3657600" lvl="8" indent="0">
              <a:buNone/>
            </a:pPr>
            <a:r>
              <a:rPr lang="en-US" sz="2000" b="1" dirty="0">
                <a:solidFill>
                  <a:srgbClr val="0070C0"/>
                </a:solidFill>
                <a:cs typeface="Calibri"/>
              </a:rPr>
              <a:t>struct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{</a:t>
            </a:r>
          </a:p>
          <a:p>
            <a:pPr marL="3657600" lvl="8" indent="0">
              <a:buNone/>
            </a:pPr>
            <a:r>
              <a:rPr lang="en-US" sz="2000" dirty="0">
                <a:cs typeface="Calibri"/>
              </a:rPr>
              <a:t>    </a:t>
            </a:r>
            <a:r>
              <a:rPr lang="en-US" sz="2000" dirty="0">
                <a:solidFill>
                  <a:srgbClr val="0070C0"/>
                </a:solidFill>
                <a:cs typeface="Calibri"/>
              </a:rPr>
              <a:t>int</a:t>
            </a:r>
            <a:r>
              <a:rPr lang="en-US" sz="2000" dirty="0">
                <a:cs typeface="Calibri"/>
              </a:rPr>
              <a:t> num1;</a:t>
            </a:r>
          </a:p>
          <a:p>
            <a:pPr marL="3657600" lvl="8" indent="0">
              <a:buNone/>
            </a:pPr>
            <a:r>
              <a:rPr lang="en-US" sz="2000" dirty="0">
                <a:cs typeface="Calibri"/>
              </a:rPr>
              <a:t>    </a:t>
            </a:r>
            <a:r>
              <a:rPr lang="en-US" sz="2000" dirty="0">
                <a:solidFill>
                  <a:srgbClr val="0070C0"/>
                </a:solidFill>
                <a:cs typeface="Calibri"/>
              </a:rPr>
              <a:t>float</a:t>
            </a:r>
            <a:r>
              <a:rPr lang="en-US" sz="2000" dirty="0">
                <a:cs typeface="Calibri"/>
              </a:rPr>
              <a:t> num2;</a:t>
            </a:r>
          </a:p>
          <a:p>
            <a:pPr marL="3657600" lvl="8" indent="0">
              <a:buNone/>
            </a:pPr>
            <a:r>
              <a:rPr lang="en-US" sz="2000" dirty="0">
                <a:cs typeface="Calibri"/>
              </a:rPr>
              <a:t>  </a:t>
            </a:r>
            <a:r>
              <a:rPr lang="en-US" sz="2000" dirty="0">
                <a:solidFill>
                  <a:srgbClr val="FF0000"/>
                </a:solidFill>
                <a:cs typeface="Calibri"/>
              </a:rPr>
              <a:t>}</a:t>
            </a:r>
            <a:r>
              <a:rPr lang="en-US" sz="2000" dirty="0">
                <a:cs typeface="Calibri"/>
              </a:rPr>
              <a:t> </a:t>
            </a:r>
            <a:r>
              <a:rPr lang="en-US" sz="2000" dirty="0" err="1">
                <a:cs typeface="Calibri"/>
              </a:rPr>
              <a:t>myStruct</a:t>
            </a:r>
            <a:r>
              <a:rPr lang="en-US" sz="2000" dirty="0">
                <a:cs typeface="Calibri"/>
              </a:rPr>
              <a:t>;</a:t>
            </a:r>
          </a:p>
          <a:p>
            <a:r>
              <a:rPr lang="en-US" dirty="0">
                <a:cs typeface="Calibri"/>
              </a:rPr>
              <a:t>To access members of a structure, use the dot syntax (.)-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5DB3-0178-A5B6-32A3-2027290FB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54" y="3657600"/>
            <a:ext cx="3569286" cy="233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8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4E947-7C5A-919F-F1C5-AC211721E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Structure in Multiple Variables</a:t>
            </a:r>
            <a:b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A6BC98-29AB-62EF-055A-4F7E90B57B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1992" y="1690688"/>
            <a:ext cx="6279711" cy="4080525"/>
          </a:xfrm>
        </p:spPr>
      </p:pic>
    </p:spTree>
    <p:extLst>
      <p:ext uri="{BB962C8B-B14F-4D97-AF65-F5344CB8AC3E}">
        <p14:creationId xmlns:p14="http://schemas.microsoft.com/office/powerpoint/2010/main" val="1092649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6F1FC-0F87-25FA-96A6-1EF5A75BC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Structure in Multiple Variables…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317B377-7ECF-32CB-76D8-4E1115EEF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5A7FFD-2933-1124-B74C-F0057C538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25625"/>
            <a:ext cx="7629939" cy="423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09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E37C-6BAB-BCBF-D48E-5A34579A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Structure in Multiple Variables…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E3ABC-43EA-3F05-F49C-8038022515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550504"/>
            <a:ext cx="6609522" cy="4452731"/>
          </a:xfrm>
        </p:spPr>
      </p:pic>
    </p:spTree>
    <p:extLst>
      <p:ext uri="{BB962C8B-B14F-4D97-AF65-F5344CB8AC3E}">
        <p14:creationId xmlns:p14="http://schemas.microsoft.com/office/powerpoint/2010/main" val="395854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936E8-4CB0-6B55-836B-41AF3BAF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Structure in Multiple Variables…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3EC29-B5D2-282D-C9F3-B69D9E678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61322"/>
            <a:ext cx="7974496" cy="3935895"/>
          </a:xfrm>
        </p:spPr>
      </p:pic>
    </p:spTree>
    <p:extLst>
      <p:ext uri="{BB962C8B-B14F-4D97-AF65-F5344CB8AC3E}">
        <p14:creationId xmlns:p14="http://schemas.microsoft.com/office/powerpoint/2010/main" val="3136778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9E7A-C89D-280C-15FF-097DCE51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Structure in Multiple Variables…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F5FB3-0757-1B48-AD9E-85CB3451DD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24000"/>
            <a:ext cx="8107017" cy="4399722"/>
          </a:xfrm>
        </p:spPr>
      </p:pic>
    </p:spTree>
    <p:extLst>
      <p:ext uri="{BB962C8B-B14F-4D97-AF65-F5344CB8AC3E}">
        <p14:creationId xmlns:p14="http://schemas.microsoft.com/office/powerpoint/2010/main" val="3730703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167</TotalTime>
  <Words>122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Segoe UI</vt:lpstr>
      <vt:lpstr>office theme</vt:lpstr>
      <vt:lpstr>Introduction To Programming</vt:lpstr>
      <vt:lpstr>Content</vt:lpstr>
      <vt:lpstr>Structure</vt:lpstr>
      <vt:lpstr>Structure...</vt:lpstr>
      <vt:lpstr>Structure in Multiple Variables </vt:lpstr>
      <vt:lpstr>Structure in Multiple Variables…</vt:lpstr>
      <vt:lpstr>Structure in Multiple Variables…</vt:lpstr>
      <vt:lpstr>Structure in Multiple Variables…</vt:lpstr>
      <vt:lpstr>Structure in Multiple Variables…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</dc:title>
  <dc:creator/>
  <cp:lastModifiedBy>Methila Farzana Woishe</cp:lastModifiedBy>
  <cp:revision>164</cp:revision>
  <dcterms:created xsi:type="dcterms:W3CDTF">2022-06-11T04:57:13Z</dcterms:created>
  <dcterms:modified xsi:type="dcterms:W3CDTF">2023-03-26T06:44:36Z</dcterms:modified>
</cp:coreProperties>
</file>