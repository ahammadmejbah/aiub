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301" r:id="rId4"/>
    <p:sldId id="280" r:id="rId5"/>
    <p:sldId id="281" r:id="rId6"/>
    <p:sldId id="286" r:id="rId7"/>
    <p:sldId id="282" r:id="rId8"/>
    <p:sldId id="283" r:id="rId9"/>
    <p:sldId id="284" r:id="rId10"/>
    <p:sldId id="285" r:id="rId11"/>
    <p:sldId id="287" r:id="rId12"/>
    <p:sldId id="288" r:id="rId13"/>
    <p:sldId id="295" r:id="rId14"/>
    <p:sldId id="296" r:id="rId15"/>
    <p:sldId id="298" r:id="rId16"/>
    <p:sldId id="297" r:id="rId17"/>
    <p:sldId id="289" r:id="rId18"/>
    <p:sldId id="299" r:id="rId19"/>
    <p:sldId id="300" r:id="rId20"/>
    <p:sldId id="290" r:id="rId21"/>
    <p:sldId id="291" r:id="rId22"/>
    <p:sldId id="327" r:id="rId23"/>
    <p:sldId id="328"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5E8905-3A9F-4DF8-BE85-8764B14DC0D4}" v="1" dt="2019-04-17T04:06:04.6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719"/>
  </p:normalViewPr>
  <p:slideViewPr>
    <p:cSldViewPr snapToGrid="0" snapToObjects="1">
      <p:cViewPr>
        <p:scale>
          <a:sx n="72" d="100"/>
          <a:sy n="72" d="100"/>
        </p:scale>
        <p:origin x="1120" y="-30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 " userId="7df7294e-d88c-40ba-90e5-79451dd84eeb" providerId="ADAL" clId="{865E8905-3A9F-4DF8-BE85-8764B14DC0D4}"/>
    <pc:docChg chg="modSld">
      <pc:chgData name=" " userId="7df7294e-d88c-40ba-90e5-79451dd84eeb" providerId="ADAL" clId="{865E8905-3A9F-4DF8-BE85-8764B14DC0D4}" dt="2019-04-17T04:06:04.677" v="0" actId="1076"/>
      <pc:docMkLst>
        <pc:docMk/>
      </pc:docMkLst>
      <pc:sldChg chg="modSp">
        <pc:chgData name=" " userId="7df7294e-d88c-40ba-90e5-79451dd84eeb" providerId="ADAL" clId="{865E8905-3A9F-4DF8-BE85-8764B14DC0D4}" dt="2019-04-17T04:06:04.677" v="0" actId="1076"/>
        <pc:sldMkLst>
          <pc:docMk/>
          <pc:sldMk cId="3716353229" sldId="259"/>
        </pc:sldMkLst>
        <pc:spChg chg="mod">
          <ac:chgData name=" " userId="7df7294e-d88c-40ba-90e5-79451dd84eeb" providerId="ADAL" clId="{865E8905-3A9F-4DF8-BE85-8764B14DC0D4}" dt="2019-04-17T04:06:04.677" v="0" actId="1076"/>
          <ac:spMkLst>
            <pc:docMk/>
            <pc:sldMk cId="3716353229" sldId="259"/>
            <ac:spMk id="5"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pPr/>
              <a:t>4/30/2023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pPr/>
              <a:t>4/30/2023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pPr/>
              <a:t>4/30/2023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pPr/>
              <a:t>4/30/2023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pPr/>
              <a:t>4/30/2023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pPr/>
              <a:t>4/30/2023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pPr/>
              <a:t>4/30/2023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pPr/>
              <a:t>4/30/2023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pPr/>
              <a:t>4/30/2023</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pPr/>
              <a:t>4/30/2023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pPr/>
              <a:t>4/30/2023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pPr/>
              <a:t>4/30/2023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pPr/>
              <a:t>4/30/2023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pPr/>
              <a:t>4/30/2023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pPr/>
              <a:t>4/30/2023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pPr/>
              <a:t>4/30/2023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pPr/>
              <a:t>4/30/2023</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pPr/>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hyperlink" Target="https://bradfieldcs.com/algos/trees/introduction/" TargetMode="External"/><Relationship Id="rId2" Type="http://schemas.openxmlformats.org/officeDocument/2006/relationships/hyperlink" Target="http://pages.cs.wisc.edu/~deppeler/cs367-common/readings/Trees/intro.html" TargetMode="Externa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Introduction to Trees (Cont.)</a:t>
            </a:r>
          </a:p>
        </p:txBody>
      </p:sp>
      <p:sp>
        <p:nvSpPr>
          <p:cNvPr id="3" name="Subtitle 2"/>
          <p:cNvSpPr>
            <a:spLocks noGrp="1"/>
          </p:cNvSpPr>
          <p:nvPr>
            <p:ph type="subTitle" idx="1"/>
          </p:nvPr>
        </p:nvSpPr>
        <p:spPr>
          <a:xfrm>
            <a:off x="476205" y="1532427"/>
            <a:ext cx="2789509" cy="484632"/>
          </a:xfrm>
        </p:spPr>
        <p:txBody>
          <a:bodyPr/>
          <a:lstStyle/>
          <a:p>
            <a:r>
              <a:rPr lang="en-US" dirty="0"/>
              <a:t>Course Code:</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137644047"/>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541417">
                  <a:extLst>
                    <a:ext uri="{9D8B030D-6E8A-4147-A177-3AD203B41FA5}">
                      <a16:colId xmlns:a16="http://schemas.microsoft.com/office/drawing/2014/main" val="1762131981"/>
                    </a:ext>
                  </a:extLst>
                </a:gridCol>
                <a:gridCol w="1240971">
                  <a:extLst>
                    <a:ext uri="{9D8B030D-6E8A-4147-A177-3AD203B41FA5}">
                      <a16:colId xmlns:a16="http://schemas.microsoft.com/office/drawing/2014/main" val="445458238"/>
                    </a:ext>
                  </a:extLst>
                </a:gridCol>
                <a:gridCol w="1444552">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r>
                        <a:rPr lang="en-US" dirty="0"/>
                        <a:t>21</a:t>
                      </a:r>
                    </a:p>
                  </a:txBody>
                  <a:tcPr/>
                </a:tc>
                <a:tc>
                  <a:txBody>
                    <a:bodyPr/>
                    <a:lstStyle/>
                    <a:p>
                      <a:r>
                        <a:rPr lang="en-US" dirty="0"/>
                        <a:t>Week No:</a:t>
                      </a:r>
                    </a:p>
                  </a:txBody>
                  <a:tcPr/>
                </a:tc>
                <a:tc>
                  <a:txBody>
                    <a:bodyPr/>
                    <a:lstStyle/>
                    <a:p>
                      <a:r>
                        <a:rPr lang="en-US"/>
                        <a:t>12</a:t>
                      </a:r>
                      <a:endParaRPr lang="en-US" dirty="0"/>
                    </a:p>
                  </a:txBody>
                  <a:tcPr/>
                </a:tc>
                <a:tc>
                  <a:txBody>
                    <a:bodyPr/>
                    <a:lstStyle/>
                    <a:p>
                      <a:r>
                        <a:rPr lang="en-US" dirty="0"/>
                        <a:t>Semester:</a:t>
                      </a:r>
                    </a:p>
                  </a:txBody>
                  <a:tcPr/>
                </a:tc>
                <a:tc>
                  <a:txBody>
                    <a:bodyPr/>
                    <a:lstStyle/>
                    <a:p>
                      <a:endParaRPr lang="en-US" dirty="0"/>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r>
                        <a:rPr lang="en-US" i="1" dirty="0"/>
                        <a:t>Name &amp; email</a:t>
                      </a:r>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363928"/>
            <a:ext cx="7754112" cy="3009930"/>
          </a:xfrm>
        </p:spPr>
        <p:txBody>
          <a:bodyPr>
            <a:normAutofit/>
          </a:bodyPr>
          <a:lstStyle/>
          <a:p>
            <a:pPr marL="342900" indent="-342900"/>
            <a:r>
              <a:rPr lang="en-US" sz="2800" dirty="0">
                <a:solidFill>
                  <a:schemeClr val="tx1"/>
                </a:solidFill>
              </a:rPr>
              <a:t>9.1 Introduction to Trees </a:t>
            </a:r>
          </a:p>
          <a:p>
            <a:pPr marL="342900" indent="-342900">
              <a:buAutoNum type="arabicPeriod"/>
            </a:pPr>
            <a:endParaRPr lang="en-US" sz="2800" dirty="0">
              <a:solidFill>
                <a:schemeClr val="tx1"/>
              </a:solidFill>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Objectives and Outcomes</a:t>
            </a:r>
          </a:p>
        </p:txBody>
      </p:sp>
      <p:sp>
        <p:nvSpPr>
          <p:cNvPr id="3" name="Subtitle 2"/>
          <p:cNvSpPr>
            <a:spLocks noGrp="1"/>
          </p:cNvSpPr>
          <p:nvPr>
            <p:ph type="subTitle" idx="1"/>
          </p:nvPr>
        </p:nvSpPr>
        <p:spPr>
          <a:xfrm>
            <a:off x="486697" y="2363928"/>
            <a:ext cx="7754112" cy="3009930"/>
          </a:xfrm>
        </p:spPr>
        <p:txBody>
          <a:bodyPr>
            <a:normAutofit/>
          </a:bodyPr>
          <a:lstStyle/>
          <a:p>
            <a:endParaRPr lang="en-US" sz="2400" dirty="0">
              <a:solidFill>
                <a:schemeClr val="tx1"/>
              </a:solidFill>
            </a:endParaRPr>
          </a:p>
          <a:p>
            <a:pPr marL="342900" indent="-342900">
              <a:buAutoNum type="arabicPeriod"/>
            </a:pPr>
            <a:endParaRPr lang="en-US" dirty="0">
              <a:solidFill>
                <a:schemeClr val="tx1"/>
              </a:solidFill>
            </a:endParaRPr>
          </a:p>
          <a:p>
            <a:pPr marL="342900" indent="-342900">
              <a:buAutoNum type="arabicPeriod"/>
            </a:pPr>
            <a:endParaRPr lang="en-US" dirty="0">
              <a:solidFill>
                <a:schemeClr val="tx1"/>
              </a:solidFill>
            </a:endParaRPr>
          </a:p>
        </p:txBody>
      </p:sp>
      <p:sp>
        <p:nvSpPr>
          <p:cNvPr id="6" name="Content Placeholder 2">
            <a:extLst>
              <a:ext uri="{FF2B5EF4-FFF2-40B4-BE49-F238E27FC236}">
                <a16:creationId xmlns:a16="http://schemas.microsoft.com/office/drawing/2014/main" id="{1EF7B7DB-1C61-4A31-9556-3F1709B5AB91}"/>
              </a:ext>
            </a:extLst>
          </p:cNvPr>
          <p:cNvSpPr txBox="1">
            <a:spLocks/>
          </p:cNvSpPr>
          <p:nvPr/>
        </p:nvSpPr>
        <p:spPr bwMode="auto">
          <a:xfrm>
            <a:off x="98474" y="2028306"/>
            <a:ext cx="8904849" cy="408986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r>
              <a:rPr lang="en-US" sz="2800" u="sng" dirty="0">
                <a:solidFill>
                  <a:srgbClr val="FF0000"/>
                </a:solidFill>
              </a:rPr>
              <a:t>Objectives</a:t>
            </a:r>
            <a:r>
              <a:rPr lang="en-US" sz="2800" dirty="0">
                <a:solidFill>
                  <a:srgbClr val="FF0000"/>
                </a:solidFill>
              </a:rPr>
              <a:t>: </a:t>
            </a:r>
            <a:r>
              <a:rPr lang="en-US" sz="2800" dirty="0"/>
              <a:t>To introduce Tree and Forest and different jargons associated with that. To educate types of Trees and Forest to the student. Explain theorem related to tree. To demonstrate student how to solve mathematical problems by using different theorem and formula. </a:t>
            </a:r>
          </a:p>
          <a:p>
            <a:r>
              <a:rPr lang="en-US" sz="2800" u="sng" dirty="0">
                <a:solidFill>
                  <a:srgbClr val="FF0000"/>
                </a:solidFill>
              </a:rPr>
              <a:t>Outcomes</a:t>
            </a:r>
            <a:r>
              <a:rPr lang="en-US" sz="2800" dirty="0">
                <a:solidFill>
                  <a:srgbClr val="FF0000"/>
                </a:solidFill>
              </a:rPr>
              <a:t>: </a:t>
            </a:r>
            <a:r>
              <a:rPr lang="en-US" sz="2800" dirty="0"/>
              <a:t>After this class the student will be able to define different kind Tree and Forest. They will be capable of demonstrating theorems. Finally, by using Tree linked theorem they will be able to sort out math problems.     </a:t>
            </a:r>
          </a:p>
        </p:txBody>
      </p:sp>
    </p:spTree>
    <p:extLst>
      <p:ext uri="{BB962C8B-B14F-4D97-AF65-F5344CB8AC3E}">
        <p14:creationId xmlns:p14="http://schemas.microsoft.com/office/powerpoint/2010/main" val="4075603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Example 2 </a:t>
            </a:r>
          </a:p>
        </p:txBody>
      </p:sp>
      <p:sp>
        <p:nvSpPr>
          <p:cNvPr id="8" name="Content Placeholder 2">
            <a:extLst>
              <a:ext uri="{FF2B5EF4-FFF2-40B4-BE49-F238E27FC236}">
                <a16:creationId xmlns:a16="http://schemas.microsoft.com/office/drawing/2014/main" id="{21CAB3DB-9EBD-4140-9F17-A68AD304E564}"/>
              </a:ext>
            </a:extLst>
          </p:cNvPr>
          <p:cNvSpPr txBox="1">
            <a:spLocks/>
          </p:cNvSpPr>
          <p:nvPr/>
        </p:nvSpPr>
        <p:spPr bwMode="auto">
          <a:xfrm>
            <a:off x="457200" y="1371600"/>
            <a:ext cx="8229600" cy="4876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r>
              <a:rPr lang="en-US" sz="2400">
                <a:cs typeface="Times New Roman" pitchFamily="18" charset="0"/>
              </a:rPr>
              <a:t>In the rooted tree T (with root a) shown in Figure 5, find the </a:t>
            </a:r>
            <a:r>
              <a:rPr lang="en-US" sz="2400" b="1" i="1">
                <a:solidFill>
                  <a:srgbClr val="0000FF"/>
                </a:solidFill>
                <a:cs typeface="Times New Roman" pitchFamily="18" charset="0"/>
              </a:rPr>
              <a:t>parent</a:t>
            </a:r>
            <a:r>
              <a:rPr lang="en-US" sz="2400">
                <a:cs typeface="Times New Roman" pitchFamily="18" charset="0"/>
              </a:rPr>
              <a:t> of c, the </a:t>
            </a:r>
            <a:r>
              <a:rPr lang="en-US" sz="2400" b="1" i="1">
                <a:solidFill>
                  <a:srgbClr val="0000FF"/>
                </a:solidFill>
                <a:cs typeface="Times New Roman" pitchFamily="18" charset="0"/>
              </a:rPr>
              <a:t>children</a:t>
            </a:r>
            <a:r>
              <a:rPr lang="en-US" sz="2400">
                <a:cs typeface="Times New Roman" pitchFamily="18" charset="0"/>
              </a:rPr>
              <a:t> of g, the </a:t>
            </a:r>
            <a:r>
              <a:rPr lang="en-US" sz="2400" b="1" i="1">
                <a:solidFill>
                  <a:srgbClr val="0000FF"/>
                </a:solidFill>
                <a:cs typeface="Times New Roman" pitchFamily="18" charset="0"/>
              </a:rPr>
              <a:t>siblings</a:t>
            </a:r>
            <a:r>
              <a:rPr lang="en-US" sz="2400">
                <a:cs typeface="Times New Roman" pitchFamily="18" charset="0"/>
              </a:rPr>
              <a:t> of h, all </a:t>
            </a:r>
            <a:r>
              <a:rPr lang="en-US" sz="2400" b="1" i="1">
                <a:solidFill>
                  <a:srgbClr val="0000FF"/>
                </a:solidFill>
                <a:cs typeface="Times New Roman" pitchFamily="18" charset="0"/>
              </a:rPr>
              <a:t>internal</a:t>
            </a:r>
            <a:r>
              <a:rPr lang="en-US" sz="2400">
                <a:cs typeface="Times New Roman" pitchFamily="18" charset="0"/>
              </a:rPr>
              <a:t> </a:t>
            </a:r>
            <a:r>
              <a:rPr lang="en-US" sz="2400" b="1" i="1">
                <a:solidFill>
                  <a:srgbClr val="0000FF"/>
                </a:solidFill>
                <a:cs typeface="Times New Roman" pitchFamily="18" charset="0"/>
              </a:rPr>
              <a:t>vertices</a:t>
            </a:r>
            <a:r>
              <a:rPr lang="en-US" sz="2400">
                <a:cs typeface="Times New Roman" pitchFamily="18" charset="0"/>
              </a:rPr>
              <a:t>, and all </a:t>
            </a:r>
            <a:r>
              <a:rPr lang="en-US" sz="2400" b="1" i="1">
                <a:solidFill>
                  <a:srgbClr val="0000FF"/>
                </a:solidFill>
                <a:cs typeface="Times New Roman" pitchFamily="18" charset="0"/>
              </a:rPr>
              <a:t>leaves</a:t>
            </a:r>
            <a:r>
              <a:rPr lang="en-US" sz="2400">
                <a:cs typeface="Times New Roman" pitchFamily="18" charset="0"/>
              </a:rPr>
              <a:t>. What is the </a:t>
            </a:r>
            <a:r>
              <a:rPr lang="en-US" sz="2400" b="1" i="1">
                <a:solidFill>
                  <a:srgbClr val="0000FF"/>
                </a:solidFill>
                <a:cs typeface="Times New Roman" pitchFamily="18" charset="0"/>
              </a:rPr>
              <a:t>subtree</a:t>
            </a:r>
            <a:r>
              <a:rPr lang="en-US" sz="2400">
                <a:cs typeface="Times New Roman" pitchFamily="18" charset="0"/>
              </a:rPr>
              <a:t> rooted at g?</a:t>
            </a:r>
          </a:p>
          <a:p>
            <a:pPr eaLnBrk="1" hangingPunct="1"/>
            <a:endParaRPr lang="en-US" sz="2400">
              <a:cs typeface="Times New Roman" pitchFamily="18" charset="0"/>
            </a:endParaRPr>
          </a:p>
          <a:p>
            <a:pPr eaLnBrk="1" hangingPunct="1">
              <a:buFont typeface="Arial" charset="0"/>
              <a:buNone/>
            </a:pPr>
            <a:endParaRPr lang="en-US" sz="2400">
              <a:cs typeface="Times New Roman" pitchFamily="18" charset="0"/>
            </a:endParaRPr>
          </a:p>
        </p:txBody>
      </p:sp>
      <p:pic>
        <p:nvPicPr>
          <p:cNvPr id="10" name="Picture 2">
            <a:extLst>
              <a:ext uri="{FF2B5EF4-FFF2-40B4-BE49-F238E27FC236}">
                <a16:creationId xmlns:a16="http://schemas.microsoft.com/office/drawing/2014/main" id="{C00BAA98-CAE2-496F-B809-32B5F5C85F86}"/>
              </a:ext>
            </a:extLst>
          </p:cNvPr>
          <p:cNvPicPr>
            <a:picLocks noChangeAspect="1" noChangeArrowheads="1"/>
          </p:cNvPicPr>
          <p:nvPr/>
        </p:nvPicPr>
        <p:blipFill>
          <a:blip r:embed="rId2" cstate="print"/>
          <a:srcRect/>
          <a:stretch>
            <a:fillRect/>
          </a:stretch>
        </p:blipFill>
        <p:spPr bwMode="auto">
          <a:xfrm>
            <a:off x="1295400" y="2667000"/>
            <a:ext cx="5867400" cy="3733800"/>
          </a:xfrm>
          <a:prstGeom prst="rect">
            <a:avLst/>
          </a:prstGeom>
          <a:noFill/>
          <a:ln w="9525">
            <a:noFill/>
            <a:miter lim="800000"/>
            <a:headEnd/>
            <a:tailEnd/>
          </a:ln>
        </p:spPr>
      </p:pic>
    </p:spTree>
    <p:extLst>
      <p:ext uri="{BB962C8B-B14F-4D97-AF65-F5344CB8AC3E}">
        <p14:creationId xmlns:p14="http://schemas.microsoft.com/office/powerpoint/2010/main" val="17206032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dirty="0">
                <a:solidFill>
                  <a:srgbClr val="FF0000"/>
                </a:solidFill>
                <a:cs typeface="Times New Roman" pitchFamily="18" charset="0"/>
              </a:rPr>
              <a:t>Solution</a:t>
            </a:r>
            <a:r>
              <a:rPr lang="en-US" sz="2800" dirty="0">
                <a:solidFill>
                  <a:srgbClr val="FF0000"/>
                </a:solidFill>
                <a:cs typeface="Times New Roman" pitchFamily="18" charset="0"/>
              </a:rPr>
              <a:t> of EXAMPLE 2</a:t>
            </a:r>
            <a:r>
              <a:rPr lang="en-US" sz="2600" b="1" dirty="0">
                <a:solidFill>
                  <a:schemeClr val="tx1"/>
                </a:solidFill>
              </a:rPr>
              <a:t> </a:t>
            </a:r>
          </a:p>
        </p:txBody>
      </p:sp>
      <p:sp>
        <p:nvSpPr>
          <p:cNvPr id="4" name="Content Placeholder 2">
            <a:extLst>
              <a:ext uri="{FF2B5EF4-FFF2-40B4-BE49-F238E27FC236}">
                <a16:creationId xmlns:a16="http://schemas.microsoft.com/office/drawing/2014/main" id="{6447237C-6C72-4AB7-9284-5592AFA280CD}"/>
              </a:ext>
            </a:extLst>
          </p:cNvPr>
          <p:cNvSpPr txBox="1">
            <a:spLocks/>
          </p:cNvSpPr>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base" latinLnBrk="0" hangingPunct="1">
              <a:lnSpc>
                <a:spcPct val="100000"/>
              </a:lnSpc>
              <a:spcBef>
                <a:spcPct val="20000"/>
              </a:spcBef>
              <a:spcAft>
                <a:spcPct val="0"/>
              </a:spcAft>
              <a:buClrTx/>
              <a:buSzTx/>
              <a:buFont typeface="Arial" charset="0"/>
              <a:buChar char="•"/>
              <a:tabLst/>
              <a:defRPr/>
            </a:pPr>
            <a:r>
              <a:rPr kumimoji="0" lang="en-US" sz="2800" b="0" i="0" u="none" strike="noStrike" kern="1200" cap="none" spc="0" normalizeH="0" baseline="0" noProof="0">
                <a:ln>
                  <a:noFill/>
                </a:ln>
                <a:solidFill>
                  <a:sysClr val="windowText" lastClr="000000"/>
                </a:solidFill>
                <a:effectLst/>
                <a:uLnTx/>
                <a:uFillTx/>
                <a:latin typeface="Calibri"/>
                <a:ea typeface="+mn-ea"/>
                <a:cs typeface="Times New Roman" pitchFamily="18" charset="0"/>
              </a:rPr>
              <a:t>The </a:t>
            </a:r>
            <a:r>
              <a:rPr kumimoji="0" lang="en-US" sz="2800" b="1" i="0" u="none" strike="noStrike" kern="1200" cap="none" spc="0" normalizeH="0" baseline="0" noProof="0">
                <a:ln>
                  <a:noFill/>
                </a:ln>
                <a:solidFill>
                  <a:sysClr val="windowText" lastClr="000000"/>
                </a:solidFill>
                <a:effectLst/>
                <a:uLnTx/>
                <a:uFillTx/>
                <a:latin typeface="Calibri"/>
                <a:ea typeface="+mn-ea"/>
                <a:cs typeface="Times New Roman" pitchFamily="18" charset="0"/>
              </a:rPr>
              <a:t>parent</a:t>
            </a:r>
            <a:r>
              <a:rPr kumimoji="0" lang="en-US" sz="2800" b="0" i="0" u="none" strike="noStrike" kern="1200" cap="none" spc="0" normalizeH="0" baseline="0" noProof="0">
                <a:ln>
                  <a:noFill/>
                </a:ln>
                <a:solidFill>
                  <a:sysClr val="windowText" lastClr="000000"/>
                </a:solidFill>
                <a:effectLst/>
                <a:uLnTx/>
                <a:uFillTx/>
                <a:latin typeface="Calibri"/>
                <a:ea typeface="+mn-ea"/>
                <a:cs typeface="Times New Roman" pitchFamily="18" charset="0"/>
              </a:rPr>
              <a:t> of c is b. </a:t>
            </a:r>
          </a:p>
          <a:p>
            <a:pPr marL="342900" marR="0" lvl="0" indent="-342900" algn="l" defTabSz="914400" rtl="0" eaLnBrk="1" fontAlgn="base" latinLnBrk="0" hangingPunct="1">
              <a:lnSpc>
                <a:spcPct val="100000"/>
              </a:lnSpc>
              <a:spcBef>
                <a:spcPct val="20000"/>
              </a:spcBef>
              <a:spcAft>
                <a:spcPct val="0"/>
              </a:spcAft>
              <a:buClrTx/>
              <a:buSzTx/>
              <a:buFont typeface="Arial" charset="0"/>
              <a:buChar char="•"/>
              <a:tabLst/>
              <a:defRPr/>
            </a:pPr>
            <a:r>
              <a:rPr kumimoji="0" lang="en-US" sz="2800" b="0" i="0" u="none" strike="noStrike" kern="1200" cap="none" spc="0" normalizeH="0" baseline="0" noProof="0">
                <a:ln>
                  <a:noFill/>
                </a:ln>
                <a:solidFill>
                  <a:sysClr val="windowText" lastClr="000000"/>
                </a:solidFill>
                <a:effectLst/>
                <a:uLnTx/>
                <a:uFillTx/>
                <a:latin typeface="Calibri"/>
                <a:ea typeface="+mn-ea"/>
                <a:cs typeface="Times New Roman" pitchFamily="18" charset="0"/>
              </a:rPr>
              <a:t>The </a:t>
            </a:r>
            <a:r>
              <a:rPr kumimoji="0" lang="en-US" sz="2800" b="1" i="0" u="none" strike="noStrike" kern="1200" cap="none" spc="0" normalizeH="0" baseline="0" noProof="0">
                <a:ln>
                  <a:noFill/>
                </a:ln>
                <a:solidFill>
                  <a:sysClr val="windowText" lastClr="000000"/>
                </a:solidFill>
                <a:effectLst/>
                <a:uLnTx/>
                <a:uFillTx/>
                <a:latin typeface="Calibri"/>
                <a:ea typeface="+mn-ea"/>
                <a:cs typeface="Times New Roman" pitchFamily="18" charset="0"/>
              </a:rPr>
              <a:t>children</a:t>
            </a:r>
            <a:r>
              <a:rPr kumimoji="0" lang="en-US" sz="2800" b="0" i="0" u="none" strike="noStrike" kern="1200" cap="none" spc="0" normalizeH="0" baseline="0" noProof="0">
                <a:ln>
                  <a:noFill/>
                </a:ln>
                <a:solidFill>
                  <a:sysClr val="windowText" lastClr="000000"/>
                </a:solidFill>
                <a:effectLst/>
                <a:uLnTx/>
                <a:uFillTx/>
                <a:latin typeface="Calibri"/>
                <a:ea typeface="+mn-ea"/>
                <a:cs typeface="Times New Roman" pitchFamily="18" charset="0"/>
              </a:rPr>
              <a:t> of g are h, i, and j . </a:t>
            </a:r>
          </a:p>
          <a:p>
            <a:pPr marL="342900" marR="0" lvl="0" indent="-342900" algn="l" defTabSz="914400" rtl="0" eaLnBrk="1" fontAlgn="base" latinLnBrk="0" hangingPunct="1">
              <a:lnSpc>
                <a:spcPct val="100000"/>
              </a:lnSpc>
              <a:spcBef>
                <a:spcPct val="20000"/>
              </a:spcBef>
              <a:spcAft>
                <a:spcPct val="0"/>
              </a:spcAft>
              <a:buClrTx/>
              <a:buSzTx/>
              <a:buFont typeface="Arial" charset="0"/>
              <a:buChar char="•"/>
              <a:tabLst/>
              <a:defRPr/>
            </a:pPr>
            <a:r>
              <a:rPr kumimoji="0" lang="en-US" sz="2800" b="1" i="0" u="none" strike="noStrike" kern="1200" cap="none" spc="0" normalizeH="0" baseline="0" noProof="0">
                <a:ln>
                  <a:noFill/>
                </a:ln>
                <a:solidFill>
                  <a:sysClr val="windowText" lastClr="000000"/>
                </a:solidFill>
                <a:effectLst/>
                <a:uLnTx/>
                <a:uFillTx/>
                <a:latin typeface="Calibri"/>
                <a:ea typeface="+mn-ea"/>
                <a:cs typeface="Times New Roman" pitchFamily="18" charset="0"/>
              </a:rPr>
              <a:t>The siblings </a:t>
            </a:r>
            <a:r>
              <a:rPr kumimoji="0" lang="en-US" sz="2800" b="0" i="0" u="none" strike="noStrike" kern="1200" cap="none" spc="0" normalizeH="0" baseline="0" noProof="0">
                <a:ln>
                  <a:noFill/>
                </a:ln>
                <a:solidFill>
                  <a:sysClr val="windowText" lastClr="000000"/>
                </a:solidFill>
                <a:effectLst/>
                <a:uLnTx/>
                <a:uFillTx/>
                <a:latin typeface="Calibri"/>
                <a:ea typeface="+mn-ea"/>
                <a:cs typeface="Times New Roman" pitchFamily="18" charset="0"/>
              </a:rPr>
              <a:t>of h are i and j . </a:t>
            </a:r>
          </a:p>
          <a:p>
            <a:pPr marL="342900" marR="0" lvl="0" indent="-342900" algn="l" defTabSz="914400" rtl="0" eaLnBrk="1" fontAlgn="base" latinLnBrk="0" hangingPunct="1">
              <a:lnSpc>
                <a:spcPct val="100000"/>
              </a:lnSpc>
              <a:spcBef>
                <a:spcPct val="20000"/>
              </a:spcBef>
              <a:spcAft>
                <a:spcPct val="0"/>
              </a:spcAft>
              <a:buClrTx/>
              <a:buSzTx/>
              <a:buFont typeface="Arial" charset="0"/>
              <a:buChar char="•"/>
              <a:tabLst/>
              <a:defRPr/>
            </a:pPr>
            <a:r>
              <a:rPr kumimoji="0" lang="en-US" sz="2800" b="1" i="0" u="none" strike="noStrike" kern="1200" cap="none" spc="0" normalizeH="0" baseline="0" noProof="0">
                <a:ln>
                  <a:noFill/>
                </a:ln>
                <a:solidFill>
                  <a:sysClr val="windowText" lastClr="000000"/>
                </a:solidFill>
                <a:effectLst/>
                <a:uLnTx/>
                <a:uFillTx/>
                <a:latin typeface="Calibri"/>
                <a:ea typeface="+mn-ea"/>
                <a:cs typeface="Times New Roman" pitchFamily="18" charset="0"/>
              </a:rPr>
              <a:t>The internal vertices </a:t>
            </a:r>
            <a:r>
              <a:rPr kumimoji="0" lang="en-US" sz="2800" b="0" i="0" u="none" strike="noStrike" kern="1200" cap="none" spc="0" normalizeH="0" baseline="0" noProof="0">
                <a:ln>
                  <a:noFill/>
                </a:ln>
                <a:solidFill>
                  <a:sysClr val="windowText" lastClr="000000"/>
                </a:solidFill>
                <a:effectLst/>
                <a:uLnTx/>
                <a:uFillTx/>
                <a:latin typeface="Calibri"/>
                <a:ea typeface="+mn-ea"/>
                <a:cs typeface="Times New Roman" pitchFamily="18" charset="0"/>
              </a:rPr>
              <a:t>are a, b, c, g, h, and j . </a:t>
            </a:r>
          </a:p>
          <a:p>
            <a:pPr marL="342900" marR="0" lvl="0" indent="-342900" algn="l" defTabSz="914400" rtl="0" eaLnBrk="1" fontAlgn="base" latinLnBrk="0" hangingPunct="1">
              <a:lnSpc>
                <a:spcPct val="100000"/>
              </a:lnSpc>
              <a:spcBef>
                <a:spcPct val="20000"/>
              </a:spcBef>
              <a:spcAft>
                <a:spcPct val="0"/>
              </a:spcAft>
              <a:buClrTx/>
              <a:buSzTx/>
              <a:buFont typeface="Arial" charset="0"/>
              <a:buChar char="•"/>
              <a:tabLst/>
              <a:defRPr/>
            </a:pPr>
            <a:r>
              <a:rPr kumimoji="0" lang="en-US" sz="2800" b="0" i="0" u="none" strike="noStrike" kern="1200" cap="none" spc="0" normalizeH="0" baseline="0" noProof="0">
                <a:ln>
                  <a:noFill/>
                </a:ln>
                <a:solidFill>
                  <a:sysClr val="windowText" lastClr="000000"/>
                </a:solidFill>
                <a:effectLst/>
                <a:uLnTx/>
                <a:uFillTx/>
                <a:latin typeface="Calibri"/>
                <a:ea typeface="+mn-ea"/>
                <a:cs typeface="Times New Roman" pitchFamily="18" charset="0"/>
              </a:rPr>
              <a:t>The </a:t>
            </a:r>
            <a:r>
              <a:rPr kumimoji="0" lang="en-US" sz="2800" b="1" i="0" u="none" strike="noStrike" kern="1200" cap="none" spc="0" normalizeH="0" baseline="0" noProof="0">
                <a:ln>
                  <a:noFill/>
                </a:ln>
                <a:solidFill>
                  <a:sysClr val="windowText" lastClr="000000"/>
                </a:solidFill>
                <a:effectLst/>
                <a:uLnTx/>
                <a:uFillTx/>
                <a:latin typeface="Calibri"/>
                <a:ea typeface="+mn-ea"/>
                <a:cs typeface="Times New Roman" pitchFamily="18" charset="0"/>
              </a:rPr>
              <a:t>leaves</a:t>
            </a:r>
            <a:r>
              <a:rPr kumimoji="0" lang="en-US" sz="2800" b="0" i="0" u="none" strike="noStrike" kern="1200" cap="none" spc="0" normalizeH="0" baseline="0" noProof="0">
                <a:ln>
                  <a:noFill/>
                </a:ln>
                <a:solidFill>
                  <a:sysClr val="windowText" lastClr="000000"/>
                </a:solidFill>
                <a:effectLst/>
                <a:uLnTx/>
                <a:uFillTx/>
                <a:latin typeface="Calibri"/>
                <a:ea typeface="+mn-ea"/>
                <a:cs typeface="Times New Roman" pitchFamily="18" charset="0"/>
              </a:rPr>
              <a:t> are d, e, f , i, k, l, and m. </a:t>
            </a:r>
          </a:p>
          <a:p>
            <a:pPr marL="342900" marR="0" lvl="0" indent="-342900" algn="l" defTabSz="914400" rtl="0" eaLnBrk="1" fontAlgn="base" latinLnBrk="0" hangingPunct="1">
              <a:lnSpc>
                <a:spcPct val="100000"/>
              </a:lnSpc>
              <a:spcBef>
                <a:spcPct val="20000"/>
              </a:spcBef>
              <a:spcAft>
                <a:spcPct val="0"/>
              </a:spcAft>
              <a:buClrTx/>
              <a:buSzTx/>
              <a:buFont typeface="Arial" charset="0"/>
              <a:buChar char="•"/>
              <a:tabLst/>
              <a:defRPr/>
            </a:pPr>
            <a:r>
              <a:rPr kumimoji="0" lang="en-US" sz="2800" b="0" i="0" u="none" strike="noStrike" kern="1200" cap="none" spc="0" normalizeH="0" baseline="0" noProof="0">
                <a:ln>
                  <a:noFill/>
                </a:ln>
                <a:solidFill>
                  <a:sysClr val="windowText" lastClr="000000"/>
                </a:solidFill>
                <a:effectLst/>
                <a:uLnTx/>
                <a:uFillTx/>
                <a:latin typeface="Calibri"/>
                <a:ea typeface="+mn-ea"/>
                <a:cs typeface="Times New Roman" pitchFamily="18" charset="0"/>
              </a:rPr>
              <a:t>The </a:t>
            </a:r>
            <a:r>
              <a:rPr kumimoji="0" lang="en-US" sz="2800" b="1" i="0" u="none" strike="noStrike" kern="1200" cap="none" spc="0" normalizeH="0" baseline="0" noProof="0">
                <a:ln>
                  <a:noFill/>
                </a:ln>
                <a:solidFill>
                  <a:sysClr val="windowText" lastClr="000000"/>
                </a:solidFill>
                <a:effectLst/>
                <a:uLnTx/>
                <a:uFillTx/>
                <a:latin typeface="Calibri"/>
                <a:ea typeface="+mn-ea"/>
                <a:cs typeface="Times New Roman" pitchFamily="18" charset="0"/>
              </a:rPr>
              <a:t>subtree</a:t>
            </a:r>
            <a:r>
              <a:rPr kumimoji="0" lang="en-US" sz="2800" b="0" i="0" u="none" strike="noStrike" kern="1200" cap="none" spc="0" normalizeH="0" baseline="0" noProof="0">
                <a:ln>
                  <a:noFill/>
                </a:ln>
                <a:solidFill>
                  <a:sysClr val="windowText" lastClr="000000"/>
                </a:solidFill>
                <a:effectLst/>
                <a:uLnTx/>
                <a:uFillTx/>
                <a:latin typeface="Calibri"/>
                <a:ea typeface="+mn-ea"/>
                <a:cs typeface="Times New Roman" pitchFamily="18" charset="0"/>
              </a:rPr>
              <a:t> rooted at g is shown in Figure 6(next slide)</a:t>
            </a:r>
          </a:p>
          <a:p>
            <a:pPr marL="342900" marR="0" lvl="0" indent="-342900" algn="l" defTabSz="914400" rtl="0" eaLnBrk="1" fontAlgn="base" latinLnBrk="0" hangingPunct="1">
              <a:lnSpc>
                <a:spcPct val="100000"/>
              </a:lnSpc>
              <a:spcBef>
                <a:spcPct val="20000"/>
              </a:spcBef>
              <a:spcAft>
                <a:spcPct val="0"/>
              </a:spcAft>
              <a:buClrTx/>
              <a:buSzTx/>
              <a:buFont typeface="Arial" charset="0"/>
              <a:buChar char="•"/>
              <a:tabLst/>
              <a:defRPr/>
            </a:pPr>
            <a:endParaRPr kumimoji="0" lang="en-US" sz="28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 typeface="Arial" charset="0"/>
              <a:buNone/>
              <a:tabLst/>
              <a:defRPr/>
            </a:pPr>
            <a:endParaRPr kumimoji="0" lang="en-US" sz="2800" b="0" i="0" u="none" strike="noStrike" kern="1200" cap="none" spc="0" normalizeH="0" baseline="0" noProof="0" dirty="0">
              <a:ln>
                <a:noFill/>
              </a:ln>
              <a:solidFill>
                <a:sysClr val="windowText" lastClr="000000"/>
              </a:solidFill>
              <a:effectLst/>
              <a:uLnTx/>
              <a:uFillTx/>
              <a:latin typeface="Calibri"/>
              <a:ea typeface="+mn-ea"/>
              <a:cs typeface="+mn-cs"/>
            </a:endParaRPr>
          </a:p>
        </p:txBody>
      </p:sp>
    </p:spTree>
    <p:extLst>
      <p:ext uri="{BB962C8B-B14F-4D97-AF65-F5344CB8AC3E}">
        <p14:creationId xmlns:p14="http://schemas.microsoft.com/office/powerpoint/2010/main" val="19564148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dirty="0">
                <a:solidFill>
                  <a:srgbClr val="FF0000"/>
                </a:solidFill>
                <a:cs typeface="Times New Roman" pitchFamily="18" charset="0"/>
              </a:rPr>
              <a:t>Solution</a:t>
            </a:r>
            <a:r>
              <a:rPr lang="en-US" sz="2800" dirty="0">
                <a:solidFill>
                  <a:srgbClr val="FF0000"/>
                </a:solidFill>
                <a:cs typeface="Times New Roman" pitchFamily="18" charset="0"/>
              </a:rPr>
              <a:t> of EXAMPLE 2</a:t>
            </a:r>
            <a:r>
              <a:rPr lang="en-US" sz="2600" b="1" dirty="0">
                <a:solidFill>
                  <a:schemeClr val="tx1"/>
                </a:solidFill>
              </a:rPr>
              <a:t> </a:t>
            </a:r>
          </a:p>
        </p:txBody>
      </p:sp>
      <p:pic>
        <p:nvPicPr>
          <p:cNvPr id="11" name="Picture 2">
            <a:extLst>
              <a:ext uri="{FF2B5EF4-FFF2-40B4-BE49-F238E27FC236}">
                <a16:creationId xmlns:a16="http://schemas.microsoft.com/office/drawing/2014/main" id="{7FC08C69-1612-49A7-B4CA-1DFE47362852}"/>
              </a:ext>
            </a:extLst>
          </p:cNvPr>
          <p:cNvPicPr>
            <a:picLocks noChangeAspect="1" noChangeArrowheads="1"/>
          </p:cNvPicPr>
          <p:nvPr/>
        </p:nvPicPr>
        <p:blipFill>
          <a:blip r:embed="rId2" cstate="print"/>
          <a:srcRect/>
          <a:stretch>
            <a:fillRect/>
          </a:stretch>
        </p:blipFill>
        <p:spPr bwMode="auto">
          <a:xfrm>
            <a:off x="522288" y="1447800"/>
            <a:ext cx="3897312" cy="4038600"/>
          </a:xfrm>
          <a:prstGeom prst="rect">
            <a:avLst/>
          </a:prstGeom>
          <a:noFill/>
          <a:ln w="9525">
            <a:noFill/>
            <a:miter lim="800000"/>
            <a:headEnd/>
            <a:tailEnd/>
          </a:ln>
        </p:spPr>
      </p:pic>
      <p:pic>
        <p:nvPicPr>
          <p:cNvPr id="12" name="Picture 3">
            <a:extLst>
              <a:ext uri="{FF2B5EF4-FFF2-40B4-BE49-F238E27FC236}">
                <a16:creationId xmlns:a16="http://schemas.microsoft.com/office/drawing/2014/main" id="{E83DA682-2344-42D8-AC76-E34B30488890}"/>
              </a:ext>
            </a:extLst>
          </p:cNvPr>
          <p:cNvPicPr>
            <a:picLocks noChangeAspect="1" noChangeArrowheads="1"/>
          </p:cNvPicPr>
          <p:nvPr/>
        </p:nvPicPr>
        <p:blipFill>
          <a:blip r:embed="rId3" cstate="print"/>
          <a:srcRect/>
          <a:stretch>
            <a:fillRect/>
          </a:stretch>
        </p:blipFill>
        <p:spPr bwMode="auto">
          <a:xfrm>
            <a:off x="4495800" y="2133600"/>
            <a:ext cx="3352800" cy="3400425"/>
          </a:xfrm>
          <a:prstGeom prst="rect">
            <a:avLst/>
          </a:prstGeom>
          <a:noFill/>
          <a:ln w="9525">
            <a:noFill/>
            <a:miter lim="800000"/>
            <a:headEnd/>
            <a:tailEnd/>
          </a:ln>
        </p:spPr>
      </p:pic>
      <p:sp>
        <p:nvSpPr>
          <p:cNvPr id="13" name="Rectangle 4">
            <a:extLst>
              <a:ext uri="{FF2B5EF4-FFF2-40B4-BE49-F238E27FC236}">
                <a16:creationId xmlns:a16="http://schemas.microsoft.com/office/drawing/2014/main" id="{4DACCF80-B56D-4FA8-8D44-9472C30F6B8B}"/>
              </a:ext>
            </a:extLst>
          </p:cNvPr>
          <p:cNvSpPr>
            <a:spLocks noChangeArrowheads="1"/>
          </p:cNvSpPr>
          <p:nvPr/>
        </p:nvSpPr>
        <p:spPr bwMode="auto">
          <a:xfrm>
            <a:off x="2057400" y="1143000"/>
            <a:ext cx="5727700" cy="461963"/>
          </a:xfrm>
          <a:prstGeom prst="rect">
            <a:avLst/>
          </a:prstGeom>
          <a:noFill/>
          <a:ln w="9525">
            <a:noFill/>
            <a:miter lim="800000"/>
            <a:headEnd/>
            <a:tailEnd/>
          </a:ln>
        </p:spPr>
        <p:txBody>
          <a:bodyPr wrap="none">
            <a:spAutoFit/>
          </a:bodyPr>
          <a:lstStyle/>
          <a:p>
            <a:pPr fontAlgn="base">
              <a:spcBef>
                <a:spcPct val="0"/>
              </a:spcBef>
              <a:spcAft>
                <a:spcPct val="0"/>
              </a:spcAft>
            </a:pPr>
            <a:r>
              <a:rPr lang="en-US" sz="2400">
                <a:solidFill>
                  <a:srgbClr val="0000FF"/>
                </a:solidFill>
                <a:cs typeface="Times New Roman" pitchFamily="18" charset="0"/>
              </a:rPr>
              <a:t>The </a:t>
            </a:r>
            <a:r>
              <a:rPr lang="en-US" sz="2400" b="1">
                <a:solidFill>
                  <a:srgbClr val="0000FF"/>
                </a:solidFill>
                <a:cs typeface="Times New Roman" pitchFamily="18" charset="0"/>
              </a:rPr>
              <a:t>subtree</a:t>
            </a:r>
            <a:r>
              <a:rPr lang="en-US" sz="2400">
                <a:solidFill>
                  <a:srgbClr val="0000FF"/>
                </a:solidFill>
                <a:cs typeface="Times New Roman" pitchFamily="18" charset="0"/>
              </a:rPr>
              <a:t> rooted at g is shown in Figure 6 </a:t>
            </a:r>
            <a:endParaRPr lang="en-US" sz="2400">
              <a:solidFill>
                <a:srgbClr val="0000FF"/>
              </a:solidFill>
              <a:cs typeface="Arial" charset="0"/>
            </a:endParaRPr>
          </a:p>
        </p:txBody>
      </p:sp>
    </p:spTree>
    <p:extLst>
      <p:ext uri="{BB962C8B-B14F-4D97-AF65-F5344CB8AC3E}">
        <p14:creationId xmlns:p14="http://schemas.microsoft.com/office/powerpoint/2010/main" val="28206960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i="1" dirty="0">
                <a:solidFill>
                  <a:srgbClr val="FF0000"/>
                </a:solidFill>
              </a:rPr>
              <a:t>m-</a:t>
            </a:r>
            <a:r>
              <a:rPr lang="en-US" sz="2800" b="1" i="1" dirty="0" err="1">
                <a:solidFill>
                  <a:srgbClr val="FF0000"/>
                </a:solidFill>
              </a:rPr>
              <a:t>ary</a:t>
            </a:r>
            <a:r>
              <a:rPr lang="en-US" sz="2800" b="1" i="1" dirty="0">
                <a:solidFill>
                  <a:srgbClr val="FF0000"/>
                </a:solidFill>
              </a:rPr>
              <a:t> tree,</a:t>
            </a:r>
            <a:r>
              <a:rPr lang="en-US" sz="2800" b="1" i="1" dirty="0">
                <a:solidFill>
                  <a:srgbClr val="FF0000"/>
                </a:solidFill>
                <a:cs typeface="Times New Roman" pitchFamily="18" charset="0"/>
              </a:rPr>
              <a:t> full m-</a:t>
            </a:r>
            <a:r>
              <a:rPr lang="en-US" sz="2800" b="1" i="1" dirty="0" err="1">
                <a:solidFill>
                  <a:srgbClr val="FF0000"/>
                </a:solidFill>
                <a:cs typeface="Times New Roman" pitchFamily="18" charset="0"/>
              </a:rPr>
              <a:t>ary</a:t>
            </a:r>
            <a:r>
              <a:rPr lang="en-US" sz="2800" b="1" i="1" dirty="0">
                <a:solidFill>
                  <a:srgbClr val="FF0000"/>
                </a:solidFill>
                <a:cs typeface="Times New Roman" pitchFamily="18" charset="0"/>
              </a:rPr>
              <a:t> tree, binary tree</a:t>
            </a:r>
            <a:r>
              <a:rPr lang="en-US" sz="2600" b="1" dirty="0">
                <a:solidFill>
                  <a:schemeClr val="tx1"/>
                </a:solidFill>
              </a:rPr>
              <a:t> </a:t>
            </a:r>
          </a:p>
        </p:txBody>
      </p:sp>
      <p:sp>
        <p:nvSpPr>
          <p:cNvPr id="7" name="Content Placeholder 2">
            <a:extLst>
              <a:ext uri="{FF2B5EF4-FFF2-40B4-BE49-F238E27FC236}">
                <a16:creationId xmlns:a16="http://schemas.microsoft.com/office/drawing/2014/main" id="{6313B890-7499-48B3-BF35-298A17DC2B69}"/>
              </a:ext>
            </a:extLst>
          </p:cNvPr>
          <p:cNvSpPr txBox="1">
            <a:spLocks/>
          </p:cNvSpPr>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base" latinLnBrk="0" hangingPunct="1">
              <a:lnSpc>
                <a:spcPct val="100000"/>
              </a:lnSpc>
              <a:spcBef>
                <a:spcPct val="20000"/>
              </a:spcBef>
              <a:spcAft>
                <a:spcPct val="0"/>
              </a:spcAft>
              <a:buClrTx/>
              <a:buSzTx/>
              <a:buFont typeface="Arial" charset="0"/>
              <a:buChar char="•"/>
              <a:tabLst/>
              <a:defRPr/>
            </a:pPr>
            <a:r>
              <a:rPr kumimoji="0" lang="en-US" sz="2800" b="0" i="0" u="none" strike="noStrike" kern="1200" cap="none" spc="0" normalizeH="0" baseline="0" noProof="0">
                <a:ln>
                  <a:noFill/>
                </a:ln>
                <a:solidFill>
                  <a:sysClr val="windowText" lastClr="000000"/>
                </a:solidFill>
                <a:effectLst/>
                <a:uLnTx/>
                <a:uFillTx/>
                <a:latin typeface="Calibri"/>
                <a:ea typeface="+mn-ea"/>
                <a:cs typeface="Times New Roman" pitchFamily="18" charset="0"/>
              </a:rPr>
              <a:t>A rooted tree is called an </a:t>
            </a:r>
            <a:r>
              <a:rPr kumimoji="0" lang="en-US" sz="2800" b="1" i="1" u="none" strike="noStrike" kern="1200" cap="none" spc="0" normalizeH="0" baseline="0" noProof="0">
                <a:ln>
                  <a:noFill/>
                </a:ln>
                <a:solidFill>
                  <a:srgbClr val="0000FF"/>
                </a:solidFill>
                <a:effectLst/>
                <a:uLnTx/>
                <a:uFillTx/>
                <a:latin typeface="Calibri"/>
                <a:ea typeface="+mn-ea"/>
                <a:cs typeface="Times New Roman" pitchFamily="18" charset="0"/>
              </a:rPr>
              <a:t>m-ary tree </a:t>
            </a:r>
            <a:r>
              <a:rPr kumimoji="0" lang="en-US" sz="2800" b="0" i="0" u="none" strike="noStrike" kern="1200" cap="none" spc="0" normalizeH="0" baseline="0" noProof="0">
                <a:ln>
                  <a:noFill/>
                </a:ln>
                <a:solidFill>
                  <a:sysClr val="windowText" lastClr="000000"/>
                </a:solidFill>
                <a:effectLst/>
                <a:uLnTx/>
                <a:uFillTx/>
                <a:latin typeface="Calibri"/>
                <a:ea typeface="+mn-ea"/>
                <a:cs typeface="Times New Roman" pitchFamily="18" charset="0"/>
              </a:rPr>
              <a:t>if every internal vertex has no more than </a:t>
            </a:r>
            <a:r>
              <a:rPr kumimoji="0" lang="en-US" sz="2800" b="0" i="1" u="none" strike="noStrike" kern="1200" cap="none" spc="0" normalizeH="0" baseline="0" noProof="0">
                <a:ln>
                  <a:noFill/>
                </a:ln>
                <a:solidFill>
                  <a:sysClr val="windowText" lastClr="000000"/>
                </a:solidFill>
                <a:effectLst/>
                <a:uLnTx/>
                <a:uFillTx/>
                <a:latin typeface="Calibri"/>
                <a:ea typeface="+mn-ea"/>
                <a:cs typeface="Times New Roman" pitchFamily="18" charset="0"/>
              </a:rPr>
              <a:t>m</a:t>
            </a:r>
            <a:r>
              <a:rPr kumimoji="0" lang="en-US" sz="2800" b="0" i="0" u="none" strike="noStrike" kern="1200" cap="none" spc="0" normalizeH="0" baseline="0" noProof="0">
                <a:ln>
                  <a:noFill/>
                </a:ln>
                <a:solidFill>
                  <a:sysClr val="windowText" lastClr="000000"/>
                </a:solidFill>
                <a:effectLst/>
                <a:uLnTx/>
                <a:uFillTx/>
                <a:latin typeface="Calibri"/>
                <a:ea typeface="+mn-ea"/>
                <a:cs typeface="Times New Roman" pitchFamily="18" charset="0"/>
              </a:rPr>
              <a:t> children.</a:t>
            </a:r>
          </a:p>
          <a:p>
            <a:pPr marL="342900" marR="0" lvl="0" indent="-342900" algn="l" defTabSz="914400" rtl="0" eaLnBrk="1" fontAlgn="base" latinLnBrk="0" hangingPunct="1">
              <a:lnSpc>
                <a:spcPct val="100000"/>
              </a:lnSpc>
              <a:spcBef>
                <a:spcPct val="20000"/>
              </a:spcBef>
              <a:spcAft>
                <a:spcPct val="0"/>
              </a:spcAft>
              <a:buClrTx/>
              <a:buSzTx/>
              <a:buFont typeface="Arial" charset="0"/>
              <a:buChar char="•"/>
              <a:tabLst/>
              <a:defRPr/>
            </a:pPr>
            <a:endParaRPr kumimoji="0" lang="en-US" sz="2800" b="0" i="0" u="none" strike="noStrike" kern="1200" cap="none" spc="0" normalizeH="0" baseline="0" noProof="0">
              <a:ln>
                <a:noFill/>
              </a:ln>
              <a:solidFill>
                <a:sysClr val="windowText" lastClr="000000"/>
              </a:solidFill>
              <a:effectLst/>
              <a:uLnTx/>
              <a:uFillTx/>
              <a:latin typeface="Calibri"/>
              <a:ea typeface="+mn-ea"/>
              <a:cs typeface="Times New Roman" pitchFamily="18" charset="0"/>
            </a:endParaRPr>
          </a:p>
          <a:p>
            <a:pPr marL="342900" marR="0" lvl="0" indent="-342900" algn="l" defTabSz="914400" rtl="0" eaLnBrk="1" fontAlgn="base" latinLnBrk="0" hangingPunct="1">
              <a:lnSpc>
                <a:spcPct val="100000"/>
              </a:lnSpc>
              <a:spcBef>
                <a:spcPct val="20000"/>
              </a:spcBef>
              <a:spcAft>
                <a:spcPct val="0"/>
              </a:spcAft>
              <a:buClrTx/>
              <a:buSzTx/>
              <a:buFont typeface="Arial" charset="0"/>
              <a:buChar char="•"/>
              <a:tabLst/>
              <a:defRPr/>
            </a:pPr>
            <a:r>
              <a:rPr kumimoji="0" lang="en-US" sz="2800" b="0" i="0" u="none" strike="noStrike" kern="1200" cap="none" spc="0" normalizeH="0" baseline="0" noProof="0">
                <a:ln>
                  <a:noFill/>
                </a:ln>
                <a:solidFill>
                  <a:sysClr val="windowText" lastClr="000000"/>
                </a:solidFill>
                <a:effectLst/>
                <a:uLnTx/>
                <a:uFillTx/>
                <a:latin typeface="Calibri"/>
                <a:ea typeface="+mn-ea"/>
                <a:cs typeface="Times New Roman" pitchFamily="18" charset="0"/>
              </a:rPr>
              <a:t>The tree is called a </a:t>
            </a:r>
            <a:r>
              <a:rPr kumimoji="0" lang="en-US" sz="2800" b="1" i="1" u="none" strike="noStrike" kern="1200" cap="none" spc="0" normalizeH="0" baseline="0" noProof="0">
                <a:ln>
                  <a:noFill/>
                </a:ln>
                <a:solidFill>
                  <a:srgbClr val="0000FF"/>
                </a:solidFill>
                <a:effectLst/>
                <a:uLnTx/>
                <a:uFillTx/>
                <a:latin typeface="Calibri"/>
                <a:ea typeface="+mn-ea"/>
                <a:cs typeface="Times New Roman" pitchFamily="18" charset="0"/>
              </a:rPr>
              <a:t>full m-ary tree </a:t>
            </a:r>
            <a:r>
              <a:rPr kumimoji="0" lang="en-US" sz="2800" b="0" i="0" u="none" strike="noStrike" kern="1200" cap="none" spc="0" normalizeH="0" baseline="0" noProof="0">
                <a:ln>
                  <a:noFill/>
                </a:ln>
                <a:solidFill>
                  <a:sysClr val="windowText" lastClr="000000"/>
                </a:solidFill>
                <a:effectLst/>
                <a:uLnTx/>
                <a:uFillTx/>
                <a:latin typeface="Calibri"/>
                <a:ea typeface="+mn-ea"/>
                <a:cs typeface="Times New Roman" pitchFamily="18" charset="0"/>
              </a:rPr>
              <a:t>if every internal</a:t>
            </a:r>
          </a:p>
          <a:p>
            <a:pPr marL="342900" marR="0" lvl="0" indent="-342900" algn="l" defTabSz="914400" rtl="0" eaLnBrk="1" fontAlgn="base" latinLnBrk="0" hangingPunct="1">
              <a:lnSpc>
                <a:spcPct val="100000"/>
              </a:lnSpc>
              <a:spcBef>
                <a:spcPct val="20000"/>
              </a:spcBef>
              <a:spcAft>
                <a:spcPct val="0"/>
              </a:spcAft>
              <a:buClrTx/>
              <a:buSzTx/>
              <a:buFont typeface="Arial" charset="0"/>
              <a:buNone/>
              <a:tabLst/>
              <a:defRPr/>
            </a:pPr>
            <a:r>
              <a:rPr kumimoji="0" lang="en-US" sz="2800" b="0" i="0" u="none" strike="noStrike" kern="1200" cap="none" spc="0" normalizeH="0" baseline="0" noProof="0">
                <a:ln>
                  <a:noFill/>
                </a:ln>
                <a:solidFill>
                  <a:sysClr val="windowText" lastClr="000000"/>
                </a:solidFill>
                <a:effectLst/>
                <a:uLnTx/>
                <a:uFillTx/>
                <a:latin typeface="Calibri"/>
                <a:ea typeface="+mn-ea"/>
                <a:cs typeface="Times New Roman" pitchFamily="18" charset="0"/>
              </a:rPr>
              <a:t>	vertex has </a:t>
            </a:r>
            <a:r>
              <a:rPr kumimoji="0" lang="en-US" sz="2800" b="1" i="0" u="none" strike="noStrike" kern="1200" cap="none" spc="0" normalizeH="0" baseline="0" noProof="0">
                <a:ln>
                  <a:noFill/>
                </a:ln>
                <a:solidFill>
                  <a:srgbClr val="0000FF"/>
                </a:solidFill>
                <a:effectLst/>
                <a:uLnTx/>
                <a:uFillTx/>
                <a:latin typeface="Calibri"/>
                <a:ea typeface="+mn-ea"/>
                <a:cs typeface="Times New Roman" pitchFamily="18" charset="0"/>
              </a:rPr>
              <a:t>exactly</a:t>
            </a:r>
            <a:r>
              <a:rPr kumimoji="0" lang="en-US" sz="2800" b="0" i="0" u="none" strike="noStrike" kern="1200" cap="none" spc="0" normalizeH="0" baseline="0" noProof="0">
                <a:ln>
                  <a:noFill/>
                </a:ln>
                <a:solidFill>
                  <a:srgbClr val="0000FF"/>
                </a:solidFill>
                <a:effectLst/>
                <a:uLnTx/>
                <a:uFillTx/>
                <a:latin typeface="Calibri"/>
                <a:ea typeface="+mn-ea"/>
                <a:cs typeface="Times New Roman" pitchFamily="18" charset="0"/>
              </a:rPr>
              <a:t> </a:t>
            </a:r>
            <a:r>
              <a:rPr kumimoji="0" lang="en-US" sz="2800" b="1" i="1" u="none" strike="noStrike" kern="1200" cap="none" spc="0" normalizeH="0" baseline="0" noProof="0">
                <a:ln>
                  <a:noFill/>
                </a:ln>
                <a:solidFill>
                  <a:srgbClr val="0000FF"/>
                </a:solidFill>
                <a:effectLst/>
                <a:uLnTx/>
                <a:uFillTx/>
                <a:latin typeface="Calibri"/>
                <a:ea typeface="+mn-ea"/>
                <a:cs typeface="Times New Roman" pitchFamily="18" charset="0"/>
              </a:rPr>
              <a:t>m</a:t>
            </a:r>
            <a:r>
              <a:rPr kumimoji="0" lang="en-US" sz="2800" b="1" i="0" u="none" strike="noStrike" kern="1200" cap="none" spc="0" normalizeH="0" baseline="0" noProof="0">
                <a:ln>
                  <a:noFill/>
                </a:ln>
                <a:solidFill>
                  <a:srgbClr val="0000FF"/>
                </a:solidFill>
                <a:effectLst/>
                <a:uLnTx/>
                <a:uFillTx/>
                <a:latin typeface="Calibri"/>
                <a:ea typeface="+mn-ea"/>
                <a:cs typeface="Times New Roman" pitchFamily="18" charset="0"/>
              </a:rPr>
              <a:t> children</a:t>
            </a:r>
            <a:r>
              <a:rPr kumimoji="0" lang="en-US" sz="2800" b="0" i="0" u="none" strike="noStrike" kern="1200" cap="none" spc="0" normalizeH="0" baseline="0" noProof="0">
                <a:ln>
                  <a:noFill/>
                </a:ln>
                <a:solidFill>
                  <a:srgbClr val="0000FF"/>
                </a:solidFill>
                <a:effectLst/>
                <a:uLnTx/>
                <a:uFillTx/>
                <a:latin typeface="Calibri"/>
                <a:ea typeface="+mn-ea"/>
                <a:cs typeface="Times New Roman" pitchFamily="18" charset="0"/>
              </a:rPr>
              <a:t>. </a:t>
            </a:r>
          </a:p>
          <a:p>
            <a:pPr marL="342900" marR="0" lvl="0" indent="-342900" algn="l" defTabSz="914400" rtl="0" eaLnBrk="1" fontAlgn="base" latinLnBrk="0" hangingPunct="1">
              <a:lnSpc>
                <a:spcPct val="100000"/>
              </a:lnSpc>
              <a:spcBef>
                <a:spcPct val="20000"/>
              </a:spcBef>
              <a:spcAft>
                <a:spcPct val="0"/>
              </a:spcAft>
              <a:buClrTx/>
              <a:buSzTx/>
              <a:buFont typeface="Arial" charset="0"/>
              <a:buNone/>
              <a:tabLst/>
              <a:defRPr/>
            </a:pPr>
            <a:endParaRPr kumimoji="0" lang="en-US" sz="2800" b="0" i="0" u="none" strike="noStrike" kern="1200" cap="none" spc="0" normalizeH="0" baseline="0" noProof="0">
              <a:ln>
                <a:noFill/>
              </a:ln>
              <a:solidFill>
                <a:sysClr val="windowText" lastClr="000000"/>
              </a:solidFill>
              <a:effectLst/>
              <a:uLnTx/>
              <a:uFillTx/>
              <a:latin typeface="Calibri"/>
              <a:ea typeface="+mn-ea"/>
              <a:cs typeface="Times New Roman" pitchFamily="18" charset="0"/>
            </a:endParaRPr>
          </a:p>
          <a:p>
            <a:pPr marL="342900" marR="0" lvl="0" indent="-342900" algn="l" defTabSz="914400" rtl="0" eaLnBrk="1" fontAlgn="base" latinLnBrk="0" hangingPunct="1">
              <a:lnSpc>
                <a:spcPct val="100000"/>
              </a:lnSpc>
              <a:spcBef>
                <a:spcPct val="20000"/>
              </a:spcBef>
              <a:spcAft>
                <a:spcPct val="0"/>
              </a:spcAft>
              <a:buClrTx/>
              <a:buSzTx/>
              <a:buFont typeface="Arial" charset="0"/>
              <a:buChar char="•"/>
              <a:tabLst/>
              <a:defRPr/>
            </a:pPr>
            <a:r>
              <a:rPr kumimoji="0" lang="en-US" sz="2800" b="0" i="0" u="none" strike="noStrike" kern="1200" cap="none" spc="0" normalizeH="0" baseline="0" noProof="0">
                <a:ln>
                  <a:noFill/>
                </a:ln>
                <a:solidFill>
                  <a:sysClr val="windowText" lastClr="000000"/>
                </a:solidFill>
                <a:effectLst/>
                <a:uLnTx/>
                <a:uFillTx/>
                <a:latin typeface="Calibri"/>
                <a:ea typeface="+mn-ea"/>
                <a:cs typeface="Times New Roman" pitchFamily="18" charset="0"/>
              </a:rPr>
              <a:t>An </a:t>
            </a:r>
            <a:r>
              <a:rPr kumimoji="0" lang="en-US" sz="2800" b="0" i="1" u="none" strike="noStrike" kern="1200" cap="none" spc="0" normalizeH="0" baseline="0" noProof="0">
                <a:ln>
                  <a:noFill/>
                </a:ln>
                <a:solidFill>
                  <a:sysClr val="windowText" lastClr="000000"/>
                </a:solidFill>
                <a:effectLst/>
                <a:uLnTx/>
                <a:uFillTx/>
                <a:latin typeface="Calibri"/>
                <a:ea typeface="+mn-ea"/>
                <a:cs typeface="Times New Roman" pitchFamily="18" charset="0"/>
              </a:rPr>
              <a:t>m</a:t>
            </a:r>
            <a:r>
              <a:rPr kumimoji="0" lang="en-US" sz="2800" b="0" i="0" u="none" strike="noStrike" kern="1200" cap="none" spc="0" normalizeH="0" baseline="0" noProof="0">
                <a:ln>
                  <a:noFill/>
                </a:ln>
                <a:solidFill>
                  <a:sysClr val="windowText" lastClr="000000"/>
                </a:solidFill>
                <a:effectLst/>
                <a:uLnTx/>
                <a:uFillTx/>
                <a:latin typeface="Calibri"/>
                <a:ea typeface="+mn-ea"/>
                <a:cs typeface="Times New Roman" pitchFamily="18" charset="0"/>
              </a:rPr>
              <a:t>-ary tree with </a:t>
            </a:r>
            <a:r>
              <a:rPr kumimoji="0" lang="en-US" sz="2800" b="1" i="1" u="none" strike="noStrike" kern="1200" cap="none" spc="0" normalizeH="0" baseline="0" noProof="0">
                <a:ln>
                  <a:noFill/>
                </a:ln>
                <a:solidFill>
                  <a:srgbClr val="0000FF"/>
                </a:solidFill>
                <a:effectLst/>
                <a:uLnTx/>
                <a:uFillTx/>
                <a:latin typeface="Calibri"/>
                <a:ea typeface="+mn-ea"/>
                <a:cs typeface="Times New Roman" pitchFamily="18" charset="0"/>
              </a:rPr>
              <a:t>m</a:t>
            </a:r>
            <a:r>
              <a:rPr kumimoji="0" lang="en-US" sz="2800" b="1" i="0" u="none" strike="noStrike" kern="1200" cap="none" spc="0" normalizeH="0" baseline="0" noProof="0">
                <a:ln>
                  <a:noFill/>
                </a:ln>
                <a:solidFill>
                  <a:srgbClr val="0000FF"/>
                </a:solidFill>
                <a:effectLst/>
                <a:uLnTx/>
                <a:uFillTx/>
                <a:latin typeface="Calibri"/>
                <a:ea typeface="+mn-ea"/>
                <a:cs typeface="Times New Roman" pitchFamily="18" charset="0"/>
              </a:rPr>
              <a:t> = 2 </a:t>
            </a:r>
            <a:r>
              <a:rPr kumimoji="0" lang="en-US" sz="2800" b="0" i="0" u="none" strike="noStrike" kern="1200" cap="none" spc="0" normalizeH="0" baseline="0" noProof="0">
                <a:ln>
                  <a:noFill/>
                </a:ln>
                <a:solidFill>
                  <a:sysClr val="windowText" lastClr="000000"/>
                </a:solidFill>
                <a:effectLst/>
                <a:uLnTx/>
                <a:uFillTx/>
                <a:latin typeface="Calibri"/>
                <a:ea typeface="+mn-ea"/>
                <a:cs typeface="Times New Roman" pitchFamily="18" charset="0"/>
              </a:rPr>
              <a:t>is called a </a:t>
            </a:r>
            <a:r>
              <a:rPr kumimoji="0" lang="en-US" sz="2800" b="1" i="1" u="none" strike="noStrike" kern="1200" cap="none" spc="0" normalizeH="0" baseline="0" noProof="0">
                <a:ln>
                  <a:noFill/>
                </a:ln>
                <a:solidFill>
                  <a:srgbClr val="0000FF"/>
                </a:solidFill>
                <a:effectLst/>
                <a:uLnTx/>
                <a:uFillTx/>
                <a:latin typeface="Calibri"/>
                <a:ea typeface="+mn-ea"/>
                <a:cs typeface="Times New Roman" pitchFamily="18" charset="0"/>
              </a:rPr>
              <a:t>binary tree</a:t>
            </a:r>
            <a:r>
              <a:rPr kumimoji="0" lang="en-US" sz="2800" b="0" i="0" u="none" strike="noStrike" kern="1200" cap="none" spc="0" normalizeH="0" baseline="0" noProof="0">
                <a:ln>
                  <a:noFill/>
                </a:ln>
                <a:solidFill>
                  <a:sysClr val="windowText" lastClr="000000"/>
                </a:solidFill>
                <a:effectLst/>
                <a:uLnTx/>
                <a:uFillTx/>
                <a:latin typeface="Calibri"/>
                <a:ea typeface="+mn-ea"/>
                <a:cs typeface="Times New Roman" pitchFamily="18" charset="0"/>
              </a:rPr>
              <a:t>.</a:t>
            </a:r>
            <a:endParaRPr kumimoji="0" lang="en-US" sz="2800" b="0" i="0" u="none" strike="noStrike" kern="1200" cap="none" spc="0" normalizeH="0" baseline="0" noProof="0" dirty="0">
              <a:ln>
                <a:noFill/>
              </a:ln>
              <a:solidFill>
                <a:sysClr val="windowText" lastClr="000000"/>
              </a:solidFill>
              <a:effectLst/>
              <a:uLnTx/>
              <a:uFillTx/>
              <a:latin typeface="Calibri"/>
              <a:ea typeface="+mn-ea"/>
              <a:cs typeface="+mn-cs"/>
            </a:endParaRPr>
          </a:p>
        </p:txBody>
      </p:sp>
    </p:spTree>
    <p:extLst>
      <p:ext uri="{BB962C8B-B14F-4D97-AF65-F5344CB8AC3E}">
        <p14:creationId xmlns:p14="http://schemas.microsoft.com/office/powerpoint/2010/main" val="38656108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Example 3 </a:t>
            </a:r>
          </a:p>
        </p:txBody>
      </p:sp>
      <p:sp>
        <p:nvSpPr>
          <p:cNvPr id="8" name="Content Placeholder 2">
            <a:extLst>
              <a:ext uri="{FF2B5EF4-FFF2-40B4-BE49-F238E27FC236}">
                <a16:creationId xmlns:a16="http://schemas.microsoft.com/office/drawing/2014/main" id="{4A40A0FA-A7A9-44FA-8986-A7B0D4A8B183}"/>
              </a:ext>
            </a:extLst>
          </p:cNvPr>
          <p:cNvSpPr txBox="1">
            <a:spLocks/>
          </p:cNvSpPr>
          <p:nvPr/>
        </p:nvSpPr>
        <p:spPr bwMode="auto">
          <a:xfrm>
            <a:off x="457200" y="1295400"/>
            <a:ext cx="8229600" cy="48307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base" latinLnBrk="0" hangingPunct="1">
              <a:lnSpc>
                <a:spcPct val="100000"/>
              </a:lnSpc>
              <a:spcBef>
                <a:spcPct val="20000"/>
              </a:spcBef>
              <a:spcAft>
                <a:spcPct val="0"/>
              </a:spcAft>
              <a:buClrTx/>
              <a:buSzTx/>
              <a:buFont typeface="Arial" charset="0"/>
              <a:buChar char="•"/>
              <a:tabLst/>
              <a:defRPr/>
            </a:pPr>
            <a:r>
              <a:rPr kumimoji="0" lang="en-US" sz="2800" b="0" i="0" u="none" strike="noStrike" kern="1200" cap="none" spc="0" normalizeH="0" baseline="0" noProof="0">
                <a:ln>
                  <a:noFill/>
                </a:ln>
                <a:solidFill>
                  <a:srgbClr val="0000FF"/>
                </a:solidFill>
                <a:effectLst/>
                <a:uLnTx/>
                <a:uFillTx/>
                <a:latin typeface="Calibri"/>
                <a:ea typeface="+mn-ea"/>
                <a:cs typeface="Times New Roman" pitchFamily="18" charset="0"/>
              </a:rPr>
              <a:t>Are the rooted trees in </a:t>
            </a:r>
            <a:r>
              <a:rPr kumimoji="0" lang="en-US" sz="2800" b="0" i="0" u="sng" strike="noStrike" kern="1200" cap="none" spc="0" normalizeH="0" baseline="0" noProof="0">
                <a:ln>
                  <a:noFill/>
                </a:ln>
                <a:solidFill>
                  <a:srgbClr val="0000FF"/>
                </a:solidFill>
                <a:effectLst/>
                <a:uLnTx/>
                <a:uFillTx/>
                <a:latin typeface="Calibri"/>
                <a:ea typeface="+mn-ea"/>
                <a:cs typeface="Times New Roman" pitchFamily="18" charset="0"/>
              </a:rPr>
              <a:t>Figure 7</a:t>
            </a:r>
            <a:r>
              <a:rPr kumimoji="0" lang="en-US" sz="2800" b="0" i="0" u="none" strike="noStrike" kern="1200" cap="none" spc="0" normalizeH="0" baseline="0" noProof="0">
                <a:ln>
                  <a:noFill/>
                </a:ln>
                <a:solidFill>
                  <a:srgbClr val="0000FF"/>
                </a:solidFill>
                <a:effectLst/>
                <a:uLnTx/>
                <a:uFillTx/>
                <a:latin typeface="Calibri"/>
                <a:ea typeface="+mn-ea"/>
                <a:cs typeface="Times New Roman" pitchFamily="18" charset="0"/>
              </a:rPr>
              <a:t> </a:t>
            </a:r>
            <a:r>
              <a:rPr kumimoji="0" lang="en-US" sz="2800" b="1" i="0" u="none" strike="noStrike" kern="1200" cap="none" spc="0" normalizeH="0" baseline="0" noProof="0">
                <a:ln>
                  <a:noFill/>
                </a:ln>
                <a:solidFill>
                  <a:srgbClr val="0000FF"/>
                </a:solidFill>
                <a:effectLst/>
                <a:uLnTx/>
                <a:uFillTx/>
                <a:latin typeface="Calibri"/>
                <a:ea typeface="+mn-ea"/>
                <a:cs typeface="Times New Roman" pitchFamily="18" charset="0"/>
              </a:rPr>
              <a:t>full</a:t>
            </a:r>
            <a:r>
              <a:rPr kumimoji="0" lang="en-US" sz="2800" b="0" i="0" u="none" strike="noStrike" kern="1200" cap="none" spc="0" normalizeH="0" baseline="0" noProof="0">
                <a:ln>
                  <a:noFill/>
                </a:ln>
                <a:solidFill>
                  <a:srgbClr val="0000FF"/>
                </a:solidFill>
                <a:effectLst/>
                <a:uLnTx/>
                <a:uFillTx/>
                <a:latin typeface="Calibri"/>
                <a:ea typeface="+mn-ea"/>
                <a:cs typeface="Times New Roman" pitchFamily="18" charset="0"/>
              </a:rPr>
              <a:t> </a:t>
            </a:r>
            <a:r>
              <a:rPr kumimoji="0" lang="en-US" sz="2800" b="1" i="1" u="none" strike="noStrike" kern="1200" cap="none" spc="0" normalizeH="0" baseline="0" noProof="0">
                <a:ln>
                  <a:noFill/>
                </a:ln>
                <a:solidFill>
                  <a:srgbClr val="0000FF"/>
                </a:solidFill>
                <a:effectLst/>
                <a:uLnTx/>
                <a:uFillTx/>
                <a:latin typeface="Calibri"/>
                <a:ea typeface="+mn-ea"/>
                <a:cs typeface="Times New Roman" pitchFamily="18" charset="0"/>
              </a:rPr>
              <a:t>m-ary</a:t>
            </a:r>
            <a:r>
              <a:rPr kumimoji="0" lang="en-US" sz="2800" b="1" i="0" u="none" strike="noStrike" kern="1200" cap="none" spc="0" normalizeH="0" baseline="0" noProof="0">
                <a:ln>
                  <a:noFill/>
                </a:ln>
                <a:solidFill>
                  <a:srgbClr val="0000FF"/>
                </a:solidFill>
                <a:effectLst/>
                <a:uLnTx/>
                <a:uFillTx/>
                <a:latin typeface="Calibri"/>
                <a:ea typeface="+mn-ea"/>
                <a:cs typeface="Times New Roman" pitchFamily="18" charset="0"/>
              </a:rPr>
              <a:t> trees</a:t>
            </a:r>
            <a:r>
              <a:rPr kumimoji="0" lang="en-US" sz="2800" b="0" i="0" u="none" strike="noStrike" kern="1200" cap="none" spc="0" normalizeH="0" baseline="0" noProof="0">
                <a:ln>
                  <a:noFill/>
                </a:ln>
                <a:solidFill>
                  <a:srgbClr val="0000FF"/>
                </a:solidFill>
                <a:effectLst/>
                <a:uLnTx/>
                <a:uFillTx/>
                <a:latin typeface="Calibri"/>
                <a:ea typeface="+mn-ea"/>
                <a:cs typeface="Times New Roman" pitchFamily="18" charset="0"/>
              </a:rPr>
              <a:t> for some positive integer m?</a:t>
            </a:r>
          </a:p>
          <a:p>
            <a:pPr marL="342900" marR="0" lvl="0" indent="-342900" algn="l" defTabSz="914400" rtl="0" eaLnBrk="1" fontAlgn="base" latinLnBrk="0" hangingPunct="1">
              <a:lnSpc>
                <a:spcPct val="100000"/>
              </a:lnSpc>
              <a:spcBef>
                <a:spcPct val="20000"/>
              </a:spcBef>
              <a:spcAft>
                <a:spcPct val="0"/>
              </a:spcAft>
              <a:buClrTx/>
              <a:buSzTx/>
              <a:buFont typeface="Arial" charset="0"/>
              <a:buChar char="•"/>
              <a:tabLst/>
              <a:defRPr/>
            </a:pPr>
            <a:endParaRPr kumimoji="0" lang="en-US" sz="2800" b="0" i="0" u="none" strike="noStrike" kern="1200" cap="none" spc="0" normalizeH="0" baseline="0" noProof="0">
              <a:ln>
                <a:noFill/>
              </a:ln>
              <a:solidFill>
                <a:sysClr val="windowText" lastClr="000000"/>
              </a:solidFill>
              <a:effectLst/>
              <a:uLnTx/>
              <a:uFillTx/>
              <a:latin typeface="Calibri"/>
              <a:ea typeface="+mn-ea"/>
              <a:cs typeface="Times New Roman" pitchFamily="18" charset="0"/>
            </a:endParaRPr>
          </a:p>
          <a:p>
            <a:pPr marL="342900" marR="0" lvl="0" indent="-342900" algn="l" defTabSz="914400" rtl="0" eaLnBrk="1" fontAlgn="base" latinLnBrk="0" hangingPunct="1">
              <a:lnSpc>
                <a:spcPct val="100000"/>
              </a:lnSpc>
              <a:spcBef>
                <a:spcPct val="20000"/>
              </a:spcBef>
              <a:spcAft>
                <a:spcPct val="0"/>
              </a:spcAft>
              <a:buClrTx/>
              <a:buSzTx/>
              <a:buFont typeface="Arial" charset="0"/>
              <a:buChar char="•"/>
              <a:tabLst/>
              <a:defRPr/>
            </a:pPr>
            <a:endParaRPr kumimoji="0" lang="en-US" sz="2800" b="0" i="0" u="none" strike="noStrike" kern="1200" cap="none" spc="0" normalizeH="0" baseline="0" noProof="0" dirty="0">
              <a:ln>
                <a:noFill/>
              </a:ln>
              <a:solidFill>
                <a:sysClr val="windowText" lastClr="000000"/>
              </a:solidFill>
              <a:effectLst/>
              <a:uLnTx/>
              <a:uFillTx/>
              <a:latin typeface="Calibri"/>
              <a:ea typeface="+mn-ea"/>
              <a:cs typeface="+mn-cs"/>
            </a:endParaRPr>
          </a:p>
        </p:txBody>
      </p:sp>
      <p:pic>
        <p:nvPicPr>
          <p:cNvPr id="10" name="Picture 2">
            <a:extLst>
              <a:ext uri="{FF2B5EF4-FFF2-40B4-BE49-F238E27FC236}">
                <a16:creationId xmlns:a16="http://schemas.microsoft.com/office/drawing/2014/main" id="{B55F3FA2-4417-4FA0-BFD7-3BD7AC02521B}"/>
              </a:ext>
            </a:extLst>
          </p:cNvPr>
          <p:cNvPicPr>
            <a:picLocks noChangeAspect="1" noChangeArrowheads="1"/>
          </p:cNvPicPr>
          <p:nvPr/>
        </p:nvPicPr>
        <p:blipFill>
          <a:blip r:embed="rId2" cstate="print"/>
          <a:srcRect/>
          <a:stretch>
            <a:fillRect/>
          </a:stretch>
        </p:blipFill>
        <p:spPr bwMode="auto">
          <a:xfrm>
            <a:off x="777875" y="2438400"/>
            <a:ext cx="7740650" cy="4114800"/>
          </a:xfrm>
          <a:prstGeom prst="rect">
            <a:avLst/>
          </a:prstGeom>
          <a:noFill/>
          <a:ln w="9525">
            <a:noFill/>
            <a:miter lim="800000"/>
            <a:headEnd/>
            <a:tailEnd/>
          </a:ln>
        </p:spPr>
      </p:pic>
    </p:spTree>
    <p:extLst>
      <p:ext uri="{BB962C8B-B14F-4D97-AF65-F5344CB8AC3E}">
        <p14:creationId xmlns:p14="http://schemas.microsoft.com/office/powerpoint/2010/main" val="6461669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Solution of Example 3 </a:t>
            </a:r>
          </a:p>
        </p:txBody>
      </p:sp>
      <p:sp>
        <p:nvSpPr>
          <p:cNvPr id="4" name="Content Placeholder 2">
            <a:extLst>
              <a:ext uri="{FF2B5EF4-FFF2-40B4-BE49-F238E27FC236}">
                <a16:creationId xmlns:a16="http://schemas.microsoft.com/office/drawing/2014/main" id="{22C9AD33-3BF3-4492-8279-7CCC0C334883}"/>
              </a:ext>
            </a:extLst>
          </p:cNvPr>
          <p:cNvSpPr txBox="1">
            <a:spLocks/>
          </p:cNvSpPr>
          <p:nvPr/>
        </p:nvSpPr>
        <p:spPr bwMode="auto">
          <a:xfrm>
            <a:off x="457200" y="1371600"/>
            <a:ext cx="8229600" cy="47545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base" latinLnBrk="0" hangingPunct="1">
              <a:lnSpc>
                <a:spcPct val="100000"/>
              </a:lnSpc>
              <a:spcBef>
                <a:spcPct val="20000"/>
              </a:spcBef>
              <a:spcAft>
                <a:spcPct val="0"/>
              </a:spcAft>
              <a:buClrTx/>
              <a:buSzTx/>
              <a:buFont typeface="Arial" charset="0"/>
              <a:buChar char="•"/>
              <a:tabLst/>
              <a:defRPr/>
            </a:pPr>
            <a:r>
              <a:rPr kumimoji="0" lang="en-US" sz="2400" b="0" i="0" u="none" strike="noStrike" kern="1200" cap="none" spc="0" normalizeH="0" baseline="0" noProof="0" dirty="0">
                <a:ln>
                  <a:noFill/>
                </a:ln>
                <a:solidFill>
                  <a:srgbClr val="0000FF"/>
                </a:solidFill>
                <a:effectLst/>
                <a:uLnTx/>
                <a:uFillTx/>
                <a:latin typeface="Calibri"/>
                <a:ea typeface="+mn-ea"/>
                <a:cs typeface="Times New Roman" pitchFamily="18" charset="0"/>
              </a:rPr>
              <a:t>T1</a:t>
            </a:r>
            <a:r>
              <a:rPr kumimoji="0" lang="en-US" sz="2400" b="0" i="0" u="none" strike="noStrike" kern="1200" cap="none" spc="0" normalizeH="0" baseline="0" noProof="0" dirty="0">
                <a:ln>
                  <a:noFill/>
                </a:ln>
                <a:solidFill>
                  <a:sysClr val="windowText" lastClr="000000"/>
                </a:solidFill>
                <a:effectLst/>
                <a:uLnTx/>
                <a:uFillTx/>
                <a:latin typeface="Calibri"/>
                <a:ea typeface="+mn-ea"/>
                <a:cs typeface="Times New Roman" pitchFamily="18" charset="0"/>
              </a:rPr>
              <a:t> is a </a:t>
            </a:r>
            <a:r>
              <a:rPr kumimoji="0" lang="en-US" sz="2400" b="0" i="0" u="none" strike="noStrike" kern="1200" cap="none" spc="0" normalizeH="0" baseline="0" noProof="0" dirty="0">
                <a:ln>
                  <a:noFill/>
                </a:ln>
                <a:solidFill>
                  <a:srgbClr val="0000FF"/>
                </a:solidFill>
                <a:effectLst/>
                <a:uLnTx/>
                <a:uFillTx/>
                <a:latin typeface="Calibri"/>
                <a:ea typeface="+mn-ea"/>
                <a:cs typeface="Times New Roman" pitchFamily="18" charset="0"/>
              </a:rPr>
              <a:t>full</a:t>
            </a:r>
            <a:r>
              <a:rPr kumimoji="0" lang="en-US" sz="2400" b="0" i="0" u="none" strike="noStrike" kern="1200" cap="none" spc="0" normalizeH="0" baseline="0" noProof="0" dirty="0">
                <a:ln>
                  <a:noFill/>
                </a:ln>
                <a:solidFill>
                  <a:sysClr val="windowText" lastClr="000000"/>
                </a:solidFill>
                <a:effectLst/>
                <a:uLnTx/>
                <a:uFillTx/>
                <a:latin typeface="Calibri"/>
                <a:ea typeface="+mn-ea"/>
                <a:cs typeface="Times New Roman" pitchFamily="18" charset="0"/>
              </a:rPr>
              <a:t> </a:t>
            </a:r>
            <a:r>
              <a:rPr kumimoji="0" lang="en-US" sz="2400" b="0" i="0" u="none" strike="noStrike" kern="1200" cap="none" spc="0" normalizeH="0" baseline="0" noProof="0" dirty="0">
                <a:ln>
                  <a:noFill/>
                </a:ln>
                <a:solidFill>
                  <a:srgbClr val="0000FF"/>
                </a:solidFill>
                <a:effectLst/>
                <a:uLnTx/>
                <a:uFillTx/>
                <a:latin typeface="Calibri"/>
                <a:ea typeface="+mn-ea"/>
                <a:cs typeface="Times New Roman" pitchFamily="18" charset="0"/>
              </a:rPr>
              <a:t>binary tree </a:t>
            </a:r>
            <a:r>
              <a:rPr kumimoji="0" lang="en-US" sz="2400" b="0" i="0" u="none" strike="noStrike" kern="1200" cap="none" spc="0" normalizeH="0" baseline="0" noProof="0" dirty="0">
                <a:ln>
                  <a:noFill/>
                </a:ln>
                <a:solidFill>
                  <a:sysClr val="windowText" lastClr="000000"/>
                </a:solidFill>
                <a:effectLst/>
                <a:uLnTx/>
                <a:uFillTx/>
                <a:latin typeface="Calibri"/>
                <a:ea typeface="+mn-ea"/>
                <a:cs typeface="Times New Roman" pitchFamily="18" charset="0"/>
              </a:rPr>
              <a:t>because each of its internal vertices has</a:t>
            </a:r>
          </a:p>
          <a:p>
            <a:pPr marL="342900" marR="0" lvl="0" indent="-342900" algn="l" defTabSz="914400" rtl="0" eaLnBrk="1" fontAlgn="base" latinLnBrk="0" hangingPunct="1">
              <a:lnSpc>
                <a:spcPct val="100000"/>
              </a:lnSpc>
              <a:spcBef>
                <a:spcPct val="20000"/>
              </a:spcBef>
              <a:spcAft>
                <a:spcPct val="0"/>
              </a:spcAft>
              <a:buClrTx/>
              <a:buSzTx/>
              <a:buFont typeface="Arial" charset="0"/>
              <a:buNone/>
              <a:tabLst/>
              <a:defRPr/>
            </a:pPr>
            <a:r>
              <a:rPr kumimoji="0" lang="en-US" sz="2400" b="0" i="0" u="none" strike="noStrike" kern="1200" cap="none" spc="0" normalizeH="0" baseline="0" noProof="0" dirty="0">
                <a:ln>
                  <a:noFill/>
                </a:ln>
                <a:solidFill>
                  <a:sysClr val="windowText" lastClr="000000"/>
                </a:solidFill>
                <a:effectLst/>
                <a:uLnTx/>
                <a:uFillTx/>
                <a:latin typeface="Calibri"/>
                <a:ea typeface="+mn-ea"/>
                <a:cs typeface="Times New Roman" pitchFamily="18" charset="0"/>
              </a:rPr>
              <a:t>	two children. </a:t>
            </a:r>
          </a:p>
          <a:p>
            <a:pPr marL="342900" marR="0" lvl="0" indent="-342900" algn="l" defTabSz="914400" rtl="0" eaLnBrk="1" fontAlgn="base" latinLnBrk="0" hangingPunct="1">
              <a:lnSpc>
                <a:spcPct val="100000"/>
              </a:lnSpc>
              <a:spcBef>
                <a:spcPct val="20000"/>
              </a:spcBef>
              <a:spcAft>
                <a:spcPct val="0"/>
              </a:spcAft>
              <a:buClrTx/>
              <a:buSzTx/>
              <a:buFont typeface="Arial" charset="0"/>
              <a:buChar char="•"/>
              <a:tabLst/>
              <a:defRPr/>
            </a:pPr>
            <a:r>
              <a:rPr kumimoji="0" lang="en-US" sz="2400" b="0" i="0" u="none" strike="noStrike" kern="1200" cap="none" spc="0" normalizeH="0" baseline="0" noProof="0" dirty="0">
                <a:ln>
                  <a:noFill/>
                </a:ln>
                <a:solidFill>
                  <a:srgbClr val="0000FF"/>
                </a:solidFill>
                <a:effectLst/>
                <a:uLnTx/>
                <a:uFillTx/>
                <a:latin typeface="Calibri"/>
                <a:ea typeface="+mn-ea"/>
                <a:cs typeface="Times New Roman" pitchFamily="18" charset="0"/>
              </a:rPr>
              <a:t>T2</a:t>
            </a:r>
            <a:r>
              <a:rPr kumimoji="0" lang="en-US" sz="2400" b="0" i="0" u="none" strike="noStrike" kern="1200" cap="none" spc="0" normalizeH="0" baseline="0" noProof="0" dirty="0">
                <a:ln>
                  <a:noFill/>
                </a:ln>
                <a:solidFill>
                  <a:sysClr val="windowText" lastClr="000000"/>
                </a:solidFill>
                <a:effectLst/>
                <a:uLnTx/>
                <a:uFillTx/>
                <a:latin typeface="Calibri"/>
                <a:ea typeface="+mn-ea"/>
                <a:cs typeface="Times New Roman" pitchFamily="18" charset="0"/>
              </a:rPr>
              <a:t> is a </a:t>
            </a:r>
            <a:r>
              <a:rPr kumimoji="0" lang="en-US" sz="2400" b="0" i="0" u="none" strike="noStrike" kern="1200" cap="none" spc="0" normalizeH="0" baseline="0" noProof="0" dirty="0">
                <a:ln>
                  <a:noFill/>
                </a:ln>
                <a:solidFill>
                  <a:srgbClr val="0000FF"/>
                </a:solidFill>
                <a:effectLst/>
                <a:uLnTx/>
                <a:uFillTx/>
                <a:latin typeface="Calibri"/>
                <a:ea typeface="+mn-ea"/>
                <a:cs typeface="Times New Roman" pitchFamily="18" charset="0"/>
              </a:rPr>
              <a:t>full 3-ary tree </a:t>
            </a:r>
            <a:r>
              <a:rPr kumimoji="0" lang="en-US" sz="2400" b="0" i="0" u="none" strike="noStrike" kern="1200" cap="none" spc="0" normalizeH="0" baseline="0" noProof="0" dirty="0">
                <a:ln>
                  <a:noFill/>
                </a:ln>
                <a:solidFill>
                  <a:sysClr val="windowText" lastClr="000000"/>
                </a:solidFill>
                <a:effectLst/>
                <a:uLnTx/>
                <a:uFillTx/>
                <a:latin typeface="Calibri"/>
                <a:ea typeface="+mn-ea"/>
                <a:cs typeface="Times New Roman" pitchFamily="18" charset="0"/>
              </a:rPr>
              <a:t>because each of its internal vertices has three children. </a:t>
            </a:r>
          </a:p>
          <a:p>
            <a:pPr marL="342900" marR="0" lvl="0" indent="-342900" algn="l" defTabSz="914400" rtl="0" eaLnBrk="1" fontAlgn="base" latinLnBrk="0" hangingPunct="1">
              <a:lnSpc>
                <a:spcPct val="100000"/>
              </a:lnSpc>
              <a:spcBef>
                <a:spcPct val="20000"/>
              </a:spcBef>
              <a:spcAft>
                <a:spcPct val="0"/>
              </a:spcAft>
              <a:buClrTx/>
              <a:buSzTx/>
              <a:buFont typeface="Arial" charset="0"/>
              <a:buChar char="•"/>
              <a:tabLst/>
              <a:defRPr/>
            </a:pPr>
            <a:r>
              <a:rPr kumimoji="0" lang="en-US" sz="2400" b="0" i="0" u="none" strike="noStrike" kern="1200" cap="none" spc="0" normalizeH="0" baseline="0" noProof="0" dirty="0">
                <a:ln>
                  <a:noFill/>
                </a:ln>
                <a:solidFill>
                  <a:sysClr val="windowText" lastClr="000000"/>
                </a:solidFill>
                <a:effectLst/>
                <a:uLnTx/>
                <a:uFillTx/>
                <a:latin typeface="Calibri"/>
                <a:ea typeface="+mn-ea"/>
                <a:cs typeface="Times New Roman" pitchFamily="18" charset="0"/>
              </a:rPr>
              <a:t>In </a:t>
            </a:r>
            <a:r>
              <a:rPr kumimoji="0" lang="en-US" sz="2400" b="0" i="0" u="none" strike="noStrike" kern="1200" cap="none" spc="0" normalizeH="0" baseline="0" noProof="0" dirty="0">
                <a:ln>
                  <a:noFill/>
                </a:ln>
                <a:solidFill>
                  <a:srgbClr val="0000FF"/>
                </a:solidFill>
                <a:effectLst/>
                <a:uLnTx/>
                <a:uFillTx/>
                <a:latin typeface="Calibri"/>
                <a:ea typeface="+mn-ea"/>
                <a:cs typeface="Times New Roman" pitchFamily="18" charset="0"/>
              </a:rPr>
              <a:t>T3</a:t>
            </a:r>
            <a:r>
              <a:rPr kumimoji="0" lang="en-US" sz="2400" b="0" i="0" u="none" strike="noStrike" kern="1200" cap="none" spc="0" normalizeH="0" baseline="0" noProof="0" dirty="0">
                <a:ln>
                  <a:noFill/>
                </a:ln>
                <a:solidFill>
                  <a:sysClr val="windowText" lastClr="000000"/>
                </a:solidFill>
                <a:effectLst/>
                <a:uLnTx/>
                <a:uFillTx/>
                <a:latin typeface="Calibri"/>
                <a:ea typeface="+mn-ea"/>
                <a:cs typeface="Times New Roman" pitchFamily="18" charset="0"/>
              </a:rPr>
              <a:t> each internal vertex has five children, so </a:t>
            </a:r>
            <a:r>
              <a:rPr kumimoji="0" lang="en-US" sz="2400" b="0" i="0" u="none" strike="noStrike" kern="1200" cap="none" spc="0" normalizeH="0" baseline="0" noProof="0" dirty="0">
                <a:ln>
                  <a:noFill/>
                </a:ln>
                <a:solidFill>
                  <a:srgbClr val="0000FF"/>
                </a:solidFill>
                <a:effectLst/>
                <a:uLnTx/>
                <a:uFillTx/>
                <a:latin typeface="Calibri"/>
                <a:ea typeface="+mn-ea"/>
                <a:cs typeface="Times New Roman" pitchFamily="18" charset="0"/>
              </a:rPr>
              <a:t>T3 is a full 5-ary tree. </a:t>
            </a:r>
          </a:p>
          <a:p>
            <a:pPr marL="342900" marR="0" lvl="0" indent="-342900" algn="l" defTabSz="914400" rtl="0" eaLnBrk="1" fontAlgn="base" latinLnBrk="0" hangingPunct="1">
              <a:lnSpc>
                <a:spcPct val="100000"/>
              </a:lnSpc>
              <a:spcBef>
                <a:spcPct val="20000"/>
              </a:spcBef>
              <a:spcAft>
                <a:spcPct val="0"/>
              </a:spcAft>
              <a:buClrTx/>
              <a:buSzTx/>
              <a:buFont typeface="Arial" charset="0"/>
              <a:buChar char="•"/>
              <a:tabLst/>
              <a:defRPr/>
            </a:pPr>
            <a:r>
              <a:rPr kumimoji="0" lang="en-US" sz="2400" b="0" i="0" u="none" strike="noStrike" kern="1200" cap="none" spc="0" normalizeH="0" baseline="0" noProof="0" dirty="0">
                <a:ln>
                  <a:noFill/>
                </a:ln>
                <a:solidFill>
                  <a:srgbClr val="0000FF"/>
                </a:solidFill>
                <a:effectLst/>
                <a:uLnTx/>
                <a:uFillTx/>
                <a:latin typeface="Calibri"/>
                <a:ea typeface="+mn-ea"/>
                <a:cs typeface="Times New Roman" pitchFamily="18" charset="0"/>
              </a:rPr>
              <a:t>T4 is </a:t>
            </a:r>
            <a:r>
              <a:rPr kumimoji="0" lang="en-US" sz="2400" b="1" i="1" u="none" strike="noStrike" kern="1200" cap="none" spc="0" normalizeH="0" baseline="0" noProof="0" dirty="0">
                <a:ln>
                  <a:noFill/>
                </a:ln>
                <a:solidFill>
                  <a:srgbClr val="0000FF"/>
                </a:solidFill>
                <a:effectLst/>
                <a:uLnTx/>
                <a:uFillTx/>
                <a:latin typeface="Calibri"/>
                <a:ea typeface="+mn-ea"/>
                <a:cs typeface="Times New Roman" pitchFamily="18" charset="0"/>
              </a:rPr>
              <a:t>not</a:t>
            </a:r>
            <a:r>
              <a:rPr kumimoji="0" lang="en-US" sz="2400" b="0" i="0" u="none" strike="noStrike" kern="1200" cap="none" spc="0" normalizeH="0" baseline="0" noProof="0" dirty="0">
                <a:ln>
                  <a:noFill/>
                </a:ln>
                <a:solidFill>
                  <a:srgbClr val="0000FF"/>
                </a:solidFill>
                <a:effectLst/>
                <a:uLnTx/>
                <a:uFillTx/>
                <a:latin typeface="Calibri"/>
                <a:ea typeface="+mn-ea"/>
                <a:cs typeface="Times New Roman" pitchFamily="18" charset="0"/>
              </a:rPr>
              <a:t> a full m-</a:t>
            </a:r>
            <a:r>
              <a:rPr kumimoji="0" lang="en-US" sz="2400" b="0" i="0" u="none" strike="noStrike" kern="1200" cap="none" spc="0" normalizeH="0" baseline="0" noProof="0" dirty="0" err="1">
                <a:ln>
                  <a:noFill/>
                </a:ln>
                <a:solidFill>
                  <a:srgbClr val="0000FF"/>
                </a:solidFill>
                <a:effectLst/>
                <a:uLnTx/>
                <a:uFillTx/>
                <a:latin typeface="Calibri"/>
                <a:ea typeface="+mn-ea"/>
                <a:cs typeface="Times New Roman" pitchFamily="18" charset="0"/>
              </a:rPr>
              <a:t>ary</a:t>
            </a:r>
            <a:r>
              <a:rPr kumimoji="0" lang="en-US" sz="2400" b="0" i="0" u="none" strike="noStrike" kern="1200" cap="none" spc="0" normalizeH="0" baseline="0" noProof="0" dirty="0">
                <a:ln>
                  <a:noFill/>
                </a:ln>
                <a:solidFill>
                  <a:srgbClr val="0000FF"/>
                </a:solidFill>
                <a:effectLst/>
                <a:uLnTx/>
                <a:uFillTx/>
                <a:latin typeface="Calibri"/>
                <a:ea typeface="+mn-ea"/>
                <a:cs typeface="Times New Roman" pitchFamily="18" charset="0"/>
              </a:rPr>
              <a:t> tree </a:t>
            </a:r>
            <a:r>
              <a:rPr kumimoji="0" lang="en-US" sz="2400" b="0" i="0" u="none" strike="noStrike" kern="1200" cap="none" spc="0" normalizeH="0" baseline="0" noProof="0" dirty="0">
                <a:ln>
                  <a:noFill/>
                </a:ln>
                <a:solidFill>
                  <a:sysClr val="windowText" lastClr="000000"/>
                </a:solidFill>
                <a:effectLst/>
                <a:uLnTx/>
                <a:uFillTx/>
                <a:latin typeface="Calibri"/>
                <a:ea typeface="+mn-ea"/>
                <a:cs typeface="Times New Roman" pitchFamily="18" charset="0"/>
              </a:rPr>
              <a:t>for any </a:t>
            </a:r>
            <a:r>
              <a:rPr kumimoji="0" lang="en-US" sz="2400" b="0" i="1" u="none" strike="noStrike" kern="1200" cap="none" spc="0" normalizeH="0" baseline="0" noProof="0" dirty="0">
                <a:ln>
                  <a:noFill/>
                </a:ln>
                <a:solidFill>
                  <a:sysClr val="windowText" lastClr="000000"/>
                </a:solidFill>
                <a:effectLst/>
                <a:uLnTx/>
                <a:uFillTx/>
                <a:latin typeface="Calibri"/>
                <a:ea typeface="+mn-ea"/>
                <a:cs typeface="Times New Roman" pitchFamily="18" charset="0"/>
              </a:rPr>
              <a:t>m</a:t>
            </a:r>
            <a:r>
              <a:rPr kumimoji="0" lang="en-US" sz="2400" b="0" i="0" u="none" strike="noStrike" kern="1200" cap="none" spc="0" normalizeH="0" baseline="0" noProof="0" dirty="0">
                <a:ln>
                  <a:noFill/>
                </a:ln>
                <a:solidFill>
                  <a:sysClr val="windowText" lastClr="000000"/>
                </a:solidFill>
                <a:effectLst/>
                <a:uLnTx/>
                <a:uFillTx/>
                <a:latin typeface="Calibri"/>
                <a:ea typeface="+mn-ea"/>
                <a:cs typeface="Times New Roman" pitchFamily="18" charset="0"/>
              </a:rPr>
              <a:t> because some of its internal vertices have two children and others have three children.</a:t>
            </a:r>
          </a:p>
          <a:p>
            <a:pPr marL="342900" marR="0" lvl="0" indent="-342900" algn="l" defTabSz="914400" rtl="0" eaLnBrk="1" fontAlgn="base" latinLnBrk="0" hangingPunct="1">
              <a:lnSpc>
                <a:spcPct val="100000"/>
              </a:lnSpc>
              <a:spcBef>
                <a:spcPct val="20000"/>
              </a:spcBef>
              <a:spcAft>
                <a:spcPct val="0"/>
              </a:spcAft>
              <a:buClrTx/>
              <a:buSzTx/>
              <a:buFont typeface="Arial" charset="0"/>
              <a:buChar char="•"/>
              <a:tabLst/>
              <a:defRPr/>
            </a:pPr>
            <a:r>
              <a:rPr kumimoji="0" lang="en-US" sz="2400" b="1" i="0" u="none" strike="noStrike" kern="1200" cap="none" spc="0" normalizeH="0" baseline="0" noProof="0" dirty="0">
                <a:ln>
                  <a:noFill/>
                </a:ln>
                <a:solidFill>
                  <a:srgbClr val="FF0000"/>
                </a:solidFill>
                <a:effectLst/>
                <a:uLnTx/>
                <a:uFillTx/>
                <a:latin typeface="Calibri"/>
                <a:ea typeface="+mn-ea"/>
                <a:cs typeface="Times New Roman" pitchFamily="18" charset="0"/>
              </a:rPr>
              <a:t>Example 4 : Practice @ Home</a:t>
            </a:r>
            <a:endParaRPr kumimoji="0" lang="en-US" sz="2400" b="1" i="0" u="none" strike="noStrike" kern="1200" cap="none" spc="0" normalizeH="0" baseline="0" noProof="0" dirty="0">
              <a:ln>
                <a:noFill/>
              </a:ln>
              <a:solidFill>
                <a:srgbClr val="FF0000"/>
              </a:solidFill>
              <a:effectLst/>
              <a:uLnTx/>
              <a:uFillTx/>
              <a:latin typeface="Calibri"/>
              <a:ea typeface="+mn-ea"/>
              <a:cs typeface="+mn-cs"/>
            </a:endParaRPr>
          </a:p>
        </p:txBody>
      </p:sp>
    </p:spTree>
    <p:extLst>
      <p:ext uri="{BB962C8B-B14F-4D97-AF65-F5344CB8AC3E}">
        <p14:creationId xmlns:p14="http://schemas.microsoft.com/office/powerpoint/2010/main" val="38513592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Properties of Trees</a:t>
            </a:r>
          </a:p>
        </p:txBody>
      </p:sp>
      <p:sp>
        <p:nvSpPr>
          <p:cNvPr id="4" name="Content Placeholder 2">
            <a:extLst>
              <a:ext uri="{FF2B5EF4-FFF2-40B4-BE49-F238E27FC236}">
                <a16:creationId xmlns:a16="http://schemas.microsoft.com/office/drawing/2014/main" id="{79EEEFE9-5A23-4164-9AF2-445F73A59726}"/>
              </a:ext>
            </a:extLst>
          </p:cNvPr>
          <p:cNvSpPr txBox="1">
            <a:spLocks/>
          </p:cNvSpPr>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base" latinLnBrk="0" hangingPunct="1">
              <a:lnSpc>
                <a:spcPct val="100000"/>
              </a:lnSpc>
              <a:spcBef>
                <a:spcPct val="20000"/>
              </a:spcBef>
              <a:spcAft>
                <a:spcPct val="0"/>
              </a:spcAft>
              <a:buClrTx/>
              <a:buSzTx/>
              <a:buFont typeface="Arial" charset="0"/>
              <a:buChar char="•"/>
              <a:tabLst/>
              <a:defRPr/>
            </a:pPr>
            <a:r>
              <a:rPr kumimoji="0" lang="en-US" sz="2800" b="1" i="0" u="sng" strike="noStrike" kern="1200" cap="none" spc="0" normalizeH="0" baseline="0" noProof="0" dirty="0">
                <a:ln>
                  <a:noFill/>
                </a:ln>
                <a:solidFill>
                  <a:srgbClr val="FF0000"/>
                </a:solidFill>
                <a:effectLst/>
                <a:uLnTx/>
                <a:uFillTx/>
                <a:latin typeface="Calibri"/>
                <a:ea typeface="+mn-ea"/>
                <a:cs typeface="+mn-cs"/>
              </a:rPr>
              <a:t>Theorem</a:t>
            </a:r>
            <a:r>
              <a:rPr kumimoji="0" lang="en-US" sz="2800" b="0" i="0" u="none" strike="noStrike" kern="1200" cap="none" spc="0" normalizeH="0" baseline="0" noProof="0" dirty="0">
                <a:ln>
                  <a:noFill/>
                </a:ln>
                <a:solidFill>
                  <a:srgbClr val="FF0000"/>
                </a:solidFill>
                <a:effectLst/>
                <a:uLnTx/>
                <a:uFillTx/>
                <a:latin typeface="Calibri"/>
                <a:ea typeface="+mn-ea"/>
                <a:cs typeface="+mn-cs"/>
              </a:rPr>
              <a:t>:</a:t>
            </a:r>
            <a:r>
              <a:rPr kumimoji="0" lang="en-US" sz="2800" b="0" i="0" u="none" strike="noStrike" kern="1200" cap="none" spc="0" normalizeH="0" baseline="0" noProof="0" dirty="0">
                <a:ln>
                  <a:noFill/>
                </a:ln>
                <a:solidFill>
                  <a:sysClr val="windowText" lastClr="000000"/>
                </a:solidFill>
                <a:effectLst/>
                <a:uLnTx/>
                <a:uFillTx/>
                <a:latin typeface="Calibri"/>
                <a:ea typeface="+mn-ea"/>
                <a:cs typeface="+mn-cs"/>
              </a:rPr>
              <a:t> A</a:t>
            </a:r>
            <a:r>
              <a:rPr kumimoji="0" lang="en-US" sz="2800" b="0" i="0" u="none" strike="noStrike" kern="1200" cap="none" spc="0" normalizeH="0" baseline="0" noProof="0" dirty="0">
                <a:ln>
                  <a:noFill/>
                </a:ln>
                <a:solidFill>
                  <a:sysClr val="windowText" lastClr="000000"/>
                </a:solidFill>
                <a:effectLst/>
                <a:uLnTx/>
                <a:uFillTx/>
                <a:latin typeface="Calibri"/>
                <a:ea typeface="+mn-ea"/>
                <a:cs typeface="Times New Roman" pitchFamily="18" charset="0"/>
              </a:rPr>
              <a:t> tree with </a:t>
            </a:r>
            <a:r>
              <a:rPr kumimoji="0" lang="en-US" sz="2800" b="0" i="1" u="none" strike="noStrike" kern="1200" cap="none" spc="0" normalizeH="0" baseline="0" noProof="0" dirty="0">
                <a:ln>
                  <a:noFill/>
                </a:ln>
                <a:solidFill>
                  <a:sysClr val="windowText" lastClr="000000"/>
                </a:solidFill>
                <a:effectLst/>
                <a:uLnTx/>
                <a:uFillTx/>
                <a:latin typeface="Calibri"/>
                <a:ea typeface="+mn-ea"/>
                <a:cs typeface="Times New Roman" pitchFamily="18" charset="0"/>
              </a:rPr>
              <a:t>n </a:t>
            </a:r>
            <a:r>
              <a:rPr kumimoji="0" lang="en-US" sz="2800" b="0" i="0" u="none" strike="noStrike" kern="1200" cap="none" spc="0" normalizeH="0" baseline="0" noProof="0" dirty="0">
                <a:ln>
                  <a:noFill/>
                </a:ln>
                <a:solidFill>
                  <a:sysClr val="windowText" lastClr="000000"/>
                </a:solidFill>
                <a:effectLst/>
                <a:uLnTx/>
                <a:uFillTx/>
                <a:latin typeface="Calibri"/>
                <a:ea typeface="+mn-ea"/>
                <a:cs typeface="Times New Roman" pitchFamily="18" charset="0"/>
              </a:rPr>
              <a:t>vertices has </a:t>
            </a:r>
            <a:r>
              <a:rPr kumimoji="0" lang="en-US" sz="2800" b="0" i="1" u="none" strike="noStrike" kern="1200" cap="none" spc="0" normalizeH="0" baseline="0" noProof="0" dirty="0">
                <a:ln>
                  <a:noFill/>
                </a:ln>
                <a:solidFill>
                  <a:sysClr val="windowText" lastClr="000000"/>
                </a:solidFill>
                <a:effectLst/>
                <a:uLnTx/>
                <a:uFillTx/>
                <a:latin typeface="Calibri"/>
                <a:ea typeface="+mn-ea"/>
                <a:cs typeface="Times New Roman" pitchFamily="18" charset="0"/>
              </a:rPr>
              <a:t>n </a:t>
            </a:r>
            <a:r>
              <a:rPr kumimoji="0" lang="en-US" sz="2800" b="0" i="0" u="none" strike="noStrike" kern="1200" cap="none" spc="0" normalizeH="0" baseline="0" noProof="0" dirty="0">
                <a:ln>
                  <a:noFill/>
                </a:ln>
                <a:solidFill>
                  <a:sysClr val="windowText" lastClr="000000"/>
                </a:solidFill>
                <a:effectLst/>
                <a:uLnTx/>
                <a:uFillTx/>
                <a:latin typeface="Calibri"/>
                <a:ea typeface="+mn-ea"/>
                <a:cs typeface="Times New Roman" pitchFamily="18" charset="0"/>
              </a:rPr>
              <a:t>− 1 edges.</a:t>
            </a:r>
          </a:p>
          <a:p>
            <a:pPr marL="342900" marR="0" lvl="0" indent="-342900" algn="l" defTabSz="914400" rtl="0" eaLnBrk="1" fontAlgn="base" latinLnBrk="0" hangingPunct="1">
              <a:lnSpc>
                <a:spcPct val="100000"/>
              </a:lnSpc>
              <a:spcBef>
                <a:spcPct val="20000"/>
              </a:spcBef>
              <a:spcAft>
                <a:spcPct val="0"/>
              </a:spcAft>
              <a:buClrTx/>
              <a:buSzTx/>
              <a:buFont typeface="Arial" charset="0"/>
              <a:buChar char="•"/>
              <a:tabLst/>
              <a:defRPr/>
            </a:pPr>
            <a:endParaRPr kumimoji="0" lang="en-US" sz="2800" b="0" i="0" u="none" strike="noStrike" kern="1200" cap="none" spc="0" normalizeH="0" baseline="0" noProof="0" dirty="0">
              <a:ln>
                <a:noFill/>
              </a:ln>
              <a:solidFill>
                <a:sysClr val="windowText" lastClr="000000"/>
              </a:solidFill>
              <a:effectLst/>
              <a:uLnTx/>
              <a:uFillTx/>
              <a:latin typeface="Calibri"/>
              <a:ea typeface="+mn-ea"/>
              <a:cs typeface="Times New Roman" pitchFamily="18" charset="0"/>
            </a:endParaRPr>
          </a:p>
          <a:p>
            <a:pPr marL="342900" marR="0" lvl="0" indent="-342900" algn="l" defTabSz="914400" rtl="0" eaLnBrk="1" fontAlgn="base" latinLnBrk="0" hangingPunct="1">
              <a:lnSpc>
                <a:spcPct val="100000"/>
              </a:lnSpc>
              <a:spcBef>
                <a:spcPct val="20000"/>
              </a:spcBef>
              <a:spcAft>
                <a:spcPct val="0"/>
              </a:spcAft>
              <a:buClrTx/>
              <a:buSzTx/>
              <a:buFont typeface="Arial" charset="0"/>
              <a:buChar char="•"/>
              <a:tabLst/>
              <a:defRPr/>
            </a:pPr>
            <a:r>
              <a:rPr kumimoji="0" lang="en-US" sz="2800" b="1" i="0" u="sng" strike="noStrike" kern="1200" cap="none" spc="0" normalizeH="0" baseline="0" noProof="0" dirty="0">
                <a:ln>
                  <a:noFill/>
                </a:ln>
                <a:solidFill>
                  <a:srgbClr val="FF0000"/>
                </a:solidFill>
                <a:effectLst/>
                <a:uLnTx/>
                <a:uFillTx/>
                <a:latin typeface="Calibri"/>
                <a:ea typeface="+mn-ea"/>
                <a:cs typeface="Times New Roman" pitchFamily="18" charset="0"/>
              </a:rPr>
              <a:t>Theorem</a:t>
            </a:r>
            <a:r>
              <a:rPr kumimoji="0" lang="en-US" sz="2800" b="0" i="0" u="none" strike="noStrike" kern="1200" cap="none" spc="0" normalizeH="0" baseline="0" noProof="0" dirty="0">
                <a:ln>
                  <a:noFill/>
                </a:ln>
                <a:solidFill>
                  <a:srgbClr val="FF0000"/>
                </a:solidFill>
                <a:effectLst/>
                <a:uLnTx/>
                <a:uFillTx/>
                <a:latin typeface="Calibri"/>
                <a:ea typeface="+mn-ea"/>
                <a:cs typeface="Times New Roman" pitchFamily="18" charset="0"/>
              </a:rPr>
              <a:t>:</a:t>
            </a:r>
            <a:r>
              <a:rPr kumimoji="0" lang="en-US" sz="2800" b="0" i="0" u="none" strike="noStrike" kern="1200" cap="none" spc="0" normalizeH="0" baseline="0" noProof="0" dirty="0">
                <a:ln>
                  <a:noFill/>
                </a:ln>
                <a:solidFill>
                  <a:sysClr val="windowText" lastClr="000000"/>
                </a:solidFill>
                <a:effectLst/>
                <a:uLnTx/>
                <a:uFillTx/>
                <a:latin typeface="Calibri"/>
                <a:ea typeface="+mn-ea"/>
                <a:cs typeface="Times New Roman" pitchFamily="18" charset="0"/>
              </a:rPr>
              <a:t> A full </a:t>
            </a:r>
            <a:r>
              <a:rPr kumimoji="0" lang="en-US" sz="2800" b="0" i="1" u="none" strike="noStrike" kern="1200" cap="none" spc="0" normalizeH="0" baseline="0" noProof="0" dirty="0">
                <a:ln>
                  <a:noFill/>
                </a:ln>
                <a:solidFill>
                  <a:sysClr val="windowText" lastClr="000000"/>
                </a:solidFill>
                <a:effectLst/>
                <a:uLnTx/>
                <a:uFillTx/>
                <a:latin typeface="Calibri"/>
                <a:ea typeface="+mn-ea"/>
                <a:cs typeface="Times New Roman" pitchFamily="18" charset="0"/>
              </a:rPr>
              <a:t>m</a:t>
            </a:r>
            <a:r>
              <a:rPr kumimoji="0" lang="en-US" sz="2800" b="0" i="0" u="none" strike="noStrike" kern="1200" cap="none" spc="0" normalizeH="0" baseline="0" noProof="0" dirty="0">
                <a:ln>
                  <a:noFill/>
                </a:ln>
                <a:solidFill>
                  <a:sysClr val="windowText" lastClr="000000"/>
                </a:solidFill>
                <a:effectLst/>
                <a:uLnTx/>
                <a:uFillTx/>
                <a:latin typeface="Calibri"/>
                <a:ea typeface="+mn-ea"/>
                <a:cs typeface="Times New Roman" pitchFamily="18" charset="0"/>
              </a:rPr>
              <a:t>-</a:t>
            </a:r>
            <a:r>
              <a:rPr kumimoji="0" lang="en-US" sz="2800" b="0" i="0" u="none" strike="noStrike" kern="1200" cap="none" spc="0" normalizeH="0" baseline="0" noProof="0" dirty="0" err="1">
                <a:ln>
                  <a:noFill/>
                </a:ln>
                <a:solidFill>
                  <a:sysClr val="windowText" lastClr="000000"/>
                </a:solidFill>
                <a:effectLst/>
                <a:uLnTx/>
                <a:uFillTx/>
                <a:latin typeface="Calibri"/>
                <a:ea typeface="+mn-ea"/>
                <a:cs typeface="Times New Roman" pitchFamily="18" charset="0"/>
              </a:rPr>
              <a:t>ary</a:t>
            </a:r>
            <a:r>
              <a:rPr kumimoji="0" lang="en-US" sz="2800" b="0" i="0" u="none" strike="noStrike" kern="1200" cap="none" spc="0" normalizeH="0" baseline="0" noProof="0" dirty="0">
                <a:ln>
                  <a:noFill/>
                </a:ln>
                <a:solidFill>
                  <a:sysClr val="windowText" lastClr="000000"/>
                </a:solidFill>
                <a:effectLst/>
                <a:uLnTx/>
                <a:uFillTx/>
                <a:latin typeface="Calibri"/>
                <a:ea typeface="+mn-ea"/>
                <a:cs typeface="Times New Roman" pitchFamily="18" charset="0"/>
              </a:rPr>
              <a:t> tree with </a:t>
            </a:r>
            <a:r>
              <a:rPr kumimoji="0" lang="en-US" sz="2800" b="0" i="1" u="none" strike="noStrike" kern="1200" cap="none" spc="0" normalizeH="0" baseline="0" noProof="0" dirty="0" err="1">
                <a:ln>
                  <a:noFill/>
                </a:ln>
                <a:solidFill>
                  <a:sysClr val="windowText" lastClr="000000"/>
                </a:solidFill>
                <a:effectLst/>
                <a:uLnTx/>
                <a:uFillTx/>
                <a:latin typeface="Calibri"/>
                <a:ea typeface="+mn-ea"/>
                <a:cs typeface="Times New Roman" pitchFamily="18" charset="0"/>
              </a:rPr>
              <a:t>i</a:t>
            </a:r>
            <a:r>
              <a:rPr kumimoji="0" lang="en-US" sz="2800" b="0" i="1" u="none" strike="noStrike" kern="1200" cap="none" spc="0" normalizeH="0" baseline="0" noProof="0" dirty="0">
                <a:ln>
                  <a:noFill/>
                </a:ln>
                <a:solidFill>
                  <a:sysClr val="windowText" lastClr="000000"/>
                </a:solidFill>
                <a:effectLst/>
                <a:uLnTx/>
                <a:uFillTx/>
                <a:latin typeface="Calibri"/>
                <a:ea typeface="+mn-ea"/>
                <a:cs typeface="Times New Roman" pitchFamily="18" charset="0"/>
              </a:rPr>
              <a:t> </a:t>
            </a:r>
            <a:r>
              <a:rPr kumimoji="0" lang="en-US" sz="2800" b="0" i="0" u="none" strike="noStrike" kern="1200" cap="none" spc="0" normalizeH="0" baseline="0" noProof="0" dirty="0">
                <a:ln>
                  <a:noFill/>
                </a:ln>
                <a:solidFill>
                  <a:sysClr val="windowText" lastClr="000000"/>
                </a:solidFill>
                <a:effectLst/>
                <a:uLnTx/>
                <a:uFillTx/>
                <a:latin typeface="Calibri"/>
                <a:ea typeface="+mn-ea"/>
                <a:cs typeface="Times New Roman" pitchFamily="18" charset="0"/>
              </a:rPr>
              <a:t>internal vertices contains </a:t>
            </a:r>
            <a:r>
              <a:rPr kumimoji="0" lang="en-US" sz="2800" b="1" i="1" u="none" strike="noStrike" kern="1200" cap="none" spc="0" normalizeH="0" baseline="0" noProof="0" dirty="0">
                <a:ln>
                  <a:noFill/>
                </a:ln>
                <a:solidFill>
                  <a:srgbClr val="0000FF"/>
                </a:solidFill>
                <a:effectLst/>
                <a:uLnTx/>
                <a:uFillTx/>
                <a:latin typeface="Calibri"/>
                <a:ea typeface="+mn-ea"/>
                <a:cs typeface="Times New Roman" pitchFamily="18" charset="0"/>
              </a:rPr>
              <a:t>n</a:t>
            </a:r>
            <a:r>
              <a:rPr kumimoji="0" lang="en-US" sz="2800" b="1" i="0" u="none" strike="noStrike" kern="1200" cap="none" spc="0" normalizeH="0" baseline="0" noProof="0" dirty="0">
                <a:ln>
                  <a:noFill/>
                </a:ln>
                <a:solidFill>
                  <a:srgbClr val="0000FF"/>
                </a:solidFill>
                <a:effectLst/>
                <a:uLnTx/>
                <a:uFillTx/>
                <a:latin typeface="Calibri"/>
                <a:ea typeface="+mn-ea"/>
                <a:cs typeface="Times New Roman" pitchFamily="18" charset="0"/>
              </a:rPr>
              <a:t> = </a:t>
            </a:r>
            <a:r>
              <a:rPr kumimoji="0" lang="en-US" sz="2800" b="1" i="1" u="none" strike="noStrike" kern="1200" cap="none" spc="0" normalizeH="0" baseline="0" noProof="0" dirty="0">
                <a:ln>
                  <a:noFill/>
                </a:ln>
                <a:solidFill>
                  <a:srgbClr val="0000FF"/>
                </a:solidFill>
                <a:effectLst/>
                <a:uLnTx/>
                <a:uFillTx/>
                <a:latin typeface="Calibri"/>
                <a:ea typeface="+mn-ea"/>
                <a:cs typeface="Times New Roman" pitchFamily="18" charset="0"/>
              </a:rPr>
              <a:t>mi</a:t>
            </a:r>
            <a:r>
              <a:rPr kumimoji="0" lang="en-US" sz="2800" b="1" i="0" u="none" strike="noStrike" kern="1200" cap="none" spc="0" normalizeH="0" baseline="0" noProof="0" dirty="0">
                <a:ln>
                  <a:noFill/>
                </a:ln>
                <a:solidFill>
                  <a:srgbClr val="0000FF"/>
                </a:solidFill>
                <a:effectLst/>
                <a:uLnTx/>
                <a:uFillTx/>
                <a:latin typeface="Calibri"/>
                <a:ea typeface="+mn-ea"/>
                <a:cs typeface="Times New Roman" pitchFamily="18" charset="0"/>
              </a:rPr>
              <a:t> + 1 </a:t>
            </a:r>
            <a:r>
              <a:rPr kumimoji="0" lang="en-US" sz="2800" b="0" i="0" u="none" strike="noStrike" kern="1200" cap="none" spc="0" normalizeH="0" baseline="0" noProof="0" dirty="0">
                <a:ln>
                  <a:noFill/>
                </a:ln>
                <a:solidFill>
                  <a:sysClr val="windowText" lastClr="000000"/>
                </a:solidFill>
                <a:effectLst/>
                <a:uLnTx/>
                <a:uFillTx/>
                <a:latin typeface="Calibri"/>
                <a:ea typeface="+mn-ea"/>
                <a:cs typeface="Times New Roman" pitchFamily="18" charset="0"/>
              </a:rPr>
              <a:t>vertices (total).</a:t>
            </a:r>
          </a:p>
          <a:p>
            <a:pPr marL="342900" marR="0" lvl="0" indent="-342900" algn="l" defTabSz="914400" rtl="0" eaLnBrk="1" fontAlgn="base" latinLnBrk="0" hangingPunct="1">
              <a:lnSpc>
                <a:spcPct val="100000"/>
              </a:lnSpc>
              <a:spcBef>
                <a:spcPct val="20000"/>
              </a:spcBef>
              <a:spcAft>
                <a:spcPct val="0"/>
              </a:spcAft>
              <a:buClrTx/>
              <a:buSzTx/>
              <a:buFont typeface="Arial" charset="0"/>
              <a:buNone/>
              <a:tabLst/>
              <a:defRPr/>
            </a:pPr>
            <a:endParaRPr kumimoji="0" lang="en-US" sz="2800" b="0" i="0" u="none" strike="noStrike" kern="1200" cap="none" spc="0" normalizeH="0" baseline="0" noProof="0" dirty="0">
              <a:ln>
                <a:noFill/>
              </a:ln>
              <a:solidFill>
                <a:sysClr val="windowText" lastClr="000000"/>
              </a:solidFill>
              <a:effectLst/>
              <a:uLnTx/>
              <a:uFillTx/>
              <a:latin typeface="Calibri"/>
              <a:ea typeface="+mn-ea"/>
              <a:cs typeface="+mn-cs"/>
            </a:endParaRPr>
          </a:p>
        </p:txBody>
      </p:sp>
    </p:spTree>
    <p:extLst>
      <p:ext uri="{BB962C8B-B14F-4D97-AF65-F5344CB8AC3E}">
        <p14:creationId xmlns:p14="http://schemas.microsoft.com/office/powerpoint/2010/main" val="35547132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Properties of Trees</a:t>
            </a:r>
          </a:p>
        </p:txBody>
      </p:sp>
      <p:sp>
        <p:nvSpPr>
          <p:cNvPr id="6" name="Content Placeholder 2">
            <a:extLst>
              <a:ext uri="{FF2B5EF4-FFF2-40B4-BE49-F238E27FC236}">
                <a16:creationId xmlns:a16="http://schemas.microsoft.com/office/drawing/2014/main" id="{E9AEACEB-71B4-4524-ACED-5207DD607758}"/>
              </a:ext>
            </a:extLst>
          </p:cNvPr>
          <p:cNvSpPr txBox="1">
            <a:spLocks/>
          </p:cNvSpPr>
          <p:nvPr/>
        </p:nvSpPr>
        <p:spPr bwMode="auto">
          <a:xfrm>
            <a:off x="457200" y="1600200"/>
            <a:ext cx="8382000" cy="4525963"/>
          </a:xfrm>
          <a:prstGeom prst="rect">
            <a:avLst/>
          </a:prstGeom>
          <a:noFill/>
          <a:ln w="9525">
            <a:noFill/>
            <a:miter lim="800000"/>
            <a:headEnd/>
            <a:tailEnd/>
          </a:ln>
        </p:spPr>
        <p:txBody>
          <a:bodyPr vert="horz" wrap="square" lIns="91440" tIns="45720" rIns="91440" bIns="45720" numCol="1" rtlCol="0" anchor="t" anchorCtr="0" compatLnSpc="1">
            <a:prstTxWarp prst="textNoShape">
              <a:avLst/>
            </a:prstTxWarp>
            <a:normAutofit/>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1" i="0" u="sng" strike="noStrike" kern="1200" cap="none" spc="0" normalizeH="0" baseline="0" noProof="0">
                <a:ln>
                  <a:noFill/>
                </a:ln>
                <a:solidFill>
                  <a:srgbClr val="FF0000"/>
                </a:solidFill>
                <a:effectLst/>
                <a:uLnTx/>
                <a:uFillTx/>
                <a:latin typeface="Calibri"/>
                <a:ea typeface="+mn-ea"/>
                <a:cs typeface="Times New Roman" pitchFamily="18" charset="0"/>
              </a:rPr>
              <a:t>Theorem</a:t>
            </a:r>
            <a:r>
              <a:rPr kumimoji="0" lang="en-US" sz="2400" b="0" i="0" u="none" strike="noStrike" kern="1200" cap="none" spc="0" normalizeH="0" baseline="0" noProof="0">
                <a:ln>
                  <a:noFill/>
                </a:ln>
                <a:solidFill>
                  <a:srgbClr val="FF0000"/>
                </a:solidFill>
                <a:effectLst/>
                <a:uLnTx/>
                <a:uFillTx/>
                <a:latin typeface="Calibri"/>
                <a:ea typeface="+mn-ea"/>
                <a:cs typeface="Times New Roman" pitchFamily="18" charset="0"/>
              </a:rPr>
              <a:t>:</a:t>
            </a:r>
            <a:r>
              <a:rPr kumimoji="0" lang="en-US" sz="2400" b="0" i="0" u="none" strike="noStrike" kern="1200" cap="none" spc="0" normalizeH="0" baseline="0" noProof="0">
                <a:ln>
                  <a:noFill/>
                </a:ln>
                <a:solidFill>
                  <a:sysClr val="windowText" lastClr="000000"/>
                </a:solidFill>
                <a:effectLst/>
                <a:uLnTx/>
                <a:uFillTx/>
                <a:latin typeface="Calibri"/>
                <a:ea typeface="+mn-ea"/>
                <a:cs typeface="Times New Roman" pitchFamily="18" charset="0"/>
              </a:rPr>
              <a:t> </a:t>
            </a:r>
            <a:r>
              <a:rPr kumimoji="0" lang="en-US" sz="2400" b="1" i="0" u="none" strike="noStrike" kern="1200" cap="none" spc="0" normalizeH="0" baseline="0" noProof="0">
                <a:ln>
                  <a:noFill/>
                </a:ln>
                <a:solidFill>
                  <a:srgbClr val="0000FF"/>
                </a:solidFill>
                <a:effectLst/>
                <a:uLnTx/>
                <a:uFillTx/>
                <a:latin typeface="Calibri"/>
                <a:ea typeface="+mn-ea"/>
                <a:cs typeface="Times New Roman" pitchFamily="18" charset="0"/>
              </a:rPr>
              <a:t>A full </a:t>
            </a:r>
            <a:r>
              <a:rPr kumimoji="0" lang="en-US" sz="2400" b="1" i="1" u="none" strike="noStrike" kern="1200" cap="none" spc="0" normalizeH="0" baseline="0" noProof="0">
                <a:ln>
                  <a:noFill/>
                </a:ln>
                <a:solidFill>
                  <a:srgbClr val="0000FF"/>
                </a:solidFill>
                <a:effectLst/>
                <a:uLnTx/>
                <a:uFillTx/>
                <a:latin typeface="Calibri"/>
                <a:ea typeface="+mn-ea"/>
                <a:cs typeface="Times New Roman" pitchFamily="18" charset="0"/>
              </a:rPr>
              <a:t>m</a:t>
            </a:r>
            <a:r>
              <a:rPr kumimoji="0" lang="en-US" sz="2400" b="1" i="0" u="none" strike="noStrike" kern="1200" cap="none" spc="0" normalizeH="0" baseline="0" noProof="0">
                <a:ln>
                  <a:noFill/>
                </a:ln>
                <a:solidFill>
                  <a:srgbClr val="0000FF"/>
                </a:solidFill>
                <a:effectLst/>
                <a:uLnTx/>
                <a:uFillTx/>
                <a:latin typeface="Calibri"/>
                <a:ea typeface="+mn-ea"/>
                <a:cs typeface="Times New Roman" pitchFamily="18" charset="0"/>
              </a:rPr>
              <a:t>-ary tree with</a:t>
            </a:r>
          </a:p>
          <a:p>
            <a:pPr marL="514350" marR="0" lvl="0" indent="-514350" algn="l" defTabSz="914400" rtl="0" eaLnBrk="1" fontAlgn="auto" latinLnBrk="0" hangingPunct="1">
              <a:lnSpc>
                <a:spcPct val="100000"/>
              </a:lnSpc>
              <a:spcBef>
                <a:spcPct val="20000"/>
              </a:spcBef>
              <a:spcAft>
                <a:spcPts val="0"/>
              </a:spcAft>
              <a:buClr>
                <a:srgbClr val="FF0000"/>
              </a:buClr>
              <a:buSzTx/>
              <a:buFont typeface="+mj-lt"/>
              <a:buAutoNum type="romanLcPeriod"/>
              <a:tabLst/>
              <a:defRPr/>
            </a:pPr>
            <a:r>
              <a:rPr kumimoji="0" lang="en-US" sz="2400" b="1" i="1" u="none" strike="noStrike" kern="1200" cap="none" spc="0" normalizeH="0" baseline="0" noProof="0">
                <a:ln>
                  <a:noFill/>
                </a:ln>
                <a:solidFill>
                  <a:sysClr val="windowText" lastClr="000000"/>
                </a:solidFill>
                <a:effectLst/>
                <a:uLnTx/>
                <a:uFillTx/>
                <a:latin typeface="Calibri"/>
                <a:ea typeface="+mn-ea"/>
                <a:cs typeface="Times New Roman" pitchFamily="18" charset="0"/>
              </a:rPr>
              <a:t> n</a:t>
            </a:r>
            <a:r>
              <a:rPr kumimoji="0" lang="en-US" sz="2400" b="1" i="0" u="none" strike="noStrike" kern="1200" cap="none" spc="0" normalizeH="0" baseline="0" noProof="0">
                <a:ln>
                  <a:noFill/>
                </a:ln>
                <a:solidFill>
                  <a:sysClr val="windowText" lastClr="000000"/>
                </a:solidFill>
                <a:effectLst/>
                <a:uLnTx/>
                <a:uFillTx/>
                <a:latin typeface="Calibri"/>
                <a:ea typeface="+mn-ea"/>
                <a:cs typeface="Times New Roman" pitchFamily="18" charset="0"/>
              </a:rPr>
              <a:t> vertices </a:t>
            </a:r>
            <a:r>
              <a:rPr kumimoji="0" lang="en-US" sz="2400" b="0" i="0" u="none" strike="noStrike" kern="1200" cap="none" spc="0" normalizeH="0" baseline="0" noProof="0">
                <a:ln>
                  <a:noFill/>
                </a:ln>
                <a:solidFill>
                  <a:sysClr val="windowText" lastClr="000000"/>
                </a:solidFill>
                <a:effectLst/>
                <a:uLnTx/>
                <a:uFillTx/>
                <a:latin typeface="Calibri"/>
                <a:ea typeface="+mn-ea"/>
                <a:cs typeface="Times New Roman" pitchFamily="18" charset="0"/>
              </a:rPr>
              <a:t>has </a:t>
            </a:r>
            <a:r>
              <a:rPr kumimoji="0" lang="en-US" sz="2400" b="1" i="1" u="none" strike="noStrike" kern="1200" cap="none" spc="0" normalizeH="0" baseline="0" noProof="0">
                <a:ln>
                  <a:noFill/>
                </a:ln>
                <a:solidFill>
                  <a:srgbClr val="0000FF"/>
                </a:solidFill>
                <a:effectLst/>
                <a:uLnTx/>
                <a:uFillTx/>
                <a:latin typeface="Calibri"/>
                <a:ea typeface="+mn-ea"/>
                <a:cs typeface="Times New Roman" pitchFamily="18" charset="0"/>
              </a:rPr>
              <a:t>i</a:t>
            </a:r>
            <a:r>
              <a:rPr kumimoji="0" lang="en-US" sz="2400" b="1" i="1" u="none" strike="noStrike" kern="1200" cap="none" spc="0" normalizeH="0" baseline="0" noProof="0">
                <a:ln>
                  <a:noFill/>
                </a:ln>
                <a:solidFill>
                  <a:sysClr val="windowText" lastClr="000000"/>
                </a:solidFill>
                <a:effectLst/>
                <a:uLnTx/>
                <a:uFillTx/>
                <a:latin typeface="Calibri"/>
                <a:ea typeface="+mn-ea"/>
                <a:cs typeface="Times New Roman" pitchFamily="18" charset="0"/>
              </a:rPr>
              <a:t> = (n − 1)/m </a:t>
            </a:r>
            <a:r>
              <a:rPr kumimoji="0" lang="en-US" sz="2400" b="1" i="0" u="none" strike="noStrike" kern="1200" cap="none" spc="0" normalizeH="0" baseline="0" noProof="0">
                <a:ln>
                  <a:noFill/>
                </a:ln>
                <a:solidFill>
                  <a:srgbClr val="0000FF"/>
                </a:solidFill>
                <a:effectLst/>
                <a:uLnTx/>
                <a:uFillTx/>
                <a:latin typeface="Calibri"/>
                <a:ea typeface="+mn-ea"/>
                <a:cs typeface="Times New Roman" pitchFamily="18" charset="0"/>
              </a:rPr>
              <a:t>internal</a:t>
            </a:r>
            <a:r>
              <a:rPr kumimoji="0" lang="en-US" sz="2400" b="0" i="0" u="none" strike="noStrike" kern="1200" cap="none" spc="0" normalizeH="0" baseline="0" noProof="0">
                <a:ln>
                  <a:noFill/>
                </a:ln>
                <a:solidFill>
                  <a:srgbClr val="0000FF"/>
                </a:solidFill>
                <a:effectLst/>
                <a:uLnTx/>
                <a:uFillTx/>
                <a:latin typeface="Calibri"/>
                <a:ea typeface="+mn-ea"/>
                <a:cs typeface="Times New Roman" pitchFamily="18" charset="0"/>
              </a:rPr>
              <a:t> </a:t>
            </a:r>
            <a:r>
              <a:rPr kumimoji="0" lang="en-US" sz="2400" b="1" i="0" u="none" strike="noStrike" kern="1200" cap="none" spc="0" normalizeH="0" baseline="0" noProof="0">
                <a:ln>
                  <a:noFill/>
                </a:ln>
                <a:solidFill>
                  <a:srgbClr val="0000FF"/>
                </a:solidFill>
                <a:effectLst/>
                <a:uLnTx/>
                <a:uFillTx/>
                <a:latin typeface="Calibri"/>
                <a:ea typeface="+mn-ea"/>
                <a:cs typeface="Times New Roman" pitchFamily="18" charset="0"/>
              </a:rPr>
              <a:t>vertices</a:t>
            </a:r>
            <a:r>
              <a:rPr kumimoji="0" lang="en-US" sz="2400" b="0" i="0" u="none" strike="noStrike" kern="1200" cap="none" spc="0" normalizeH="0" baseline="0" noProof="0">
                <a:ln>
                  <a:noFill/>
                </a:ln>
                <a:solidFill>
                  <a:srgbClr val="0000FF"/>
                </a:solidFill>
                <a:effectLst/>
                <a:uLnTx/>
                <a:uFillTx/>
                <a:latin typeface="Calibri"/>
                <a:ea typeface="+mn-ea"/>
                <a:cs typeface="Times New Roman" pitchFamily="18" charset="0"/>
              </a:rPr>
              <a:t> </a:t>
            </a:r>
            <a:r>
              <a:rPr kumimoji="0" lang="en-US" sz="2400" b="0" i="0" u="none" strike="noStrike" kern="1200" cap="none" spc="0" normalizeH="0" baseline="0" noProof="0">
                <a:ln>
                  <a:noFill/>
                </a:ln>
                <a:solidFill>
                  <a:sysClr val="windowText" lastClr="000000"/>
                </a:solidFill>
                <a:effectLst/>
                <a:uLnTx/>
                <a:uFillTx/>
                <a:latin typeface="Calibri"/>
                <a:ea typeface="+mn-ea"/>
                <a:cs typeface="Times New Roman" pitchFamily="18" charset="0"/>
              </a:rPr>
              <a:t>and </a:t>
            </a:r>
          </a:p>
          <a:p>
            <a:pPr marL="514350" marR="0" lvl="0" indent="-514350" algn="l" defTabSz="914400" rtl="0" eaLnBrk="1" fontAlgn="auto" latinLnBrk="0" hangingPunct="1">
              <a:lnSpc>
                <a:spcPct val="100000"/>
              </a:lnSpc>
              <a:spcBef>
                <a:spcPct val="20000"/>
              </a:spcBef>
              <a:spcAft>
                <a:spcPts val="0"/>
              </a:spcAft>
              <a:buClr>
                <a:srgbClr val="FF0000"/>
              </a:buClr>
              <a:buSzTx/>
              <a:buFont typeface="Arial" pitchFamily="34" charset="0"/>
              <a:buNone/>
              <a:tabLst/>
              <a:defRPr/>
            </a:pPr>
            <a:r>
              <a:rPr kumimoji="0" lang="en-US" sz="2400" b="0" i="0" u="none" strike="noStrike" kern="1200" cap="none" spc="0" normalizeH="0" baseline="0" noProof="0">
                <a:ln>
                  <a:noFill/>
                </a:ln>
                <a:solidFill>
                  <a:sysClr val="windowText" lastClr="000000"/>
                </a:solidFill>
                <a:effectLst/>
                <a:uLnTx/>
                <a:uFillTx/>
                <a:latin typeface="Calibri"/>
                <a:ea typeface="+mn-ea"/>
                <a:cs typeface="Times New Roman" pitchFamily="18" charset="0"/>
              </a:rPr>
              <a:t>	                           </a:t>
            </a:r>
            <a:r>
              <a:rPr kumimoji="0" lang="en-US" sz="2400" b="1" i="1" u="none" strike="noStrike" kern="1200" cap="none" spc="0" normalizeH="0" baseline="0" noProof="0">
                <a:ln>
                  <a:noFill/>
                </a:ln>
                <a:solidFill>
                  <a:srgbClr val="0000FF"/>
                </a:solidFill>
                <a:effectLst/>
                <a:uLnTx/>
                <a:uFillTx/>
                <a:latin typeface="Calibri"/>
                <a:ea typeface="+mn-ea"/>
                <a:cs typeface="Times New Roman" pitchFamily="18" charset="0"/>
              </a:rPr>
              <a:t>l</a:t>
            </a:r>
            <a:r>
              <a:rPr kumimoji="0" lang="en-US" sz="2400" b="1" i="0" u="none" strike="noStrike" kern="1200" cap="none" spc="0" normalizeH="0" baseline="0" noProof="0">
                <a:ln>
                  <a:noFill/>
                </a:ln>
                <a:solidFill>
                  <a:sysClr val="windowText" lastClr="000000"/>
                </a:solidFill>
                <a:effectLst/>
                <a:uLnTx/>
                <a:uFillTx/>
                <a:latin typeface="Calibri"/>
                <a:ea typeface="+mn-ea"/>
                <a:cs typeface="Times New Roman" pitchFamily="18" charset="0"/>
              </a:rPr>
              <a:t> = [(</a:t>
            </a:r>
            <a:r>
              <a:rPr kumimoji="0" lang="en-US" sz="2400" b="1" i="1" u="none" strike="noStrike" kern="1200" cap="none" spc="0" normalizeH="0" baseline="0" noProof="0">
                <a:ln>
                  <a:noFill/>
                </a:ln>
                <a:solidFill>
                  <a:sysClr val="windowText" lastClr="000000"/>
                </a:solidFill>
                <a:effectLst/>
                <a:uLnTx/>
                <a:uFillTx/>
                <a:latin typeface="Calibri"/>
                <a:ea typeface="+mn-ea"/>
                <a:cs typeface="Times New Roman" pitchFamily="18" charset="0"/>
              </a:rPr>
              <a:t>m</a:t>
            </a:r>
            <a:r>
              <a:rPr kumimoji="0" lang="en-US" sz="2400" b="1" i="0" u="none" strike="noStrike" kern="1200" cap="none" spc="0" normalizeH="0" baseline="0" noProof="0">
                <a:ln>
                  <a:noFill/>
                </a:ln>
                <a:solidFill>
                  <a:sysClr val="windowText" lastClr="000000"/>
                </a:solidFill>
                <a:effectLst/>
                <a:uLnTx/>
                <a:uFillTx/>
                <a:latin typeface="Calibri"/>
                <a:ea typeface="+mn-ea"/>
                <a:cs typeface="Times New Roman" pitchFamily="18" charset="0"/>
              </a:rPr>
              <a:t> − 1)</a:t>
            </a:r>
            <a:r>
              <a:rPr kumimoji="0" lang="en-US" sz="2400" b="1" i="1" u="none" strike="noStrike" kern="1200" cap="none" spc="0" normalizeH="0" baseline="0" noProof="0">
                <a:ln>
                  <a:noFill/>
                </a:ln>
                <a:solidFill>
                  <a:sysClr val="windowText" lastClr="000000"/>
                </a:solidFill>
                <a:effectLst/>
                <a:uLnTx/>
                <a:uFillTx/>
                <a:latin typeface="Calibri"/>
                <a:ea typeface="+mn-ea"/>
                <a:cs typeface="Times New Roman" pitchFamily="18" charset="0"/>
              </a:rPr>
              <a:t>n </a:t>
            </a:r>
            <a:r>
              <a:rPr kumimoji="0" lang="en-US" sz="2400" b="1" i="0" u="none" strike="noStrike" kern="1200" cap="none" spc="0" normalizeH="0" baseline="0" noProof="0">
                <a:ln>
                  <a:noFill/>
                </a:ln>
                <a:solidFill>
                  <a:sysClr val="windowText" lastClr="000000"/>
                </a:solidFill>
                <a:effectLst/>
                <a:uLnTx/>
                <a:uFillTx/>
                <a:latin typeface="Calibri"/>
                <a:ea typeface="+mn-ea"/>
                <a:cs typeface="Times New Roman" pitchFamily="18" charset="0"/>
              </a:rPr>
              <a:t>+ 1] / m </a:t>
            </a:r>
            <a:r>
              <a:rPr kumimoji="0" lang="en-US" sz="2400" b="1" i="0" u="none" strike="noStrike" kern="1200" cap="none" spc="0" normalizeH="0" baseline="0" noProof="0">
                <a:ln>
                  <a:noFill/>
                </a:ln>
                <a:solidFill>
                  <a:srgbClr val="0000FF"/>
                </a:solidFill>
                <a:effectLst/>
                <a:uLnTx/>
                <a:uFillTx/>
                <a:latin typeface="Calibri"/>
                <a:ea typeface="+mn-ea"/>
                <a:cs typeface="Times New Roman" pitchFamily="18" charset="0"/>
              </a:rPr>
              <a:t>leaves</a:t>
            </a:r>
            <a:r>
              <a:rPr kumimoji="0" lang="en-US" sz="2400" b="0" i="0" u="none" strike="noStrike" kern="1200" cap="none" spc="0" normalizeH="0" baseline="0" noProof="0">
                <a:ln>
                  <a:noFill/>
                </a:ln>
                <a:solidFill>
                  <a:sysClr val="windowText" lastClr="000000"/>
                </a:solidFill>
                <a:effectLst/>
                <a:uLnTx/>
                <a:uFillTx/>
                <a:latin typeface="Calibri"/>
                <a:ea typeface="+mn-ea"/>
                <a:cs typeface="Times New Roman" pitchFamily="18" charset="0"/>
              </a:rPr>
              <a:t>,</a:t>
            </a:r>
          </a:p>
          <a:p>
            <a:pPr marL="514350" marR="0" lvl="0" indent="-514350" algn="l" defTabSz="914400" rtl="0" eaLnBrk="1" fontAlgn="auto" latinLnBrk="0" hangingPunct="1">
              <a:lnSpc>
                <a:spcPct val="100000"/>
              </a:lnSpc>
              <a:spcBef>
                <a:spcPct val="20000"/>
              </a:spcBef>
              <a:spcAft>
                <a:spcPts val="0"/>
              </a:spcAft>
              <a:buClr>
                <a:srgbClr val="FF0000"/>
              </a:buClr>
              <a:buSzTx/>
              <a:buFont typeface="Arial" pitchFamily="34" charset="0"/>
              <a:buNone/>
              <a:tabLst/>
              <a:defRPr/>
            </a:pPr>
            <a:endParaRPr kumimoji="0" lang="en-US" sz="2400" b="0" i="0" u="none" strike="noStrike" kern="1200" cap="none" spc="0" normalizeH="0" baseline="0" noProof="0">
              <a:ln>
                <a:noFill/>
              </a:ln>
              <a:solidFill>
                <a:sysClr val="windowText" lastClr="000000"/>
              </a:solidFill>
              <a:effectLst/>
              <a:uLnTx/>
              <a:uFillTx/>
              <a:latin typeface="Calibri"/>
              <a:ea typeface="+mn-ea"/>
              <a:cs typeface="Times New Roman" pitchFamily="18" charset="0"/>
            </a:endParaRPr>
          </a:p>
          <a:p>
            <a:pPr marL="514350" marR="0" lvl="0" indent="-514350" algn="l" defTabSz="914400" rtl="0" eaLnBrk="1" fontAlgn="auto" latinLnBrk="0" hangingPunct="1">
              <a:lnSpc>
                <a:spcPct val="100000"/>
              </a:lnSpc>
              <a:spcBef>
                <a:spcPct val="20000"/>
              </a:spcBef>
              <a:spcAft>
                <a:spcPts val="0"/>
              </a:spcAft>
              <a:buClr>
                <a:srgbClr val="FF0000"/>
              </a:buClr>
              <a:buSzTx/>
              <a:buFont typeface="Arial" pitchFamily="34" charset="0"/>
              <a:buAutoNum type="romanLcPeriod" startAt="2"/>
              <a:tabLst/>
              <a:defRPr/>
            </a:pPr>
            <a:r>
              <a:rPr kumimoji="0" lang="en-US" sz="2400" b="1" i="1" u="none" strike="noStrike" kern="1200" cap="none" spc="0" normalizeH="0" baseline="0" noProof="0">
                <a:ln>
                  <a:noFill/>
                </a:ln>
                <a:solidFill>
                  <a:sysClr val="windowText" lastClr="000000"/>
                </a:solidFill>
                <a:effectLst/>
                <a:uLnTx/>
                <a:uFillTx/>
                <a:latin typeface="Calibri"/>
                <a:ea typeface="+mn-ea"/>
                <a:cs typeface="Times New Roman" pitchFamily="18" charset="0"/>
              </a:rPr>
              <a:t>i</a:t>
            </a:r>
            <a:r>
              <a:rPr kumimoji="0" lang="en-US" sz="2400" b="1" i="0" u="none" strike="noStrike" kern="1200" cap="none" spc="0" normalizeH="0" baseline="0" noProof="0">
                <a:ln>
                  <a:noFill/>
                </a:ln>
                <a:solidFill>
                  <a:sysClr val="windowText" lastClr="000000"/>
                </a:solidFill>
                <a:effectLst/>
                <a:uLnTx/>
                <a:uFillTx/>
                <a:latin typeface="Calibri"/>
                <a:ea typeface="+mn-ea"/>
                <a:cs typeface="Times New Roman" pitchFamily="18" charset="0"/>
              </a:rPr>
              <a:t> internal vertices </a:t>
            </a:r>
            <a:r>
              <a:rPr kumimoji="0" lang="en-US" sz="2400" b="0" i="0" u="none" strike="noStrike" kern="1200" cap="none" spc="0" normalizeH="0" baseline="0" noProof="0">
                <a:ln>
                  <a:noFill/>
                </a:ln>
                <a:solidFill>
                  <a:sysClr val="windowText" lastClr="000000"/>
                </a:solidFill>
                <a:effectLst/>
                <a:uLnTx/>
                <a:uFillTx/>
                <a:latin typeface="Calibri"/>
                <a:ea typeface="+mn-ea"/>
                <a:cs typeface="Times New Roman" pitchFamily="18" charset="0"/>
              </a:rPr>
              <a:t>has </a:t>
            </a:r>
            <a:r>
              <a:rPr kumimoji="0" lang="en-US" sz="2400" b="1" i="1" u="none" strike="noStrike" kern="1200" cap="none" spc="0" normalizeH="0" baseline="0" noProof="0">
                <a:ln>
                  <a:noFill/>
                </a:ln>
                <a:solidFill>
                  <a:srgbClr val="0000FF"/>
                </a:solidFill>
                <a:effectLst/>
                <a:uLnTx/>
                <a:uFillTx/>
                <a:latin typeface="Calibri"/>
                <a:ea typeface="+mn-ea"/>
                <a:cs typeface="Times New Roman" pitchFamily="18" charset="0"/>
              </a:rPr>
              <a:t>n</a:t>
            </a:r>
            <a:r>
              <a:rPr kumimoji="0" lang="en-US" sz="2400" b="1" i="1" u="none" strike="noStrike" kern="1200" cap="none" spc="0" normalizeH="0" baseline="0" noProof="0">
                <a:ln>
                  <a:noFill/>
                </a:ln>
                <a:solidFill>
                  <a:sysClr val="windowText" lastClr="000000"/>
                </a:solidFill>
                <a:effectLst/>
                <a:uLnTx/>
                <a:uFillTx/>
                <a:latin typeface="Calibri"/>
                <a:ea typeface="+mn-ea"/>
                <a:cs typeface="Times New Roman" pitchFamily="18" charset="0"/>
              </a:rPr>
              <a:t> </a:t>
            </a:r>
            <a:r>
              <a:rPr kumimoji="0" lang="en-US" sz="2400" b="1" i="0" u="none" strike="noStrike" kern="1200" cap="none" spc="0" normalizeH="0" baseline="0" noProof="0">
                <a:ln>
                  <a:noFill/>
                </a:ln>
                <a:solidFill>
                  <a:sysClr val="windowText" lastClr="000000"/>
                </a:solidFill>
                <a:effectLst/>
                <a:uLnTx/>
                <a:uFillTx/>
                <a:latin typeface="Calibri"/>
                <a:ea typeface="+mn-ea"/>
                <a:cs typeface="Times New Roman" pitchFamily="18" charset="0"/>
              </a:rPr>
              <a:t>=</a:t>
            </a:r>
            <a:r>
              <a:rPr kumimoji="0" lang="en-US" sz="2400" b="1" i="1" u="none" strike="noStrike" kern="1200" cap="none" spc="0" normalizeH="0" baseline="0" noProof="0">
                <a:ln>
                  <a:noFill/>
                </a:ln>
                <a:solidFill>
                  <a:sysClr val="windowText" lastClr="000000"/>
                </a:solidFill>
                <a:effectLst/>
                <a:uLnTx/>
                <a:uFillTx/>
                <a:latin typeface="Calibri"/>
                <a:ea typeface="+mn-ea"/>
                <a:cs typeface="Times New Roman" pitchFamily="18" charset="0"/>
              </a:rPr>
              <a:t> mi + 1 </a:t>
            </a:r>
            <a:r>
              <a:rPr kumimoji="0" lang="en-US" sz="2400" b="1" i="0" u="none" strike="noStrike" kern="1200" cap="none" spc="0" normalizeH="0" baseline="0" noProof="0">
                <a:ln>
                  <a:noFill/>
                </a:ln>
                <a:solidFill>
                  <a:srgbClr val="0000FF"/>
                </a:solidFill>
                <a:effectLst/>
                <a:uLnTx/>
                <a:uFillTx/>
                <a:latin typeface="Calibri"/>
                <a:ea typeface="+mn-ea"/>
                <a:cs typeface="Times New Roman" pitchFamily="18" charset="0"/>
              </a:rPr>
              <a:t>vertices</a:t>
            </a:r>
            <a:r>
              <a:rPr kumimoji="0" lang="en-US" sz="2400" b="0" i="0" u="none" strike="noStrike" kern="1200" cap="none" spc="0" normalizeH="0" baseline="0" noProof="0">
                <a:ln>
                  <a:noFill/>
                </a:ln>
                <a:solidFill>
                  <a:sysClr val="windowText" lastClr="000000"/>
                </a:solidFill>
                <a:effectLst/>
                <a:uLnTx/>
                <a:uFillTx/>
                <a:latin typeface="Calibri"/>
                <a:ea typeface="+mn-ea"/>
                <a:cs typeface="Times New Roman" pitchFamily="18" charset="0"/>
              </a:rPr>
              <a:t> and </a:t>
            </a:r>
          </a:p>
          <a:p>
            <a:pPr marL="514350" marR="0" lvl="0" indent="-514350" algn="l" defTabSz="914400" rtl="0" eaLnBrk="1" fontAlgn="auto" latinLnBrk="0" hangingPunct="1">
              <a:lnSpc>
                <a:spcPct val="100000"/>
              </a:lnSpc>
              <a:spcBef>
                <a:spcPct val="20000"/>
              </a:spcBef>
              <a:spcAft>
                <a:spcPts val="0"/>
              </a:spcAft>
              <a:buClr>
                <a:srgbClr val="FF0000"/>
              </a:buClr>
              <a:buSzTx/>
              <a:buFont typeface="Arial" pitchFamily="34" charset="0"/>
              <a:buNone/>
              <a:tabLst/>
              <a:defRPr/>
            </a:pPr>
            <a:r>
              <a:rPr kumimoji="0" lang="en-US" sz="2400" b="0" i="0" u="none" strike="noStrike" kern="1200" cap="none" spc="0" normalizeH="0" baseline="0" noProof="0">
                <a:ln>
                  <a:noFill/>
                </a:ln>
                <a:solidFill>
                  <a:sysClr val="windowText" lastClr="000000"/>
                </a:solidFill>
                <a:effectLst/>
                <a:uLnTx/>
                <a:uFillTx/>
                <a:latin typeface="Calibri"/>
                <a:ea typeface="+mn-ea"/>
                <a:cs typeface="Times New Roman" pitchFamily="18" charset="0"/>
              </a:rPr>
              <a:t>				        </a:t>
            </a:r>
            <a:r>
              <a:rPr kumimoji="0" lang="en-US" sz="2400" b="1" i="1" u="none" strike="noStrike" kern="1200" cap="none" spc="0" normalizeH="0" baseline="0" noProof="0">
                <a:ln>
                  <a:noFill/>
                </a:ln>
                <a:solidFill>
                  <a:srgbClr val="0000FF"/>
                </a:solidFill>
                <a:effectLst/>
                <a:uLnTx/>
                <a:uFillTx/>
                <a:latin typeface="Calibri"/>
                <a:ea typeface="+mn-ea"/>
                <a:cs typeface="Times New Roman" pitchFamily="18" charset="0"/>
              </a:rPr>
              <a:t>l</a:t>
            </a:r>
            <a:r>
              <a:rPr kumimoji="0" lang="en-US" sz="2400" b="1" i="1" u="none" strike="noStrike" kern="1200" cap="none" spc="0" normalizeH="0" baseline="0" noProof="0">
                <a:ln>
                  <a:noFill/>
                </a:ln>
                <a:solidFill>
                  <a:sysClr val="windowText" lastClr="000000"/>
                </a:solidFill>
                <a:effectLst/>
                <a:uLnTx/>
                <a:uFillTx/>
                <a:latin typeface="Calibri"/>
                <a:ea typeface="+mn-ea"/>
                <a:cs typeface="Times New Roman" pitchFamily="18" charset="0"/>
              </a:rPr>
              <a:t> </a:t>
            </a:r>
            <a:r>
              <a:rPr kumimoji="0" lang="en-US" sz="2400" b="1" i="0" u="none" strike="noStrike" kern="1200" cap="none" spc="0" normalizeH="0" baseline="0" noProof="0">
                <a:ln>
                  <a:noFill/>
                </a:ln>
                <a:solidFill>
                  <a:sysClr val="windowText" lastClr="000000"/>
                </a:solidFill>
                <a:effectLst/>
                <a:uLnTx/>
                <a:uFillTx/>
                <a:latin typeface="Calibri"/>
                <a:ea typeface="+mn-ea"/>
                <a:cs typeface="Times New Roman" pitchFamily="18" charset="0"/>
              </a:rPr>
              <a:t>=</a:t>
            </a:r>
            <a:r>
              <a:rPr kumimoji="0" lang="en-US" sz="2400" b="1" i="1" u="none" strike="noStrike" kern="1200" cap="none" spc="0" normalizeH="0" baseline="0" noProof="0">
                <a:ln>
                  <a:noFill/>
                </a:ln>
                <a:solidFill>
                  <a:sysClr val="windowText" lastClr="000000"/>
                </a:solidFill>
                <a:effectLst/>
                <a:uLnTx/>
                <a:uFillTx/>
                <a:latin typeface="Calibri"/>
                <a:ea typeface="+mn-ea"/>
                <a:cs typeface="Times New Roman" pitchFamily="18" charset="0"/>
              </a:rPr>
              <a:t> (m − 1)i </a:t>
            </a:r>
            <a:r>
              <a:rPr kumimoji="0" lang="en-US" sz="2400" b="1" i="0" u="none" strike="noStrike" kern="1200" cap="none" spc="0" normalizeH="0" baseline="0" noProof="0">
                <a:ln>
                  <a:noFill/>
                </a:ln>
                <a:solidFill>
                  <a:sysClr val="windowText" lastClr="000000"/>
                </a:solidFill>
                <a:effectLst/>
                <a:uLnTx/>
                <a:uFillTx/>
                <a:latin typeface="Calibri"/>
                <a:ea typeface="+mn-ea"/>
                <a:cs typeface="Times New Roman" pitchFamily="18" charset="0"/>
              </a:rPr>
              <a:t>+ 1 </a:t>
            </a:r>
            <a:r>
              <a:rPr kumimoji="0" lang="en-US" sz="2400" b="1" i="0" u="none" strike="noStrike" kern="1200" cap="none" spc="0" normalizeH="0" baseline="0" noProof="0">
                <a:ln>
                  <a:noFill/>
                </a:ln>
                <a:solidFill>
                  <a:srgbClr val="0000FF"/>
                </a:solidFill>
                <a:effectLst/>
                <a:uLnTx/>
                <a:uFillTx/>
                <a:latin typeface="Calibri"/>
                <a:ea typeface="+mn-ea"/>
                <a:cs typeface="Times New Roman" pitchFamily="18" charset="0"/>
              </a:rPr>
              <a:t>leaves</a:t>
            </a:r>
            <a:r>
              <a:rPr kumimoji="0" lang="en-US" sz="2400" b="0" i="0" u="none" strike="noStrike" kern="1200" cap="none" spc="0" normalizeH="0" baseline="0" noProof="0">
                <a:ln>
                  <a:noFill/>
                </a:ln>
                <a:solidFill>
                  <a:sysClr val="windowText" lastClr="000000"/>
                </a:solidFill>
                <a:effectLst/>
                <a:uLnTx/>
                <a:uFillTx/>
                <a:latin typeface="Calibri"/>
                <a:ea typeface="+mn-ea"/>
                <a:cs typeface="Times New Roman" pitchFamily="18" charset="0"/>
              </a:rPr>
              <a:t>,</a:t>
            </a:r>
          </a:p>
          <a:p>
            <a:pPr marL="514350" marR="0" lvl="0" indent="-514350" algn="l" defTabSz="914400" rtl="0" eaLnBrk="1" fontAlgn="auto" latinLnBrk="0" hangingPunct="1">
              <a:lnSpc>
                <a:spcPct val="100000"/>
              </a:lnSpc>
              <a:spcBef>
                <a:spcPct val="20000"/>
              </a:spcBef>
              <a:spcAft>
                <a:spcPts val="0"/>
              </a:spcAft>
              <a:buClr>
                <a:srgbClr val="FF0000"/>
              </a:buClr>
              <a:buSzTx/>
              <a:buFont typeface="Arial" pitchFamily="34" charset="0"/>
              <a:buNone/>
              <a:tabLst/>
              <a:defRPr/>
            </a:pPr>
            <a:endParaRPr kumimoji="0" lang="en-US" sz="2400" b="0" i="0" u="none" strike="noStrike" kern="1200" cap="none" spc="0" normalizeH="0" baseline="0" noProof="0">
              <a:ln>
                <a:noFill/>
              </a:ln>
              <a:solidFill>
                <a:sysClr val="windowText" lastClr="000000"/>
              </a:solidFill>
              <a:effectLst/>
              <a:uLnTx/>
              <a:uFillTx/>
              <a:latin typeface="Calibri"/>
              <a:ea typeface="+mn-ea"/>
              <a:cs typeface="Times New Roman" pitchFamily="18" charset="0"/>
            </a:endParaRPr>
          </a:p>
          <a:p>
            <a:pPr marL="514350" marR="0" lvl="0" indent="-514350" algn="l" defTabSz="914400" rtl="0" eaLnBrk="1" fontAlgn="auto" latinLnBrk="0" hangingPunct="1">
              <a:lnSpc>
                <a:spcPct val="100000"/>
              </a:lnSpc>
              <a:spcBef>
                <a:spcPct val="20000"/>
              </a:spcBef>
              <a:spcAft>
                <a:spcPts val="0"/>
              </a:spcAft>
              <a:buClr>
                <a:srgbClr val="FF0000"/>
              </a:buClr>
              <a:buSzTx/>
              <a:buFont typeface="Arial" pitchFamily="34" charset="0"/>
              <a:buNone/>
              <a:tabLst/>
              <a:defRPr/>
            </a:pPr>
            <a:r>
              <a:rPr kumimoji="0" lang="en-US" sz="2400" b="1" i="1" u="none" strike="noStrike" kern="1200" cap="none" spc="0" normalizeH="0" baseline="0" noProof="0">
                <a:ln>
                  <a:noFill/>
                </a:ln>
                <a:solidFill>
                  <a:srgbClr val="FF0000"/>
                </a:solidFill>
                <a:effectLst/>
                <a:uLnTx/>
                <a:uFillTx/>
                <a:latin typeface="Calibri"/>
                <a:ea typeface="+mn-ea"/>
                <a:cs typeface="Times New Roman" pitchFamily="18" charset="0"/>
              </a:rPr>
              <a:t>iii</a:t>
            </a:r>
            <a:r>
              <a:rPr kumimoji="0" lang="en-US" sz="2400" b="0" i="1" u="none" strike="noStrike" kern="1200" cap="none" spc="0" normalizeH="0" baseline="0" noProof="0">
                <a:ln>
                  <a:noFill/>
                </a:ln>
                <a:solidFill>
                  <a:srgbClr val="FF0000"/>
                </a:solidFill>
                <a:effectLst/>
                <a:uLnTx/>
                <a:uFillTx/>
                <a:latin typeface="Calibri"/>
                <a:ea typeface="+mn-ea"/>
                <a:cs typeface="Times New Roman" pitchFamily="18" charset="0"/>
              </a:rPr>
              <a:t>.	</a:t>
            </a:r>
            <a:r>
              <a:rPr kumimoji="0" lang="en-US" sz="2400" b="1" i="1" u="none" strike="noStrike" kern="1200" cap="none" spc="0" normalizeH="0" baseline="0" noProof="0">
                <a:ln>
                  <a:noFill/>
                </a:ln>
                <a:solidFill>
                  <a:sysClr val="windowText" lastClr="000000"/>
                </a:solidFill>
                <a:effectLst/>
                <a:uLnTx/>
                <a:uFillTx/>
                <a:latin typeface="Calibri"/>
                <a:ea typeface="+mn-ea"/>
                <a:cs typeface="Times New Roman" pitchFamily="18" charset="0"/>
              </a:rPr>
              <a:t>l</a:t>
            </a:r>
            <a:r>
              <a:rPr kumimoji="0" lang="en-US" sz="2400" b="1" i="0" u="none" strike="noStrike" kern="1200" cap="none" spc="0" normalizeH="0" baseline="0" noProof="0">
                <a:ln>
                  <a:noFill/>
                </a:ln>
                <a:solidFill>
                  <a:sysClr val="windowText" lastClr="000000"/>
                </a:solidFill>
                <a:effectLst/>
                <a:uLnTx/>
                <a:uFillTx/>
                <a:latin typeface="Calibri"/>
                <a:ea typeface="+mn-ea"/>
                <a:cs typeface="Times New Roman" pitchFamily="18" charset="0"/>
              </a:rPr>
              <a:t> leaves </a:t>
            </a:r>
            <a:r>
              <a:rPr kumimoji="0" lang="en-US" sz="2400" b="0" i="0" u="none" strike="noStrike" kern="1200" cap="none" spc="0" normalizeH="0" baseline="0" noProof="0">
                <a:ln>
                  <a:noFill/>
                </a:ln>
                <a:solidFill>
                  <a:sysClr val="windowText" lastClr="000000"/>
                </a:solidFill>
                <a:effectLst/>
                <a:uLnTx/>
                <a:uFillTx/>
                <a:latin typeface="Calibri"/>
                <a:ea typeface="+mn-ea"/>
                <a:cs typeface="Times New Roman" pitchFamily="18" charset="0"/>
              </a:rPr>
              <a:t>has </a:t>
            </a:r>
            <a:r>
              <a:rPr kumimoji="0" lang="en-US" sz="2400" b="1" i="1" u="none" strike="noStrike" kern="1200" cap="none" spc="0" normalizeH="0" baseline="0" noProof="0">
                <a:ln>
                  <a:noFill/>
                </a:ln>
                <a:solidFill>
                  <a:srgbClr val="0000FF"/>
                </a:solidFill>
                <a:effectLst/>
                <a:uLnTx/>
                <a:uFillTx/>
                <a:latin typeface="Calibri"/>
                <a:ea typeface="+mn-ea"/>
                <a:cs typeface="Times New Roman" pitchFamily="18" charset="0"/>
              </a:rPr>
              <a:t>n</a:t>
            </a:r>
            <a:r>
              <a:rPr kumimoji="0" lang="en-US" sz="2400" b="1" i="1" u="none" strike="noStrike" kern="1200" cap="none" spc="0" normalizeH="0" baseline="0" noProof="0">
                <a:ln>
                  <a:noFill/>
                </a:ln>
                <a:solidFill>
                  <a:sysClr val="windowText" lastClr="000000"/>
                </a:solidFill>
                <a:effectLst/>
                <a:uLnTx/>
                <a:uFillTx/>
                <a:latin typeface="Calibri"/>
                <a:ea typeface="+mn-ea"/>
                <a:cs typeface="Times New Roman" pitchFamily="18" charset="0"/>
              </a:rPr>
              <a:t> </a:t>
            </a:r>
            <a:r>
              <a:rPr kumimoji="0" lang="en-US" sz="2400" b="1" i="0" u="none" strike="noStrike" kern="1200" cap="none" spc="0" normalizeH="0" baseline="0" noProof="0">
                <a:ln>
                  <a:noFill/>
                </a:ln>
                <a:solidFill>
                  <a:sysClr val="windowText" lastClr="000000"/>
                </a:solidFill>
                <a:effectLst/>
                <a:uLnTx/>
                <a:uFillTx/>
                <a:latin typeface="Calibri"/>
                <a:ea typeface="+mn-ea"/>
                <a:cs typeface="Times New Roman" pitchFamily="18" charset="0"/>
              </a:rPr>
              <a:t>= (</a:t>
            </a:r>
            <a:r>
              <a:rPr kumimoji="0" lang="en-US" sz="2400" b="1" i="1" u="none" strike="noStrike" kern="1200" cap="none" spc="0" normalizeH="0" baseline="0" noProof="0">
                <a:ln>
                  <a:noFill/>
                </a:ln>
                <a:solidFill>
                  <a:sysClr val="windowText" lastClr="000000"/>
                </a:solidFill>
                <a:effectLst/>
                <a:uLnTx/>
                <a:uFillTx/>
                <a:latin typeface="Calibri"/>
                <a:ea typeface="+mn-ea"/>
                <a:cs typeface="Times New Roman" pitchFamily="18" charset="0"/>
              </a:rPr>
              <a:t>ml</a:t>
            </a:r>
            <a:r>
              <a:rPr kumimoji="0" lang="en-US" sz="2400" b="1" i="0" u="none" strike="noStrike" kern="1200" cap="none" spc="0" normalizeH="0" baseline="0" noProof="0">
                <a:ln>
                  <a:noFill/>
                </a:ln>
                <a:solidFill>
                  <a:sysClr val="windowText" lastClr="000000"/>
                </a:solidFill>
                <a:effectLst/>
                <a:uLnTx/>
                <a:uFillTx/>
                <a:latin typeface="Calibri"/>
                <a:ea typeface="+mn-ea"/>
                <a:cs typeface="Times New Roman" pitchFamily="18" charset="0"/>
              </a:rPr>
              <a:t> − 1)/(</a:t>
            </a:r>
            <a:r>
              <a:rPr kumimoji="0" lang="en-US" sz="2400" b="1" i="1" u="none" strike="noStrike" kern="1200" cap="none" spc="0" normalizeH="0" baseline="0" noProof="0">
                <a:ln>
                  <a:noFill/>
                </a:ln>
                <a:solidFill>
                  <a:sysClr val="windowText" lastClr="000000"/>
                </a:solidFill>
                <a:effectLst/>
                <a:uLnTx/>
                <a:uFillTx/>
                <a:latin typeface="Calibri"/>
                <a:ea typeface="+mn-ea"/>
                <a:cs typeface="Times New Roman" pitchFamily="18" charset="0"/>
              </a:rPr>
              <a:t>m</a:t>
            </a:r>
            <a:r>
              <a:rPr kumimoji="0" lang="en-US" sz="2400" b="1" i="0" u="none" strike="noStrike" kern="1200" cap="none" spc="0" normalizeH="0" baseline="0" noProof="0">
                <a:ln>
                  <a:noFill/>
                </a:ln>
                <a:solidFill>
                  <a:sysClr val="windowText" lastClr="000000"/>
                </a:solidFill>
                <a:effectLst/>
                <a:uLnTx/>
                <a:uFillTx/>
                <a:latin typeface="Calibri"/>
                <a:ea typeface="+mn-ea"/>
                <a:cs typeface="Times New Roman" pitchFamily="18" charset="0"/>
              </a:rPr>
              <a:t> − 1) </a:t>
            </a:r>
            <a:r>
              <a:rPr kumimoji="0" lang="en-US" sz="2400" b="1" i="0" u="none" strike="noStrike" kern="1200" cap="none" spc="0" normalizeH="0" baseline="0" noProof="0">
                <a:ln>
                  <a:noFill/>
                </a:ln>
                <a:solidFill>
                  <a:srgbClr val="0000FF"/>
                </a:solidFill>
                <a:effectLst/>
                <a:uLnTx/>
                <a:uFillTx/>
                <a:latin typeface="Calibri"/>
                <a:ea typeface="+mn-ea"/>
                <a:cs typeface="Times New Roman" pitchFamily="18" charset="0"/>
              </a:rPr>
              <a:t>vertices</a:t>
            </a:r>
            <a:r>
              <a:rPr kumimoji="0" lang="en-US" sz="2400" b="0" i="0" u="none" strike="noStrike" kern="1200" cap="none" spc="0" normalizeH="0" baseline="0" noProof="0">
                <a:ln>
                  <a:noFill/>
                </a:ln>
                <a:solidFill>
                  <a:sysClr val="windowText" lastClr="000000"/>
                </a:solidFill>
                <a:effectLst/>
                <a:uLnTx/>
                <a:uFillTx/>
                <a:latin typeface="Calibri"/>
                <a:ea typeface="+mn-ea"/>
                <a:cs typeface="Times New Roman" pitchFamily="18" charset="0"/>
              </a:rPr>
              <a:t> and </a:t>
            </a:r>
          </a:p>
          <a:p>
            <a:pPr marL="514350" marR="0" lvl="0" indent="-514350" algn="l" defTabSz="914400" rtl="0" eaLnBrk="1" fontAlgn="auto" latinLnBrk="0" hangingPunct="1">
              <a:lnSpc>
                <a:spcPct val="100000"/>
              </a:lnSpc>
              <a:spcBef>
                <a:spcPct val="20000"/>
              </a:spcBef>
              <a:spcAft>
                <a:spcPts val="0"/>
              </a:spcAft>
              <a:buClr>
                <a:srgbClr val="FF0000"/>
              </a:buClr>
              <a:buSzTx/>
              <a:buFont typeface="Arial" pitchFamily="34" charset="0"/>
              <a:buNone/>
              <a:tabLst/>
              <a:defRPr/>
            </a:pPr>
            <a:r>
              <a:rPr kumimoji="0" lang="en-US" sz="2400" b="0" i="0" u="none" strike="noStrike" kern="1200" cap="none" spc="0" normalizeH="0" baseline="0" noProof="0">
                <a:ln>
                  <a:noFill/>
                </a:ln>
                <a:solidFill>
                  <a:sysClr val="windowText" lastClr="000000"/>
                </a:solidFill>
                <a:effectLst/>
                <a:uLnTx/>
                <a:uFillTx/>
                <a:latin typeface="Calibri"/>
                <a:ea typeface="+mn-ea"/>
                <a:cs typeface="Times New Roman" pitchFamily="18" charset="0"/>
              </a:rPr>
              <a:t>	</a:t>
            </a:r>
            <a:r>
              <a:rPr kumimoji="0" lang="en-US" sz="2400" b="0" i="0" u="none" strike="noStrike" kern="1200" cap="none" spc="0" normalizeH="0" baseline="0" noProof="0">
                <a:ln>
                  <a:noFill/>
                </a:ln>
                <a:solidFill>
                  <a:srgbClr val="0000FF"/>
                </a:solidFill>
                <a:effectLst/>
                <a:uLnTx/>
                <a:uFillTx/>
                <a:latin typeface="Calibri"/>
                <a:ea typeface="+mn-ea"/>
                <a:cs typeface="Times New Roman" pitchFamily="18" charset="0"/>
              </a:rPr>
              <a:t>                      </a:t>
            </a:r>
            <a:r>
              <a:rPr kumimoji="0" lang="en-US" sz="2400" b="1" i="1" u="none" strike="noStrike" kern="1200" cap="none" spc="0" normalizeH="0" baseline="0" noProof="0">
                <a:ln>
                  <a:noFill/>
                </a:ln>
                <a:solidFill>
                  <a:srgbClr val="0000FF"/>
                </a:solidFill>
                <a:effectLst/>
                <a:uLnTx/>
                <a:uFillTx/>
                <a:latin typeface="Calibri"/>
                <a:ea typeface="+mn-ea"/>
                <a:cs typeface="Times New Roman" pitchFamily="18" charset="0"/>
              </a:rPr>
              <a:t>i </a:t>
            </a:r>
            <a:r>
              <a:rPr kumimoji="0" lang="en-US" sz="2400" b="1" i="1" u="none" strike="noStrike" kern="1200" cap="none" spc="0" normalizeH="0" baseline="0" noProof="0">
                <a:ln>
                  <a:noFill/>
                </a:ln>
                <a:solidFill>
                  <a:sysClr val="windowText" lastClr="000000"/>
                </a:solidFill>
                <a:effectLst/>
                <a:uLnTx/>
                <a:uFillTx/>
                <a:latin typeface="Calibri"/>
                <a:ea typeface="+mn-ea"/>
                <a:cs typeface="Times New Roman" pitchFamily="18" charset="0"/>
              </a:rPr>
              <a:t>= (l − 1)/(m − 1) </a:t>
            </a:r>
            <a:r>
              <a:rPr kumimoji="0" lang="en-US" sz="2400" b="1" i="0" u="none" strike="noStrike" kern="1200" cap="none" spc="0" normalizeH="0" baseline="0" noProof="0">
                <a:ln>
                  <a:noFill/>
                </a:ln>
                <a:solidFill>
                  <a:srgbClr val="0000FF"/>
                </a:solidFill>
                <a:effectLst/>
                <a:uLnTx/>
                <a:uFillTx/>
                <a:latin typeface="Calibri"/>
                <a:ea typeface="+mn-ea"/>
                <a:cs typeface="Times New Roman" pitchFamily="18" charset="0"/>
              </a:rPr>
              <a:t>internal vertices</a:t>
            </a:r>
          </a:p>
          <a:p>
            <a:pPr marL="514350" marR="0" lvl="0" indent="-514350" algn="l" defTabSz="914400" rtl="0" eaLnBrk="1" fontAlgn="auto" latinLnBrk="0" hangingPunct="1">
              <a:lnSpc>
                <a:spcPct val="100000"/>
              </a:lnSpc>
              <a:spcBef>
                <a:spcPct val="20000"/>
              </a:spcBef>
              <a:spcAft>
                <a:spcPts val="0"/>
              </a:spcAft>
              <a:buClrTx/>
              <a:buSzTx/>
              <a:buFont typeface="+mj-lt"/>
              <a:buAutoNum type="romanLcPeriod"/>
              <a:tabLst/>
              <a:defRPr/>
            </a:pPr>
            <a:endParaRPr kumimoji="0" lang="en-US" sz="2400" b="0" i="0" u="none" strike="noStrike" kern="1200" cap="none" spc="0" normalizeH="0" baseline="0" noProof="0">
              <a:ln>
                <a:noFill/>
              </a:ln>
              <a:solidFill>
                <a:sysClr val="windowText" lastClr="000000"/>
              </a:solidFill>
              <a:effectLst/>
              <a:uLnTx/>
              <a:uFillTx/>
              <a:latin typeface="Calibri"/>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400" b="0" i="0" u="none" strike="noStrike" kern="1200" cap="none" spc="0" normalizeH="0" baseline="0" noProof="0" dirty="0">
              <a:ln>
                <a:noFill/>
              </a:ln>
              <a:solidFill>
                <a:sysClr val="windowText" lastClr="000000"/>
              </a:solidFill>
              <a:effectLst/>
              <a:uLnTx/>
              <a:uFillTx/>
              <a:latin typeface="Calibri"/>
              <a:ea typeface="+mn-ea"/>
              <a:cs typeface="+mn-cs"/>
            </a:endParaRPr>
          </a:p>
        </p:txBody>
      </p:sp>
    </p:spTree>
    <p:extLst>
      <p:ext uri="{BB962C8B-B14F-4D97-AF65-F5344CB8AC3E}">
        <p14:creationId xmlns:p14="http://schemas.microsoft.com/office/powerpoint/2010/main" val="19387544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Exercise</a:t>
            </a:r>
          </a:p>
        </p:txBody>
      </p:sp>
      <p:sp>
        <p:nvSpPr>
          <p:cNvPr id="5" name="Content Placeholder 2">
            <a:extLst>
              <a:ext uri="{FF2B5EF4-FFF2-40B4-BE49-F238E27FC236}">
                <a16:creationId xmlns:a16="http://schemas.microsoft.com/office/drawing/2014/main" id="{62742EDB-9912-4DCC-84AE-222B01FE33E7}"/>
              </a:ext>
            </a:extLst>
          </p:cNvPr>
          <p:cNvSpPr txBox="1">
            <a:spLocks/>
          </p:cNvSpPr>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base" latinLnBrk="0" hangingPunct="1">
              <a:lnSpc>
                <a:spcPct val="100000"/>
              </a:lnSpc>
              <a:spcBef>
                <a:spcPct val="20000"/>
              </a:spcBef>
              <a:spcAft>
                <a:spcPct val="0"/>
              </a:spcAft>
              <a:buClrTx/>
              <a:buSzTx/>
              <a:buFont typeface="Arial" charset="0"/>
              <a:buNone/>
              <a:tabLst/>
              <a:defRPr/>
            </a:pPr>
            <a:r>
              <a:rPr kumimoji="0" lang="en-US" sz="2400" b="0" i="0" u="none" strike="noStrike" kern="1200" cap="none" spc="0" normalizeH="0" baseline="0" noProof="0">
                <a:ln>
                  <a:noFill/>
                </a:ln>
                <a:solidFill>
                  <a:sysClr val="windowText" lastClr="000000"/>
                </a:solidFill>
                <a:effectLst/>
                <a:uLnTx/>
                <a:uFillTx/>
                <a:latin typeface="Calibri"/>
                <a:ea typeface="+mn-ea"/>
                <a:cs typeface="+mn-cs"/>
              </a:rPr>
              <a:t>17. How many </a:t>
            </a:r>
            <a:r>
              <a:rPr kumimoji="0" lang="en-US" sz="2400" b="1" i="0" u="none" strike="noStrike" kern="1200" cap="none" spc="0" normalizeH="0" baseline="0" noProof="0">
                <a:ln>
                  <a:noFill/>
                </a:ln>
                <a:solidFill>
                  <a:sysClr val="windowText" lastClr="000000"/>
                </a:solidFill>
                <a:effectLst/>
                <a:uLnTx/>
                <a:uFillTx/>
                <a:latin typeface="Calibri"/>
                <a:ea typeface="+mn-ea"/>
                <a:cs typeface="+mn-cs"/>
              </a:rPr>
              <a:t>edges</a:t>
            </a:r>
            <a:r>
              <a:rPr kumimoji="0" lang="en-US" sz="2400" b="0" i="0" u="none" strike="noStrike" kern="1200" cap="none" spc="0" normalizeH="0" baseline="0" noProof="0">
                <a:ln>
                  <a:noFill/>
                </a:ln>
                <a:solidFill>
                  <a:sysClr val="windowText" lastClr="000000"/>
                </a:solidFill>
                <a:effectLst/>
                <a:uLnTx/>
                <a:uFillTx/>
                <a:latin typeface="Calibri"/>
                <a:ea typeface="+mn-ea"/>
                <a:cs typeface="+mn-cs"/>
              </a:rPr>
              <a:t> does a tree with 10,000 vertices have?</a:t>
            </a:r>
          </a:p>
          <a:p>
            <a:pPr marL="342900" marR="0" lvl="0" indent="-342900" algn="l" defTabSz="914400" rtl="0" eaLnBrk="1" fontAlgn="base" latinLnBrk="0" hangingPunct="1">
              <a:lnSpc>
                <a:spcPct val="100000"/>
              </a:lnSpc>
              <a:spcBef>
                <a:spcPct val="20000"/>
              </a:spcBef>
              <a:spcAft>
                <a:spcPct val="0"/>
              </a:spcAft>
              <a:buClrTx/>
              <a:buSzTx/>
              <a:buFont typeface="Arial" charset="0"/>
              <a:buNone/>
              <a:tabLst/>
              <a:defRPr/>
            </a:pPr>
            <a:r>
              <a:rPr kumimoji="0" lang="en-US" sz="2400" b="0" i="0" u="none" strike="noStrike" kern="1200" cap="none" spc="0" normalizeH="0" baseline="0" noProof="0">
                <a:ln>
                  <a:noFill/>
                </a:ln>
                <a:solidFill>
                  <a:sysClr val="windowText" lastClr="000000"/>
                </a:solidFill>
                <a:effectLst/>
                <a:uLnTx/>
                <a:uFillTx/>
                <a:latin typeface="Calibri"/>
                <a:ea typeface="+mn-ea"/>
                <a:cs typeface="+mn-cs"/>
              </a:rPr>
              <a:t>18. How many </a:t>
            </a:r>
            <a:r>
              <a:rPr kumimoji="0" lang="en-US" sz="2400" b="1" i="0" u="none" strike="noStrike" kern="1200" cap="none" spc="0" normalizeH="0" baseline="0" noProof="0">
                <a:ln>
                  <a:noFill/>
                </a:ln>
                <a:solidFill>
                  <a:sysClr val="windowText" lastClr="000000"/>
                </a:solidFill>
                <a:effectLst/>
                <a:uLnTx/>
                <a:uFillTx/>
                <a:latin typeface="Calibri"/>
                <a:ea typeface="+mn-ea"/>
                <a:cs typeface="+mn-cs"/>
              </a:rPr>
              <a:t>vertices</a:t>
            </a:r>
            <a:r>
              <a:rPr kumimoji="0" lang="en-US" sz="2400" b="0" i="0" u="none" strike="noStrike" kern="1200" cap="none" spc="0" normalizeH="0" baseline="0" noProof="0">
                <a:ln>
                  <a:noFill/>
                </a:ln>
                <a:solidFill>
                  <a:sysClr val="windowText" lastClr="000000"/>
                </a:solidFill>
                <a:effectLst/>
                <a:uLnTx/>
                <a:uFillTx/>
                <a:latin typeface="Calibri"/>
                <a:ea typeface="+mn-ea"/>
                <a:cs typeface="+mn-cs"/>
              </a:rPr>
              <a:t> does a full 5-ary tree with 100 internal</a:t>
            </a:r>
          </a:p>
          <a:p>
            <a:pPr marL="342900" marR="0" lvl="0" indent="-342900" algn="l" defTabSz="914400" rtl="0" eaLnBrk="1" fontAlgn="base" latinLnBrk="0" hangingPunct="1">
              <a:lnSpc>
                <a:spcPct val="100000"/>
              </a:lnSpc>
              <a:spcBef>
                <a:spcPct val="20000"/>
              </a:spcBef>
              <a:spcAft>
                <a:spcPct val="0"/>
              </a:spcAft>
              <a:buClrTx/>
              <a:buSzTx/>
              <a:buFont typeface="Arial" charset="0"/>
              <a:buNone/>
              <a:tabLst/>
              <a:defRPr/>
            </a:pPr>
            <a:r>
              <a:rPr kumimoji="0" lang="en-US" sz="2400" b="0" i="0" u="none" strike="noStrike" kern="1200" cap="none" spc="0" normalizeH="0" baseline="0" noProof="0">
                <a:ln>
                  <a:noFill/>
                </a:ln>
                <a:solidFill>
                  <a:sysClr val="windowText" lastClr="000000"/>
                </a:solidFill>
                <a:effectLst/>
                <a:uLnTx/>
                <a:uFillTx/>
                <a:latin typeface="Calibri"/>
                <a:ea typeface="+mn-ea"/>
                <a:cs typeface="+mn-cs"/>
              </a:rPr>
              <a:t>       vertices have?</a:t>
            </a:r>
          </a:p>
          <a:p>
            <a:pPr marL="342900" marR="0" lvl="0" indent="-342900" algn="l" defTabSz="914400" rtl="0" eaLnBrk="1" fontAlgn="base" latinLnBrk="0" hangingPunct="1">
              <a:lnSpc>
                <a:spcPct val="100000"/>
              </a:lnSpc>
              <a:spcBef>
                <a:spcPct val="20000"/>
              </a:spcBef>
              <a:spcAft>
                <a:spcPct val="0"/>
              </a:spcAft>
              <a:buClrTx/>
              <a:buSzTx/>
              <a:buFont typeface="Arial" charset="0"/>
              <a:buNone/>
              <a:tabLst/>
              <a:defRPr/>
            </a:pPr>
            <a:r>
              <a:rPr kumimoji="0" lang="en-US" sz="2400" b="0" i="0" u="none" strike="noStrike" kern="1200" cap="none" spc="0" normalizeH="0" baseline="0" noProof="0">
                <a:ln>
                  <a:noFill/>
                </a:ln>
                <a:solidFill>
                  <a:sysClr val="windowText" lastClr="000000"/>
                </a:solidFill>
                <a:effectLst/>
                <a:uLnTx/>
                <a:uFillTx/>
                <a:latin typeface="Calibri"/>
                <a:ea typeface="+mn-ea"/>
                <a:cs typeface="+mn-cs"/>
              </a:rPr>
              <a:t>19. How many </a:t>
            </a:r>
            <a:r>
              <a:rPr kumimoji="0" lang="en-US" sz="2400" b="1" i="0" u="none" strike="noStrike" kern="1200" cap="none" spc="0" normalizeH="0" baseline="0" noProof="0">
                <a:ln>
                  <a:noFill/>
                </a:ln>
                <a:solidFill>
                  <a:sysClr val="windowText" lastClr="000000"/>
                </a:solidFill>
                <a:effectLst/>
                <a:uLnTx/>
                <a:uFillTx/>
                <a:latin typeface="Calibri"/>
                <a:ea typeface="+mn-ea"/>
                <a:cs typeface="+mn-cs"/>
              </a:rPr>
              <a:t>edges</a:t>
            </a:r>
            <a:r>
              <a:rPr kumimoji="0" lang="en-US" sz="2400" b="0" i="0" u="none" strike="noStrike" kern="1200" cap="none" spc="0" normalizeH="0" baseline="0" noProof="0">
                <a:ln>
                  <a:noFill/>
                </a:ln>
                <a:solidFill>
                  <a:sysClr val="windowText" lastClr="000000"/>
                </a:solidFill>
                <a:effectLst/>
                <a:uLnTx/>
                <a:uFillTx/>
                <a:latin typeface="Calibri"/>
                <a:ea typeface="+mn-ea"/>
                <a:cs typeface="+mn-cs"/>
              </a:rPr>
              <a:t> does a full binary tree with 1000 internal</a:t>
            </a:r>
          </a:p>
          <a:p>
            <a:pPr marL="342900" marR="0" lvl="0" indent="-342900" algn="l" defTabSz="914400" rtl="0" eaLnBrk="1" fontAlgn="base" latinLnBrk="0" hangingPunct="1">
              <a:lnSpc>
                <a:spcPct val="100000"/>
              </a:lnSpc>
              <a:spcBef>
                <a:spcPct val="20000"/>
              </a:spcBef>
              <a:spcAft>
                <a:spcPct val="0"/>
              </a:spcAft>
              <a:buClrTx/>
              <a:buSzTx/>
              <a:buFont typeface="Arial" charset="0"/>
              <a:buNone/>
              <a:tabLst/>
              <a:defRPr/>
            </a:pPr>
            <a:r>
              <a:rPr kumimoji="0" lang="en-US" sz="2400" b="0" i="0" u="none" strike="noStrike" kern="1200" cap="none" spc="0" normalizeH="0" baseline="0" noProof="0">
                <a:ln>
                  <a:noFill/>
                </a:ln>
                <a:solidFill>
                  <a:sysClr val="windowText" lastClr="000000"/>
                </a:solidFill>
                <a:effectLst/>
                <a:uLnTx/>
                <a:uFillTx/>
                <a:latin typeface="Calibri"/>
                <a:ea typeface="+mn-ea"/>
                <a:cs typeface="+mn-cs"/>
              </a:rPr>
              <a:t>       vertices have?</a:t>
            </a:r>
          </a:p>
          <a:p>
            <a:pPr marL="342900" marR="0" lvl="0" indent="-342900" algn="l" defTabSz="914400" rtl="0" eaLnBrk="1" fontAlgn="base" latinLnBrk="0" hangingPunct="1">
              <a:lnSpc>
                <a:spcPct val="100000"/>
              </a:lnSpc>
              <a:spcBef>
                <a:spcPct val="20000"/>
              </a:spcBef>
              <a:spcAft>
                <a:spcPct val="0"/>
              </a:spcAft>
              <a:buClrTx/>
              <a:buSzTx/>
              <a:buFont typeface="Arial" charset="0"/>
              <a:buNone/>
              <a:tabLst/>
              <a:defRPr/>
            </a:pPr>
            <a:r>
              <a:rPr kumimoji="0" lang="en-US" sz="2400" b="0" i="0" u="none" strike="noStrike" kern="1200" cap="none" spc="0" normalizeH="0" baseline="0" noProof="0">
                <a:ln>
                  <a:noFill/>
                </a:ln>
                <a:solidFill>
                  <a:sysClr val="windowText" lastClr="000000"/>
                </a:solidFill>
                <a:effectLst/>
                <a:uLnTx/>
                <a:uFillTx/>
                <a:latin typeface="Calibri"/>
                <a:ea typeface="+mn-ea"/>
                <a:cs typeface="+mn-cs"/>
              </a:rPr>
              <a:t>20. How many </a:t>
            </a:r>
            <a:r>
              <a:rPr kumimoji="0" lang="en-US" sz="2400" b="1" i="0" u="none" strike="noStrike" kern="1200" cap="none" spc="0" normalizeH="0" baseline="0" noProof="0">
                <a:ln>
                  <a:noFill/>
                </a:ln>
                <a:solidFill>
                  <a:sysClr val="windowText" lastClr="000000"/>
                </a:solidFill>
                <a:effectLst/>
                <a:uLnTx/>
                <a:uFillTx/>
                <a:latin typeface="Calibri"/>
                <a:ea typeface="+mn-ea"/>
                <a:cs typeface="+mn-cs"/>
              </a:rPr>
              <a:t>leaves</a:t>
            </a:r>
            <a:r>
              <a:rPr kumimoji="0" lang="en-US" sz="2400" b="0" i="0" u="none" strike="noStrike" kern="1200" cap="none" spc="0" normalizeH="0" baseline="0" noProof="0">
                <a:ln>
                  <a:noFill/>
                </a:ln>
                <a:solidFill>
                  <a:sysClr val="windowText" lastClr="000000"/>
                </a:solidFill>
                <a:effectLst/>
                <a:uLnTx/>
                <a:uFillTx/>
                <a:latin typeface="Calibri"/>
                <a:ea typeface="+mn-ea"/>
                <a:cs typeface="+mn-cs"/>
              </a:rPr>
              <a:t> does a full 3-ary tree with 100 vertices        </a:t>
            </a:r>
          </a:p>
          <a:p>
            <a:pPr marL="342900" marR="0" lvl="0" indent="-342900" algn="l" defTabSz="914400" rtl="0" eaLnBrk="1" fontAlgn="base" latinLnBrk="0" hangingPunct="1">
              <a:lnSpc>
                <a:spcPct val="100000"/>
              </a:lnSpc>
              <a:spcBef>
                <a:spcPct val="20000"/>
              </a:spcBef>
              <a:spcAft>
                <a:spcPct val="0"/>
              </a:spcAft>
              <a:buClrTx/>
              <a:buSzTx/>
              <a:buFont typeface="Arial" charset="0"/>
              <a:buNone/>
              <a:tabLst/>
              <a:defRPr/>
            </a:pPr>
            <a:r>
              <a:rPr kumimoji="0" lang="en-US" sz="2400" b="0" i="0" u="none" strike="noStrike" kern="1200" cap="none" spc="0" normalizeH="0" baseline="0" noProof="0">
                <a:ln>
                  <a:noFill/>
                </a:ln>
                <a:solidFill>
                  <a:sysClr val="windowText" lastClr="000000"/>
                </a:solidFill>
                <a:effectLst/>
                <a:uLnTx/>
                <a:uFillTx/>
                <a:latin typeface="Calibri"/>
                <a:ea typeface="+mn-ea"/>
                <a:cs typeface="+mn-cs"/>
              </a:rPr>
              <a:t>       have?</a:t>
            </a:r>
          </a:p>
          <a:p>
            <a:pPr marL="342900" marR="0" lvl="0" indent="-342900" algn="l" defTabSz="914400" rtl="0" eaLnBrk="1" fontAlgn="base" latinLnBrk="0" hangingPunct="1">
              <a:lnSpc>
                <a:spcPct val="100000"/>
              </a:lnSpc>
              <a:spcBef>
                <a:spcPct val="20000"/>
              </a:spcBef>
              <a:spcAft>
                <a:spcPct val="0"/>
              </a:spcAft>
              <a:buClrTx/>
              <a:buSzTx/>
              <a:buFont typeface="Arial" charset="0"/>
              <a:buNone/>
              <a:tabLst/>
              <a:defRPr/>
            </a:pPr>
            <a:r>
              <a:rPr kumimoji="0" lang="en-US" sz="2400" b="0" i="0" u="none" strike="noStrike" kern="1200" cap="none" spc="0" normalizeH="0" baseline="0" noProof="0">
                <a:ln>
                  <a:noFill/>
                </a:ln>
                <a:solidFill>
                  <a:sysClr val="windowText" lastClr="000000"/>
                </a:solidFill>
                <a:effectLst/>
                <a:uLnTx/>
                <a:uFillTx/>
                <a:latin typeface="Calibri"/>
                <a:ea typeface="+mn-ea"/>
                <a:cs typeface="+mn-cs"/>
              </a:rPr>
              <a:t>27. Construct a complete binary tree of height 4 and a complete 3-ary tree of height 3. </a:t>
            </a:r>
            <a:endParaRPr kumimoji="0" lang="en-US" sz="2400" b="0" i="0" u="none" strike="noStrike" kern="1200" cap="none" spc="0" normalizeH="0" baseline="0" noProof="0" dirty="0">
              <a:ln>
                <a:noFill/>
              </a:ln>
              <a:solidFill>
                <a:sysClr val="windowText" lastClr="000000"/>
              </a:solidFill>
              <a:effectLst/>
              <a:uLnTx/>
              <a:uFillTx/>
              <a:latin typeface="Calibri"/>
              <a:ea typeface="+mn-ea"/>
              <a:cs typeface="+mn-cs"/>
            </a:endParaRPr>
          </a:p>
        </p:txBody>
      </p:sp>
    </p:spTree>
    <p:extLst>
      <p:ext uri="{BB962C8B-B14F-4D97-AF65-F5344CB8AC3E}">
        <p14:creationId xmlns:p14="http://schemas.microsoft.com/office/powerpoint/2010/main" val="4955138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Exercise</a:t>
            </a:r>
          </a:p>
        </p:txBody>
      </p:sp>
      <p:sp>
        <p:nvSpPr>
          <p:cNvPr id="6" name="Content Placeholder 2">
            <a:extLst>
              <a:ext uri="{FF2B5EF4-FFF2-40B4-BE49-F238E27FC236}">
                <a16:creationId xmlns:a16="http://schemas.microsoft.com/office/drawing/2014/main" id="{4F4B55E2-9E1E-4724-BC75-FAD030EA447F}"/>
              </a:ext>
            </a:extLst>
          </p:cNvPr>
          <p:cNvSpPr txBox="1">
            <a:spLocks/>
          </p:cNvSpPr>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20000"/>
              </a:spcBef>
              <a:spcAft>
                <a:spcPct val="0"/>
              </a:spcAft>
              <a:buClrTx/>
              <a:buSzTx/>
              <a:buFont typeface="Arial" charset="0"/>
              <a:buNone/>
              <a:tabLst/>
              <a:defRPr/>
            </a:pPr>
            <a:r>
              <a:rPr kumimoji="0" lang="en-US" sz="2800" b="0" i="0" u="none" strike="noStrike" kern="1200" cap="none" spc="0" normalizeH="0" baseline="0" noProof="0">
                <a:ln>
                  <a:noFill/>
                </a:ln>
                <a:solidFill>
                  <a:srgbClr val="FF0000"/>
                </a:solidFill>
                <a:effectLst/>
                <a:uLnTx/>
                <a:uFillTx/>
                <a:latin typeface="Calibri"/>
                <a:ea typeface="+mn-ea"/>
                <a:cs typeface="+mn-cs"/>
              </a:rPr>
              <a:t>17. How many </a:t>
            </a:r>
            <a:r>
              <a:rPr kumimoji="0" lang="en-US" sz="2800" b="1" i="0" u="none" strike="noStrike" kern="1200" cap="none" spc="0" normalizeH="0" baseline="0" noProof="0">
                <a:ln>
                  <a:noFill/>
                </a:ln>
                <a:solidFill>
                  <a:srgbClr val="FF0000"/>
                </a:solidFill>
                <a:effectLst/>
                <a:uLnTx/>
                <a:uFillTx/>
                <a:latin typeface="Calibri"/>
                <a:ea typeface="+mn-ea"/>
                <a:cs typeface="+mn-cs"/>
              </a:rPr>
              <a:t>edges</a:t>
            </a:r>
            <a:r>
              <a:rPr kumimoji="0" lang="en-US" sz="2800" b="0" i="0" u="none" strike="noStrike" kern="1200" cap="none" spc="0" normalizeH="0" baseline="0" noProof="0">
                <a:ln>
                  <a:noFill/>
                </a:ln>
                <a:solidFill>
                  <a:srgbClr val="FF0000"/>
                </a:solidFill>
                <a:effectLst/>
                <a:uLnTx/>
                <a:uFillTx/>
                <a:latin typeface="Calibri"/>
                <a:ea typeface="+mn-ea"/>
                <a:cs typeface="+mn-cs"/>
              </a:rPr>
              <a:t> does a tree with 10,000 vertices  </a:t>
            </a:r>
          </a:p>
          <a:p>
            <a:pPr marL="0" marR="0" lvl="0" indent="0" algn="l" defTabSz="914400" rtl="0" eaLnBrk="0" fontAlgn="base" latinLnBrk="0" hangingPunct="0">
              <a:lnSpc>
                <a:spcPct val="100000"/>
              </a:lnSpc>
              <a:spcBef>
                <a:spcPct val="20000"/>
              </a:spcBef>
              <a:spcAft>
                <a:spcPct val="0"/>
              </a:spcAft>
              <a:buClrTx/>
              <a:buSzTx/>
              <a:buFont typeface="Arial" charset="0"/>
              <a:buNone/>
              <a:tabLst/>
              <a:defRPr/>
            </a:pPr>
            <a:r>
              <a:rPr kumimoji="0" lang="en-US" sz="2800" b="0" i="0" u="none" strike="noStrike" kern="1200" cap="none" spc="0" normalizeH="0" baseline="0" noProof="0">
                <a:ln>
                  <a:noFill/>
                </a:ln>
                <a:solidFill>
                  <a:srgbClr val="FF0000"/>
                </a:solidFill>
                <a:effectLst/>
                <a:uLnTx/>
                <a:uFillTx/>
                <a:latin typeface="Calibri"/>
                <a:ea typeface="+mn-ea"/>
                <a:cs typeface="+mn-cs"/>
              </a:rPr>
              <a:t>       have?</a:t>
            </a:r>
          </a:p>
          <a:p>
            <a:pPr marL="342900" marR="0" lvl="0" indent="-342900" algn="l" defTabSz="914400" rtl="0" eaLnBrk="0" fontAlgn="base" latinLnBrk="0" hangingPunct="0">
              <a:lnSpc>
                <a:spcPct val="100000"/>
              </a:lnSpc>
              <a:spcBef>
                <a:spcPct val="20000"/>
              </a:spcBef>
              <a:spcAft>
                <a:spcPct val="0"/>
              </a:spcAft>
              <a:buClrTx/>
              <a:buSzTx/>
              <a:buFont typeface="Arial" charset="0"/>
              <a:buChar char="•"/>
              <a:tabLst/>
              <a:defRPr/>
            </a:pPr>
            <a:r>
              <a:rPr kumimoji="0" lang="en-US" sz="2800" b="1" i="0" u="sng" strike="noStrike" kern="1200" cap="none" spc="0" normalizeH="0" baseline="0" noProof="0">
                <a:ln>
                  <a:noFill/>
                </a:ln>
                <a:solidFill>
                  <a:srgbClr val="0000FF"/>
                </a:solidFill>
                <a:effectLst/>
                <a:uLnTx/>
                <a:uFillTx/>
                <a:latin typeface="Calibri"/>
                <a:ea typeface="+mn-ea"/>
                <a:cs typeface="+mn-cs"/>
              </a:rPr>
              <a:t>Solution</a:t>
            </a:r>
            <a:r>
              <a:rPr kumimoji="0" lang="en-US" sz="2800" b="0" i="0" u="none" strike="noStrike" kern="1200" cap="none" spc="0" normalizeH="0" baseline="0" noProof="0">
                <a:ln>
                  <a:noFill/>
                </a:ln>
                <a:solidFill>
                  <a:sysClr val="windowText" lastClr="000000"/>
                </a:solidFill>
                <a:effectLst/>
                <a:uLnTx/>
                <a:uFillTx/>
                <a:latin typeface="Calibri"/>
                <a:ea typeface="+mn-ea"/>
                <a:cs typeface="+mn-cs"/>
              </a:rPr>
              <a:t>:</a:t>
            </a:r>
          </a:p>
          <a:p>
            <a:pPr marL="342900" marR="0" lvl="0" indent="-342900" algn="l" defTabSz="914400" rtl="0" eaLnBrk="0" fontAlgn="base" latinLnBrk="0" hangingPunct="0">
              <a:lnSpc>
                <a:spcPct val="100000"/>
              </a:lnSpc>
              <a:spcBef>
                <a:spcPct val="20000"/>
              </a:spcBef>
              <a:spcAft>
                <a:spcPct val="0"/>
              </a:spcAft>
              <a:buClrTx/>
              <a:buSzTx/>
              <a:buFont typeface="Arial" charset="0"/>
              <a:buNone/>
              <a:tabLst/>
              <a:defRPr/>
            </a:pPr>
            <a:r>
              <a:rPr kumimoji="0" lang="en-US" sz="2800" b="0" i="0" u="none" strike="noStrike" kern="1200" cap="none" spc="0" normalizeH="0" baseline="0" noProof="0">
                <a:ln>
                  <a:noFill/>
                </a:ln>
                <a:solidFill>
                  <a:sysClr val="windowText" lastClr="000000"/>
                </a:solidFill>
                <a:effectLst/>
                <a:uLnTx/>
                <a:uFillTx/>
                <a:latin typeface="Calibri"/>
                <a:ea typeface="+mn-ea"/>
                <a:cs typeface="+mn-cs"/>
              </a:rPr>
              <a:t>	Here, n = 10000</a:t>
            </a:r>
          </a:p>
          <a:p>
            <a:pPr marL="342900" marR="0" lvl="0" indent="-342900" algn="l" defTabSz="914400" rtl="0" eaLnBrk="0" fontAlgn="base" latinLnBrk="0" hangingPunct="0">
              <a:lnSpc>
                <a:spcPct val="100000"/>
              </a:lnSpc>
              <a:spcBef>
                <a:spcPct val="20000"/>
              </a:spcBef>
              <a:spcAft>
                <a:spcPct val="0"/>
              </a:spcAft>
              <a:buClrTx/>
              <a:buSzTx/>
              <a:buFont typeface="Arial" charset="0"/>
              <a:buNone/>
              <a:tabLst/>
              <a:defRPr/>
            </a:pPr>
            <a:r>
              <a:rPr kumimoji="0" lang="en-US" sz="2800" b="0" i="0" u="none" strike="noStrike" kern="1200" cap="none" spc="0" normalizeH="0" baseline="0" noProof="0">
                <a:ln>
                  <a:noFill/>
                </a:ln>
                <a:solidFill>
                  <a:sysClr val="windowText" lastClr="000000"/>
                </a:solidFill>
                <a:effectLst/>
                <a:uLnTx/>
                <a:uFillTx/>
                <a:latin typeface="Calibri"/>
                <a:ea typeface="+mn-ea"/>
                <a:cs typeface="+mn-cs"/>
              </a:rPr>
              <a:t>	e = n –1 = 9999</a:t>
            </a:r>
          </a:p>
          <a:p>
            <a:pPr marL="342900" marR="0" lvl="0" indent="-342900" algn="l" defTabSz="914400" rtl="0" eaLnBrk="0" fontAlgn="base" latinLnBrk="0" hangingPunct="0">
              <a:lnSpc>
                <a:spcPct val="100000"/>
              </a:lnSpc>
              <a:spcBef>
                <a:spcPct val="20000"/>
              </a:spcBef>
              <a:spcAft>
                <a:spcPct val="0"/>
              </a:spcAft>
              <a:buClrTx/>
              <a:buSzTx/>
              <a:buFont typeface="Arial" charset="0"/>
              <a:buChar char="•"/>
              <a:tabLst/>
              <a:defRPr/>
            </a:pPr>
            <a:endParaRPr kumimoji="0" lang="en-US" sz="2800" b="0" i="0" u="none" strike="noStrike" kern="1200" cap="none" spc="0" normalizeH="0" baseline="0" noProof="0" dirty="0">
              <a:ln>
                <a:noFill/>
              </a:ln>
              <a:solidFill>
                <a:sysClr val="windowText" lastClr="000000"/>
              </a:solidFill>
              <a:effectLst/>
              <a:uLnTx/>
              <a:uFillTx/>
              <a:latin typeface="Calibri"/>
              <a:ea typeface="+mn-ea"/>
              <a:cs typeface="+mn-cs"/>
            </a:endParaRPr>
          </a:p>
        </p:txBody>
      </p:sp>
    </p:spTree>
    <p:extLst>
      <p:ext uri="{BB962C8B-B14F-4D97-AF65-F5344CB8AC3E}">
        <p14:creationId xmlns:p14="http://schemas.microsoft.com/office/powerpoint/2010/main" val="19898579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Exercise</a:t>
            </a:r>
          </a:p>
        </p:txBody>
      </p:sp>
      <p:sp>
        <p:nvSpPr>
          <p:cNvPr id="4" name="Content Placeholder 2">
            <a:extLst>
              <a:ext uri="{FF2B5EF4-FFF2-40B4-BE49-F238E27FC236}">
                <a16:creationId xmlns:a16="http://schemas.microsoft.com/office/drawing/2014/main" id="{B9092084-D863-4341-A7A6-152DE61F889D}"/>
              </a:ext>
            </a:extLst>
          </p:cNvPr>
          <p:cNvSpPr txBox="1">
            <a:spLocks/>
          </p:cNvSpPr>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base" latinLnBrk="0" hangingPunct="1">
              <a:lnSpc>
                <a:spcPct val="100000"/>
              </a:lnSpc>
              <a:spcBef>
                <a:spcPct val="20000"/>
              </a:spcBef>
              <a:spcAft>
                <a:spcPct val="0"/>
              </a:spcAft>
              <a:buClrTx/>
              <a:buSzTx/>
              <a:buFont typeface="Arial" charset="0"/>
              <a:buNone/>
              <a:tabLst/>
              <a:defRPr/>
            </a:pPr>
            <a:r>
              <a:rPr kumimoji="0" lang="en-US" sz="2800" b="0" i="0" u="none" strike="noStrike" kern="1200" cap="none" spc="0" normalizeH="0" baseline="0" noProof="0">
                <a:ln>
                  <a:noFill/>
                </a:ln>
                <a:solidFill>
                  <a:srgbClr val="FF0000"/>
                </a:solidFill>
                <a:effectLst/>
                <a:uLnTx/>
                <a:uFillTx/>
                <a:latin typeface="Calibri"/>
                <a:ea typeface="+mn-ea"/>
                <a:cs typeface="+mn-cs"/>
              </a:rPr>
              <a:t>18. How many </a:t>
            </a:r>
            <a:r>
              <a:rPr kumimoji="0" lang="en-US" sz="2800" b="1" i="0" u="none" strike="noStrike" kern="1200" cap="none" spc="0" normalizeH="0" baseline="0" noProof="0">
                <a:ln>
                  <a:noFill/>
                </a:ln>
                <a:solidFill>
                  <a:srgbClr val="FF0000"/>
                </a:solidFill>
                <a:effectLst/>
                <a:uLnTx/>
                <a:uFillTx/>
                <a:latin typeface="Calibri"/>
                <a:ea typeface="+mn-ea"/>
                <a:cs typeface="+mn-cs"/>
              </a:rPr>
              <a:t>vertices</a:t>
            </a:r>
            <a:r>
              <a:rPr kumimoji="0" lang="en-US" sz="2800" b="0" i="0" u="none" strike="noStrike" kern="1200" cap="none" spc="0" normalizeH="0" baseline="0" noProof="0">
                <a:ln>
                  <a:noFill/>
                </a:ln>
                <a:solidFill>
                  <a:srgbClr val="FF0000"/>
                </a:solidFill>
                <a:effectLst/>
                <a:uLnTx/>
                <a:uFillTx/>
                <a:latin typeface="Calibri"/>
                <a:ea typeface="+mn-ea"/>
                <a:cs typeface="+mn-cs"/>
              </a:rPr>
              <a:t> does a full 5-ary tree with 100       </a:t>
            </a:r>
          </a:p>
          <a:p>
            <a:pPr marL="342900" marR="0" lvl="0" indent="-342900" algn="l" defTabSz="914400" rtl="0" eaLnBrk="1" fontAlgn="base" latinLnBrk="0" hangingPunct="1">
              <a:lnSpc>
                <a:spcPct val="100000"/>
              </a:lnSpc>
              <a:spcBef>
                <a:spcPct val="20000"/>
              </a:spcBef>
              <a:spcAft>
                <a:spcPct val="0"/>
              </a:spcAft>
              <a:buClrTx/>
              <a:buSzTx/>
              <a:buFont typeface="Arial" charset="0"/>
              <a:buNone/>
              <a:tabLst/>
              <a:defRPr/>
            </a:pPr>
            <a:r>
              <a:rPr kumimoji="0" lang="en-US" sz="2800" b="0" i="0" u="none" strike="noStrike" kern="1200" cap="none" spc="0" normalizeH="0" baseline="0" noProof="0">
                <a:ln>
                  <a:noFill/>
                </a:ln>
                <a:solidFill>
                  <a:srgbClr val="FF0000"/>
                </a:solidFill>
                <a:effectLst/>
                <a:uLnTx/>
                <a:uFillTx/>
                <a:latin typeface="Calibri"/>
                <a:ea typeface="+mn-ea"/>
                <a:cs typeface="+mn-cs"/>
              </a:rPr>
              <a:t>	   internal vertices have?</a:t>
            </a:r>
          </a:p>
          <a:p>
            <a:pPr marL="342900" marR="0" lvl="0" indent="-342900" algn="l" defTabSz="914400" rtl="0" eaLnBrk="1" fontAlgn="base" latinLnBrk="0" hangingPunct="1">
              <a:lnSpc>
                <a:spcPct val="100000"/>
              </a:lnSpc>
              <a:spcBef>
                <a:spcPct val="20000"/>
              </a:spcBef>
              <a:spcAft>
                <a:spcPct val="0"/>
              </a:spcAft>
              <a:buClrTx/>
              <a:buSzTx/>
              <a:buFont typeface="Arial" charset="0"/>
              <a:buChar char="•"/>
              <a:tabLst/>
              <a:defRPr/>
            </a:pPr>
            <a:r>
              <a:rPr kumimoji="0" lang="en-US" sz="2800" b="1" i="0" u="sng" strike="noStrike" kern="1200" cap="none" spc="0" normalizeH="0" baseline="0" noProof="0">
                <a:ln>
                  <a:noFill/>
                </a:ln>
                <a:solidFill>
                  <a:srgbClr val="0000FF"/>
                </a:solidFill>
                <a:effectLst/>
                <a:uLnTx/>
                <a:uFillTx/>
                <a:latin typeface="Calibri"/>
                <a:ea typeface="+mn-ea"/>
                <a:cs typeface="+mn-cs"/>
              </a:rPr>
              <a:t>Solution</a:t>
            </a:r>
            <a:r>
              <a:rPr kumimoji="0" lang="en-US" sz="2800" b="0" i="0" u="none" strike="noStrike" kern="1200" cap="none" spc="0" normalizeH="0" baseline="0" noProof="0">
                <a:ln>
                  <a:noFill/>
                </a:ln>
                <a:solidFill>
                  <a:sysClr val="windowText" lastClr="000000"/>
                </a:solidFill>
                <a:effectLst/>
                <a:uLnTx/>
                <a:uFillTx/>
                <a:latin typeface="Calibri"/>
                <a:ea typeface="+mn-ea"/>
                <a:cs typeface="+mn-cs"/>
              </a:rPr>
              <a:t>:</a:t>
            </a:r>
          </a:p>
          <a:p>
            <a:pPr marL="342900" marR="0" lvl="0" indent="-342900" algn="l" defTabSz="914400" rtl="0" eaLnBrk="1" fontAlgn="base" latinLnBrk="0" hangingPunct="1">
              <a:lnSpc>
                <a:spcPct val="100000"/>
              </a:lnSpc>
              <a:spcBef>
                <a:spcPct val="20000"/>
              </a:spcBef>
              <a:spcAft>
                <a:spcPct val="0"/>
              </a:spcAft>
              <a:buClrTx/>
              <a:buSzTx/>
              <a:buFont typeface="Arial" charset="0"/>
              <a:buNone/>
              <a:tabLst/>
              <a:defRPr/>
            </a:pPr>
            <a:r>
              <a:rPr kumimoji="0" lang="en-US" sz="2800" b="0" i="0" u="none" strike="noStrike" kern="1200" cap="none" spc="0" normalizeH="0" baseline="0" noProof="0">
                <a:ln>
                  <a:noFill/>
                </a:ln>
                <a:solidFill>
                  <a:sysClr val="windowText" lastClr="000000"/>
                </a:solidFill>
                <a:effectLst/>
                <a:uLnTx/>
                <a:uFillTx/>
                <a:latin typeface="Calibri"/>
                <a:ea typeface="+mn-ea"/>
                <a:cs typeface="+mn-cs"/>
              </a:rPr>
              <a:t>	Here, m = 5, i = 100</a:t>
            </a:r>
          </a:p>
          <a:p>
            <a:pPr marL="342900" marR="0" lvl="0" indent="-342900" algn="l" defTabSz="914400" rtl="0" eaLnBrk="1" fontAlgn="base" latinLnBrk="0" hangingPunct="1">
              <a:lnSpc>
                <a:spcPct val="100000"/>
              </a:lnSpc>
              <a:spcBef>
                <a:spcPct val="20000"/>
              </a:spcBef>
              <a:spcAft>
                <a:spcPct val="0"/>
              </a:spcAft>
              <a:buClrTx/>
              <a:buSzTx/>
              <a:buFont typeface="Arial" charset="0"/>
              <a:buNone/>
              <a:tabLst/>
              <a:defRPr/>
            </a:pPr>
            <a:r>
              <a:rPr kumimoji="0" lang="en-US" sz="2800" b="0" i="0" u="none" strike="noStrike" kern="1200" cap="none" spc="0" normalizeH="0" baseline="0" noProof="0">
                <a:ln>
                  <a:noFill/>
                </a:ln>
                <a:solidFill>
                  <a:sysClr val="windowText" lastClr="000000"/>
                </a:solidFill>
                <a:effectLst/>
                <a:uLnTx/>
                <a:uFillTx/>
                <a:latin typeface="Calibri"/>
                <a:ea typeface="+mn-ea"/>
                <a:cs typeface="+mn-cs"/>
              </a:rPr>
              <a:t>	Therefore, n = mi + 1 = 5.100 + 1 = 501</a:t>
            </a:r>
          </a:p>
          <a:p>
            <a:pPr marL="342900" marR="0" lvl="0" indent="-342900" algn="l" defTabSz="914400" rtl="0" eaLnBrk="0" fontAlgn="base" latinLnBrk="0" hangingPunct="0">
              <a:lnSpc>
                <a:spcPct val="100000"/>
              </a:lnSpc>
              <a:spcBef>
                <a:spcPct val="20000"/>
              </a:spcBef>
              <a:spcAft>
                <a:spcPct val="0"/>
              </a:spcAft>
              <a:buClrTx/>
              <a:buSzTx/>
              <a:buFont typeface="Arial" charset="0"/>
              <a:buChar char="•"/>
              <a:tabLst/>
              <a:defRPr/>
            </a:pPr>
            <a:endParaRPr kumimoji="0" lang="en-US" sz="2800" b="0" i="0" u="none" strike="noStrike" kern="1200" cap="none" spc="0" normalizeH="0" baseline="0" noProof="0" dirty="0">
              <a:ln>
                <a:noFill/>
              </a:ln>
              <a:solidFill>
                <a:sysClr val="windowText" lastClr="000000"/>
              </a:solidFill>
              <a:effectLst/>
              <a:uLnTx/>
              <a:uFillTx/>
              <a:latin typeface="Calibri"/>
              <a:ea typeface="+mn-ea"/>
              <a:cs typeface="+mn-cs"/>
            </a:endParaRPr>
          </a:p>
        </p:txBody>
      </p:sp>
    </p:spTree>
    <p:extLst>
      <p:ext uri="{BB962C8B-B14F-4D97-AF65-F5344CB8AC3E}">
        <p14:creationId xmlns:p14="http://schemas.microsoft.com/office/powerpoint/2010/main" val="31368983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Exercise</a:t>
            </a:r>
          </a:p>
        </p:txBody>
      </p:sp>
      <p:sp>
        <p:nvSpPr>
          <p:cNvPr id="4" name="Content Placeholder 2">
            <a:extLst>
              <a:ext uri="{FF2B5EF4-FFF2-40B4-BE49-F238E27FC236}">
                <a16:creationId xmlns:a16="http://schemas.microsoft.com/office/drawing/2014/main" id="{1C44BC5F-807F-4CAB-955C-B0C0D0F77610}"/>
              </a:ext>
            </a:extLst>
          </p:cNvPr>
          <p:cNvSpPr txBox="1">
            <a:spLocks/>
          </p:cNvSpPr>
          <p:nvPr/>
        </p:nvSpPr>
        <p:spPr bwMode="auto">
          <a:xfrm>
            <a:off x="457200" y="1447800"/>
            <a:ext cx="8229600"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20000"/>
              </a:spcBef>
              <a:spcAft>
                <a:spcPct val="0"/>
              </a:spcAft>
              <a:buClrTx/>
              <a:buSzTx/>
              <a:buFont typeface="Arial" charset="0"/>
              <a:buNone/>
              <a:tabLst/>
              <a:defRPr/>
            </a:pPr>
            <a:r>
              <a:rPr kumimoji="0" lang="en-US" sz="2400" b="0" i="0" u="none" strike="noStrike" kern="1200" cap="none" spc="0" normalizeH="0" baseline="0" noProof="0">
                <a:ln>
                  <a:noFill/>
                </a:ln>
                <a:solidFill>
                  <a:srgbClr val="FF0000"/>
                </a:solidFill>
                <a:effectLst/>
                <a:uLnTx/>
                <a:uFillTx/>
                <a:latin typeface="Calibri"/>
                <a:ea typeface="+mn-ea"/>
                <a:cs typeface="+mn-cs"/>
              </a:rPr>
              <a:t>19. How many </a:t>
            </a:r>
            <a:r>
              <a:rPr kumimoji="0" lang="en-US" sz="2400" b="1" i="0" u="none" strike="noStrike" kern="1200" cap="none" spc="0" normalizeH="0" baseline="0" noProof="0">
                <a:ln>
                  <a:noFill/>
                </a:ln>
                <a:solidFill>
                  <a:srgbClr val="FF0000"/>
                </a:solidFill>
                <a:effectLst/>
                <a:uLnTx/>
                <a:uFillTx/>
                <a:latin typeface="Calibri"/>
                <a:ea typeface="+mn-ea"/>
                <a:cs typeface="+mn-cs"/>
              </a:rPr>
              <a:t>edges</a:t>
            </a:r>
            <a:r>
              <a:rPr kumimoji="0" lang="en-US" sz="2400" b="0" i="0" u="none" strike="noStrike" kern="1200" cap="none" spc="0" normalizeH="0" baseline="0" noProof="0">
                <a:ln>
                  <a:noFill/>
                </a:ln>
                <a:solidFill>
                  <a:srgbClr val="FF0000"/>
                </a:solidFill>
                <a:effectLst/>
                <a:uLnTx/>
                <a:uFillTx/>
                <a:latin typeface="Calibri"/>
                <a:ea typeface="+mn-ea"/>
                <a:cs typeface="+mn-cs"/>
              </a:rPr>
              <a:t> does a full binary tree with 1000 internal vertices have?</a:t>
            </a:r>
          </a:p>
          <a:p>
            <a:pPr marL="342900" marR="0" lvl="0" indent="-342900" algn="l" defTabSz="914400" rtl="0" eaLnBrk="1" fontAlgn="base" latinLnBrk="0" hangingPunct="1">
              <a:lnSpc>
                <a:spcPct val="100000"/>
              </a:lnSpc>
              <a:spcBef>
                <a:spcPct val="20000"/>
              </a:spcBef>
              <a:spcAft>
                <a:spcPct val="0"/>
              </a:spcAft>
              <a:buClrTx/>
              <a:buSzTx/>
              <a:buFont typeface="Wingdings" pitchFamily="2" charset="2"/>
              <a:buChar char="§"/>
              <a:tabLst/>
              <a:defRPr/>
            </a:pPr>
            <a:r>
              <a:rPr kumimoji="0" lang="en-US" sz="2400" b="1" i="0" u="sng" strike="noStrike" kern="1200" cap="none" spc="0" normalizeH="0" baseline="0" noProof="0">
                <a:ln>
                  <a:noFill/>
                </a:ln>
                <a:solidFill>
                  <a:srgbClr val="0000FF"/>
                </a:solidFill>
                <a:effectLst/>
                <a:uLnTx/>
                <a:uFillTx/>
                <a:latin typeface="Calibri"/>
                <a:ea typeface="+mn-ea"/>
                <a:cs typeface="+mn-cs"/>
              </a:rPr>
              <a:t>Solution</a:t>
            </a:r>
            <a:r>
              <a:rPr kumimoji="0" lang="en-US" sz="2400" b="0" i="0" u="none" strike="noStrike" kern="1200" cap="none" spc="0" normalizeH="0" baseline="0" noProof="0">
                <a:ln>
                  <a:noFill/>
                </a:ln>
                <a:solidFill>
                  <a:sysClr val="windowText" lastClr="000000"/>
                </a:solidFill>
                <a:effectLst/>
                <a:uLnTx/>
                <a:uFillTx/>
                <a:latin typeface="Calibri"/>
                <a:ea typeface="+mn-ea"/>
                <a:cs typeface="+mn-cs"/>
              </a:rPr>
              <a:t>:</a:t>
            </a:r>
          </a:p>
          <a:p>
            <a:pPr marL="342900" marR="0" lvl="0" indent="-342900" algn="l" defTabSz="914400" rtl="0" eaLnBrk="1" fontAlgn="base" latinLnBrk="0" hangingPunct="1">
              <a:lnSpc>
                <a:spcPct val="100000"/>
              </a:lnSpc>
              <a:spcBef>
                <a:spcPct val="20000"/>
              </a:spcBef>
              <a:spcAft>
                <a:spcPct val="0"/>
              </a:spcAft>
              <a:buClrTx/>
              <a:buSzTx/>
              <a:buFont typeface="Arial" charset="0"/>
              <a:buNone/>
              <a:tabLst/>
              <a:defRPr/>
            </a:pPr>
            <a:r>
              <a:rPr kumimoji="0" lang="en-US" sz="2400" b="0" i="0" u="none" strike="noStrike" kern="1200" cap="none" spc="0" normalizeH="0" baseline="0" noProof="0">
                <a:ln>
                  <a:noFill/>
                </a:ln>
                <a:solidFill>
                  <a:sysClr val="windowText" lastClr="000000"/>
                </a:solidFill>
                <a:effectLst/>
                <a:uLnTx/>
                <a:uFillTx/>
                <a:latin typeface="Calibri"/>
                <a:ea typeface="+mn-ea"/>
                <a:cs typeface="+mn-cs"/>
              </a:rPr>
              <a:t>	Here, m = 2, i = 1000</a:t>
            </a:r>
          </a:p>
          <a:p>
            <a:pPr marL="342900" marR="0" lvl="0" indent="-342900" algn="l" defTabSz="914400" rtl="0" eaLnBrk="1" fontAlgn="base" latinLnBrk="0" hangingPunct="1">
              <a:lnSpc>
                <a:spcPct val="100000"/>
              </a:lnSpc>
              <a:spcBef>
                <a:spcPct val="20000"/>
              </a:spcBef>
              <a:spcAft>
                <a:spcPct val="0"/>
              </a:spcAft>
              <a:buClrTx/>
              <a:buSzTx/>
              <a:buFont typeface="Arial" charset="0"/>
              <a:buNone/>
              <a:tabLst/>
              <a:defRPr/>
            </a:pPr>
            <a:r>
              <a:rPr kumimoji="0" lang="en-US" sz="2400" b="0" i="0" u="none" strike="noStrike" kern="1200" cap="none" spc="0" normalizeH="0" baseline="0" noProof="0">
                <a:ln>
                  <a:noFill/>
                </a:ln>
                <a:solidFill>
                  <a:sysClr val="windowText" lastClr="000000"/>
                </a:solidFill>
                <a:effectLst/>
                <a:uLnTx/>
                <a:uFillTx/>
                <a:latin typeface="Calibri"/>
                <a:ea typeface="+mn-ea"/>
                <a:cs typeface="+mn-cs"/>
              </a:rPr>
              <a:t>	So, n = mi + 1 </a:t>
            </a:r>
          </a:p>
          <a:p>
            <a:pPr marL="342900" marR="0" lvl="0" indent="-342900" algn="l" defTabSz="914400" rtl="0" eaLnBrk="1" fontAlgn="base" latinLnBrk="0" hangingPunct="1">
              <a:lnSpc>
                <a:spcPct val="100000"/>
              </a:lnSpc>
              <a:spcBef>
                <a:spcPct val="20000"/>
              </a:spcBef>
              <a:spcAft>
                <a:spcPct val="0"/>
              </a:spcAft>
              <a:buClrTx/>
              <a:buSzTx/>
              <a:buFont typeface="Arial" charset="0"/>
              <a:buNone/>
              <a:tabLst/>
              <a:defRPr/>
            </a:pPr>
            <a:r>
              <a:rPr kumimoji="0" lang="en-US" sz="2400" b="0" i="0" u="none" strike="noStrike" kern="1200" cap="none" spc="0" normalizeH="0" baseline="0" noProof="0">
                <a:ln>
                  <a:noFill/>
                </a:ln>
                <a:solidFill>
                  <a:sysClr val="windowText" lastClr="000000"/>
                </a:solidFill>
                <a:effectLst/>
                <a:uLnTx/>
                <a:uFillTx/>
                <a:latin typeface="Calibri"/>
                <a:ea typeface="+mn-ea"/>
                <a:cs typeface="+mn-cs"/>
              </a:rPr>
              <a:t>		 = 2.1000 + 1</a:t>
            </a:r>
          </a:p>
          <a:p>
            <a:pPr marL="342900" marR="0" lvl="0" indent="-342900" algn="l" defTabSz="914400" rtl="0" eaLnBrk="1" fontAlgn="base" latinLnBrk="0" hangingPunct="1">
              <a:lnSpc>
                <a:spcPct val="100000"/>
              </a:lnSpc>
              <a:spcBef>
                <a:spcPct val="20000"/>
              </a:spcBef>
              <a:spcAft>
                <a:spcPct val="0"/>
              </a:spcAft>
              <a:buClrTx/>
              <a:buSzTx/>
              <a:buFont typeface="Arial" charset="0"/>
              <a:buNone/>
              <a:tabLst/>
              <a:defRPr/>
            </a:pPr>
            <a:r>
              <a:rPr kumimoji="0" lang="en-US" sz="2400" b="0" i="0" u="none" strike="noStrike" kern="1200" cap="none" spc="0" normalizeH="0" baseline="0" noProof="0">
                <a:ln>
                  <a:noFill/>
                </a:ln>
                <a:solidFill>
                  <a:sysClr val="windowText" lastClr="000000"/>
                </a:solidFill>
                <a:effectLst/>
                <a:uLnTx/>
                <a:uFillTx/>
                <a:latin typeface="Calibri"/>
                <a:ea typeface="+mn-ea"/>
                <a:cs typeface="+mn-cs"/>
              </a:rPr>
              <a:t>		 = 2001</a:t>
            </a:r>
          </a:p>
          <a:p>
            <a:pPr marL="342900" marR="0" lvl="0" indent="-342900" algn="l" defTabSz="914400" rtl="0" eaLnBrk="1" fontAlgn="base" latinLnBrk="0" hangingPunct="1">
              <a:lnSpc>
                <a:spcPct val="100000"/>
              </a:lnSpc>
              <a:spcBef>
                <a:spcPct val="20000"/>
              </a:spcBef>
              <a:spcAft>
                <a:spcPct val="0"/>
              </a:spcAft>
              <a:buClrTx/>
              <a:buSzTx/>
              <a:buFont typeface="Arial" charset="0"/>
              <a:buNone/>
              <a:tabLst/>
              <a:defRPr/>
            </a:pPr>
            <a:r>
              <a:rPr kumimoji="0" lang="en-US" sz="2400" b="0" i="0" u="none" strike="noStrike" kern="1200" cap="none" spc="0" normalizeH="0" baseline="0" noProof="0">
                <a:ln>
                  <a:noFill/>
                </a:ln>
                <a:solidFill>
                  <a:sysClr val="windowText" lastClr="000000"/>
                </a:solidFill>
                <a:effectLst/>
                <a:uLnTx/>
                <a:uFillTx/>
                <a:latin typeface="Calibri"/>
                <a:ea typeface="+mn-ea"/>
                <a:cs typeface="+mn-cs"/>
              </a:rPr>
              <a:t>	Therefore, e = n – 1 </a:t>
            </a:r>
          </a:p>
          <a:p>
            <a:pPr marL="342900" marR="0" lvl="0" indent="-342900" algn="l" defTabSz="914400" rtl="0" eaLnBrk="1" fontAlgn="base" latinLnBrk="0" hangingPunct="1">
              <a:lnSpc>
                <a:spcPct val="100000"/>
              </a:lnSpc>
              <a:spcBef>
                <a:spcPct val="20000"/>
              </a:spcBef>
              <a:spcAft>
                <a:spcPct val="0"/>
              </a:spcAft>
              <a:buClrTx/>
              <a:buSzTx/>
              <a:buFont typeface="Arial" charset="0"/>
              <a:buNone/>
              <a:tabLst/>
              <a:defRPr/>
            </a:pPr>
            <a:r>
              <a:rPr kumimoji="0" lang="en-US" sz="2400" b="0" i="0" u="none" strike="noStrike" kern="1200" cap="none" spc="0" normalizeH="0" baseline="0" noProof="0">
                <a:ln>
                  <a:noFill/>
                </a:ln>
                <a:solidFill>
                  <a:sysClr val="windowText" lastClr="000000"/>
                </a:solidFill>
                <a:effectLst/>
                <a:uLnTx/>
                <a:uFillTx/>
                <a:latin typeface="Calibri"/>
                <a:ea typeface="+mn-ea"/>
                <a:cs typeface="+mn-cs"/>
              </a:rPr>
              <a:t>			 = 2001 –1 </a:t>
            </a:r>
          </a:p>
          <a:p>
            <a:pPr marL="342900" marR="0" lvl="0" indent="-342900" algn="l" defTabSz="914400" rtl="0" eaLnBrk="1" fontAlgn="base" latinLnBrk="0" hangingPunct="1">
              <a:lnSpc>
                <a:spcPct val="100000"/>
              </a:lnSpc>
              <a:spcBef>
                <a:spcPct val="20000"/>
              </a:spcBef>
              <a:spcAft>
                <a:spcPct val="0"/>
              </a:spcAft>
              <a:buClrTx/>
              <a:buSzTx/>
              <a:buFont typeface="Arial" charset="0"/>
              <a:buNone/>
              <a:tabLst/>
              <a:defRPr/>
            </a:pPr>
            <a:r>
              <a:rPr kumimoji="0" lang="en-US" sz="2400" b="0" i="0" u="none" strike="noStrike" kern="1200" cap="none" spc="0" normalizeH="0" baseline="0" noProof="0">
                <a:ln>
                  <a:noFill/>
                </a:ln>
                <a:solidFill>
                  <a:sysClr val="windowText" lastClr="000000"/>
                </a:solidFill>
                <a:effectLst/>
                <a:uLnTx/>
                <a:uFillTx/>
                <a:latin typeface="Calibri"/>
                <a:ea typeface="+mn-ea"/>
                <a:cs typeface="+mn-cs"/>
              </a:rPr>
              <a:t>			 = 2000</a:t>
            </a:r>
          </a:p>
          <a:p>
            <a:pPr marL="342900" marR="0" lvl="0" indent="-342900" algn="l" defTabSz="914400" rtl="0" eaLnBrk="1" fontAlgn="base" latinLnBrk="0" hangingPunct="1">
              <a:lnSpc>
                <a:spcPct val="100000"/>
              </a:lnSpc>
              <a:spcBef>
                <a:spcPct val="20000"/>
              </a:spcBef>
              <a:spcAft>
                <a:spcPct val="0"/>
              </a:spcAft>
              <a:buClrTx/>
              <a:buSzTx/>
              <a:buFont typeface="Arial" charset="0"/>
              <a:buNone/>
              <a:tabLst/>
              <a:defRPr/>
            </a:pPr>
            <a:r>
              <a:rPr kumimoji="0" lang="en-US" sz="2400" b="0" i="0" u="none" strike="noStrike" kern="1200" cap="none" spc="0" normalizeH="0" baseline="0" noProof="0">
                <a:ln>
                  <a:noFill/>
                </a:ln>
                <a:solidFill>
                  <a:sysClr val="windowText" lastClr="000000"/>
                </a:solidFill>
                <a:effectLst/>
                <a:uLnTx/>
                <a:uFillTx/>
                <a:latin typeface="Calibri"/>
                <a:ea typeface="+mn-ea"/>
                <a:cs typeface="+mn-cs"/>
              </a:rPr>
              <a:t>				      </a:t>
            </a:r>
          </a:p>
          <a:p>
            <a:pPr marL="342900" marR="0" lvl="0" indent="-342900" algn="l" defTabSz="914400" rtl="0" eaLnBrk="0" fontAlgn="base" latinLnBrk="0" hangingPunct="0">
              <a:lnSpc>
                <a:spcPct val="100000"/>
              </a:lnSpc>
              <a:spcBef>
                <a:spcPct val="20000"/>
              </a:spcBef>
              <a:spcAft>
                <a:spcPct val="0"/>
              </a:spcAft>
              <a:buClrTx/>
              <a:buSzTx/>
              <a:buFont typeface="Wingdings" pitchFamily="2" charset="2"/>
              <a:buChar char="§"/>
              <a:tabLst/>
              <a:defRPr/>
            </a:pPr>
            <a:endParaRPr kumimoji="0" lang="en-US" sz="2400" b="0" i="0" u="none" strike="noStrike" kern="1200" cap="none" spc="0" normalizeH="0" baseline="0" noProof="0" dirty="0">
              <a:ln>
                <a:noFill/>
              </a:ln>
              <a:solidFill>
                <a:sysClr val="windowText" lastClr="000000"/>
              </a:solidFill>
              <a:effectLst/>
              <a:uLnTx/>
              <a:uFillTx/>
              <a:latin typeface="Calibri"/>
              <a:ea typeface="+mn-ea"/>
              <a:cs typeface="+mn-cs"/>
            </a:endParaRPr>
          </a:p>
        </p:txBody>
      </p:sp>
    </p:spTree>
    <p:extLst>
      <p:ext uri="{BB962C8B-B14F-4D97-AF65-F5344CB8AC3E}">
        <p14:creationId xmlns:p14="http://schemas.microsoft.com/office/powerpoint/2010/main" val="3656692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Exercise</a:t>
            </a:r>
          </a:p>
        </p:txBody>
      </p:sp>
      <p:sp>
        <p:nvSpPr>
          <p:cNvPr id="4" name="Content Placeholder 2">
            <a:extLst>
              <a:ext uri="{FF2B5EF4-FFF2-40B4-BE49-F238E27FC236}">
                <a16:creationId xmlns:a16="http://schemas.microsoft.com/office/drawing/2014/main" id="{BF63B868-58DD-4F9C-B065-18FE36741E19}"/>
              </a:ext>
            </a:extLst>
          </p:cNvPr>
          <p:cNvSpPr txBox="1">
            <a:spLocks/>
          </p:cNvSpPr>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20000"/>
              </a:spcBef>
              <a:spcAft>
                <a:spcPct val="0"/>
              </a:spcAft>
              <a:buClrTx/>
              <a:buSzTx/>
              <a:buFont typeface="Arial" charset="0"/>
              <a:buNone/>
              <a:tabLst/>
              <a:defRPr/>
            </a:pPr>
            <a:r>
              <a:rPr kumimoji="0" lang="en-US" sz="2800" b="0" i="0" u="none" strike="noStrike" kern="1200" cap="none" spc="0" normalizeH="0" baseline="0" noProof="0" dirty="0">
                <a:ln>
                  <a:noFill/>
                </a:ln>
                <a:solidFill>
                  <a:srgbClr val="FF0000"/>
                </a:solidFill>
                <a:effectLst/>
                <a:uLnTx/>
                <a:uFillTx/>
                <a:latin typeface="Calibri"/>
                <a:ea typeface="+mn-ea"/>
                <a:cs typeface="+mn-cs"/>
              </a:rPr>
              <a:t>20. How many </a:t>
            </a:r>
            <a:r>
              <a:rPr kumimoji="0" lang="en-US" sz="2800" b="1" i="0" u="none" strike="noStrike" kern="1200" cap="none" spc="0" normalizeH="0" baseline="0" noProof="0" dirty="0">
                <a:ln>
                  <a:noFill/>
                </a:ln>
                <a:solidFill>
                  <a:srgbClr val="FF0000"/>
                </a:solidFill>
                <a:effectLst/>
                <a:uLnTx/>
                <a:uFillTx/>
                <a:latin typeface="Calibri"/>
                <a:ea typeface="+mn-ea"/>
                <a:cs typeface="+mn-cs"/>
              </a:rPr>
              <a:t>leaves</a:t>
            </a:r>
            <a:r>
              <a:rPr kumimoji="0" lang="en-US" sz="2800" b="0" i="0" u="none" strike="noStrike" kern="1200" cap="none" spc="0" normalizeH="0" baseline="0" noProof="0" dirty="0">
                <a:ln>
                  <a:noFill/>
                </a:ln>
                <a:solidFill>
                  <a:srgbClr val="FF0000"/>
                </a:solidFill>
                <a:effectLst/>
                <a:uLnTx/>
                <a:uFillTx/>
                <a:latin typeface="Calibri"/>
                <a:ea typeface="+mn-ea"/>
                <a:cs typeface="+mn-cs"/>
              </a:rPr>
              <a:t> does a full 3-ary tree with 100 vertices have?</a:t>
            </a:r>
          </a:p>
          <a:p>
            <a:pPr marL="342900" marR="0" lvl="0" indent="-342900" algn="l" defTabSz="914400" rtl="0" eaLnBrk="1" fontAlgn="base" latinLnBrk="0" hangingPunct="1">
              <a:lnSpc>
                <a:spcPct val="100000"/>
              </a:lnSpc>
              <a:spcBef>
                <a:spcPct val="20000"/>
              </a:spcBef>
              <a:spcAft>
                <a:spcPct val="0"/>
              </a:spcAft>
              <a:buClrTx/>
              <a:buSzTx/>
              <a:buFont typeface="Wingdings" pitchFamily="2" charset="2"/>
              <a:buChar char="§"/>
              <a:tabLst/>
              <a:defRPr/>
            </a:pPr>
            <a:r>
              <a:rPr kumimoji="0" lang="en-US" sz="2800" b="1" i="0" u="none" strike="noStrike" kern="1200" cap="none" spc="0" normalizeH="0" baseline="0" noProof="0" dirty="0">
                <a:ln>
                  <a:noFill/>
                </a:ln>
                <a:solidFill>
                  <a:srgbClr val="0000FF"/>
                </a:solidFill>
                <a:effectLst/>
                <a:uLnTx/>
                <a:uFillTx/>
                <a:latin typeface="Calibri"/>
                <a:ea typeface="+mn-ea"/>
                <a:cs typeface="+mn-cs"/>
              </a:rPr>
              <a:t>Solution</a:t>
            </a:r>
            <a:r>
              <a:rPr kumimoji="0" lang="en-US" sz="2800" b="0" i="0" u="none" strike="noStrike" kern="1200" cap="none" spc="0" normalizeH="0" baseline="0" noProof="0" dirty="0">
                <a:ln>
                  <a:noFill/>
                </a:ln>
                <a:solidFill>
                  <a:sysClr val="windowText" lastClr="000000"/>
                </a:solidFill>
                <a:effectLst/>
                <a:uLnTx/>
                <a:uFillTx/>
                <a:latin typeface="Calibri"/>
                <a:ea typeface="+mn-ea"/>
                <a:cs typeface="+mn-cs"/>
              </a:rPr>
              <a:t>:</a:t>
            </a:r>
          </a:p>
          <a:p>
            <a:pPr marL="342900" marR="0" lvl="0" indent="-342900" algn="l" defTabSz="914400" rtl="0" eaLnBrk="1" fontAlgn="base" latinLnBrk="0" hangingPunct="1">
              <a:lnSpc>
                <a:spcPct val="100000"/>
              </a:lnSpc>
              <a:spcBef>
                <a:spcPct val="20000"/>
              </a:spcBef>
              <a:spcAft>
                <a:spcPct val="0"/>
              </a:spcAft>
              <a:buClrTx/>
              <a:buSzTx/>
              <a:buFont typeface="Arial" charset="0"/>
              <a:buNone/>
              <a:tabLst/>
              <a:defRPr/>
            </a:pPr>
            <a:r>
              <a:rPr kumimoji="0" lang="en-US" sz="2800" b="0" i="0" u="none" strike="noStrike" kern="1200" cap="none" spc="0" normalizeH="0" baseline="0" noProof="0" dirty="0">
                <a:ln>
                  <a:noFill/>
                </a:ln>
                <a:solidFill>
                  <a:sysClr val="windowText" lastClr="000000"/>
                </a:solidFill>
                <a:effectLst/>
                <a:uLnTx/>
                <a:uFillTx/>
                <a:latin typeface="Calibri"/>
                <a:ea typeface="+mn-ea"/>
                <a:cs typeface="+mn-cs"/>
              </a:rPr>
              <a:t>	Here, m = 3, n = 100</a:t>
            </a:r>
          </a:p>
          <a:p>
            <a:pPr marL="342900" marR="0" lvl="0" indent="-342900" algn="l" defTabSz="914400" rtl="0" eaLnBrk="1" fontAlgn="base" latinLnBrk="0" hangingPunct="1">
              <a:lnSpc>
                <a:spcPct val="100000"/>
              </a:lnSpc>
              <a:spcBef>
                <a:spcPct val="20000"/>
              </a:spcBef>
              <a:spcAft>
                <a:spcPct val="0"/>
              </a:spcAft>
              <a:buClrTx/>
              <a:buSzTx/>
              <a:buFont typeface="Arial" charset="0"/>
              <a:buNone/>
              <a:tabLst/>
              <a:defRPr/>
            </a:pPr>
            <a:r>
              <a:rPr kumimoji="0" lang="en-US" sz="2800" b="0" i="0" u="none" strike="noStrike" kern="1200" cap="none" spc="0" normalizeH="0" baseline="0" noProof="0" dirty="0">
                <a:ln>
                  <a:noFill/>
                </a:ln>
                <a:solidFill>
                  <a:sysClr val="windowText" lastClr="000000"/>
                </a:solidFill>
                <a:effectLst/>
                <a:uLnTx/>
                <a:uFillTx/>
                <a:latin typeface="Calibri"/>
                <a:ea typeface="+mn-ea"/>
                <a:cs typeface="+mn-cs"/>
              </a:rPr>
              <a:t>	</a:t>
            </a:r>
            <a:r>
              <a:rPr lang="en-US" sz="2800" b="1" dirty="0">
                <a:solidFill>
                  <a:sysClr val="windowText" lastClr="000000"/>
                </a:solidFill>
                <a:latin typeface="Calibri"/>
              </a:rPr>
              <a:t>n =mi + 1</a:t>
            </a:r>
          </a:p>
          <a:p>
            <a:pPr marL="342900" marR="0" lvl="0" indent="-342900" algn="l" defTabSz="914400" rtl="0" eaLnBrk="1" fontAlgn="base" latinLnBrk="0" hangingPunct="1">
              <a:lnSpc>
                <a:spcPct val="100000"/>
              </a:lnSpc>
              <a:spcBef>
                <a:spcPct val="20000"/>
              </a:spcBef>
              <a:spcAft>
                <a:spcPct val="0"/>
              </a:spcAft>
              <a:buClrTx/>
              <a:buSzTx/>
              <a:buFont typeface="Arial" charset="0"/>
              <a:buNone/>
              <a:tabLst/>
              <a:defRPr/>
            </a:pPr>
            <a:r>
              <a:rPr lang="en-US" sz="2800" b="1" dirty="0">
                <a:solidFill>
                  <a:sysClr val="windowText" lastClr="000000"/>
                </a:solidFill>
                <a:latin typeface="Calibri"/>
              </a:rPr>
              <a:t>100 = 3i + 1</a:t>
            </a:r>
          </a:p>
          <a:p>
            <a:pPr marL="342900" marR="0" lvl="0" indent="-342900" algn="l" defTabSz="914400" rtl="0" eaLnBrk="1" fontAlgn="base" latinLnBrk="0" hangingPunct="1">
              <a:lnSpc>
                <a:spcPct val="100000"/>
              </a:lnSpc>
              <a:spcBef>
                <a:spcPct val="20000"/>
              </a:spcBef>
              <a:spcAft>
                <a:spcPct val="0"/>
              </a:spcAft>
              <a:buClrTx/>
              <a:buSzTx/>
              <a:buFont typeface="Arial" charset="0"/>
              <a:buNone/>
              <a:tabLst/>
              <a:defRPr/>
            </a:pPr>
            <a:r>
              <a:rPr lang="en-US" sz="2800" b="1" dirty="0" err="1">
                <a:solidFill>
                  <a:sysClr val="windowText" lastClr="000000"/>
                </a:solidFill>
                <a:latin typeface="Calibri"/>
              </a:rPr>
              <a:t>i</a:t>
            </a:r>
            <a:r>
              <a:rPr kumimoji="0" lang="en-US" sz="2800" b="1" i="0" u="none" strike="noStrike" kern="1200" cap="none" spc="0" normalizeH="0" baseline="0" noProof="0" dirty="0">
                <a:ln>
                  <a:noFill/>
                </a:ln>
                <a:solidFill>
                  <a:sysClr val="windowText" lastClr="000000"/>
                </a:solidFill>
                <a:effectLst/>
                <a:uLnTx/>
                <a:uFillTx/>
                <a:latin typeface="Calibri"/>
                <a:ea typeface="+mn-ea"/>
                <a:cs typeface="+mn-cs"/>
              </a:rPr>
              <a:t> = </a:t>
            </a:r>
            <a:r>
              <a:rPr lang="en-US" sz="2800" b="1" dirty="0">
                <a:solidFill>
                  <a:sysClr val="windowText" lastClr="000000"/>
                </a:solidFill>
                <a:latin typeface="Calibri"/>
              </a:rPr>
              <a:t>33</a:t>
            </a:r>
          </a:p>
          <a:p>
            <a:pPr marL="342900" marR="0" lvl="0" indent="-342900" algn="l" defTabSz="914400" rtl="0" eaLnBrk="1" fontAlgn="base" latinLnBrk="0" hangingPunct="1">
              <a:lnSpc>
                <a:spcPct val="100000"/>
              </a:lnSpc>
              <a:spcBef>
                <a:spcPct val="20000"/>
              </a:spcBef>
              <a:spcAft>
                <a:spcPct val="0"/>
              </a:spcAft>
              <a:buClrTx/>
              <a:buSzTx/>
              <a:buFont typeface="Arial" charset="0"/>
              <a:buNone/>
              <a:tabLst/>
              <a:defRPr/>
            </a:pPr>
            <a:r>
              <a:rPr lang="en-US" sz="2800" b="1" dirty="0">
                <a:solidFill>
                  <a:sysClr val="windowText" lastClr="000000"/>
                </a:solidFill>
                <a:latin typeface="Calibri"/>
              </a:rPr>
              <a:t>l = n – </a:t>
            </a:r>
            <a:r>
              <a:rPr lang="en-US" sz="2800" b="1">
                <a:solidFill>
                  <a:sysClr val="windowText" lastClr="000000"/>
                </a:solidFill>
                <a:latin typeface="Calibri"/>
              </a:rPr>
              <a:t>i = 67</a:t>
            </a:r>
            <a:endParaRPr kumimoji="0" lang="en-US" sz="2800" b="0" i="0" u="none" strike="noStrike" kern="1200" cap="none" spc="0" normalizeH="0" baseline="0" noProof="0" dirty="0">
              <a:ln>
                <a:noFill/>
              </a:ln>
              <a:solidFill>
                <a:sysClr val="windowText" lastClr="000000"/>
              </a:solidFill>
              <a:effectLst/>
              <a:uLnTx/>
              <a:uFillTx/>
              <a:latin typeface="Calibri"/>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Wingdings" pitchFamily="2" charset="2"/>
              <a:buChar char="§"/>
              <a:tabLst/>
              <a:defRPr/>
            </a:pPr>
            <a:endParaRPr kumimoji="0" lang="en-US" sz="2800" b="0" i="0" u="none" strike="noStrike" kern="1200" cap="none" spc="0" normalizeH="0" baseline="0" noProof="0" dirty="0">
              <a:ln>
                <a:noFill/>
              </a:ln>
              <a:solidFill>
                <a:sysClr val="windowText" lastClr="000000"/>
              </a:solidFill>
              <a:effectLst/>
              <a:uLnTx/>
              <a:uFillTx/>
              <a:latin typeface="Calibri"/>
              <a:ea typeface="+mn-ea"/>
              <a:cs typeface="+mn-cs"/>
            </a:endParaRPr>
          </a:p>
        </p:txBody>
      </p:sp>
    </p:spTree>
    <p:extLst>
      <p:ext uri="{BB962C8B-B14F-4D97-AF65-F5344CB8AC3E}">
        <p14:creationId xmlns:p14="http://schemas.microsoft.com/office/powerpoint/2010/main" val="26352541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Level of vertices and height of Trees</a:t>
            </a:r>
          </a:p>
        </p:txBody>
      </p:sp>
      <p:sp>
        <p:nvSpPr>
          <p:cNvPr id="4" name="Content Placeholder 2">
            <a:extLst>
              <a:ext uri="{FF2B5EF4-FFF2-40B4-BE49-F238E27FC236}">
                <a16:creationId xmlns:a16="http://schemas.microsoft.com/office/drawing/2014/main" id="{DD0B4DC2-A692-418D-B61F-59D9CFD48779}"/>
              </a:ext>
            </a:extLst>
          </p:cNvPr>
          <p:cNvSpPr txBox="1">
            <a:spLocks/>
          </p:cNvSpPr>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0" fontAlgn="base" latinLnBrk="0" hangingPunct="0">
              <a:lnSpc>
                <a:spcPct val="100000"/>
              </a:lnSpc>
              <a:spcBef>
                <a:spcPct val="20000"/>
              </a:spcBef>
              <a:spcAft>
                <a:spcPct val="0"/>
              </a:spcAft>
              <a:buClrTx/>
              <a:buSzTx/>
              <a:buFont typeface="Arial" charset="0"/>
              <a:buChar char="•"/>
              <a:tabLst/>
              <a:defRPr/>
            </a:pPr>
            <a:r>
              <a:rPr kumimoji="0" lang="en-US" sz="2800" b="0" i="0" u="none" strike="noStrike" kern="1200" cap="none" spc="0" normalizeH="0" baseline="0" noProof="0">
                <a:ln>
                  <a:noFill/>
                </a:ln>
                <a:solidFill>
                  <a:sysClr val="windowText" lastClr="000000"/>
                </a:solidFill>
                <a:effectLst/>
                <a:uLnTx/>
                <a:uFillTx/>
                <a:latin typeface="Calibri"/>
                <a:ea typeface="+mn-ea"/>
                <a:cs typeface="+mn-cs"/>
              </a:rPr>
              <a:t>When working with trees, we often want to have rooted trees where the subtrees at each vertex contain paths of approximately the same length.</a:t>
            </a:r>
          </a:p>
          <a:p>
            <a:pPr marL="342900" marR="0" lvl="0" indent="-342900" algn="l" defTabSz="914400" rtl="0" eaLnBrk="0" fontAlgn="base" latinLnBrk="0" hangingPunct="0">
              <a:lnSpc>
                <a:spcPct val="100000"/>
              </a:lnSpc>
              <a:spcBef>
                <a:spcPct val="20000"/>
              </a:spcBef>
              <a:spcAft>
                <a:spcPct val="0"/>
              </a:spcAft>
              <a:buClrTx/>
              <a:buSzTx/>
              <a:buFont typeface="Arial" charset="0"/>
              <a:buChar char="•"/>
              <a:tabLst/>
              <a:defRPr/>
            </a:pPr>
            <a:r>
              <a:rPr kumimoji="0" lang="en-US" sz="2800" b="0" i="0" u="none" strike="noStrike" kern="1200" cap="none" spc="0" normalizeH="0" baseline="0" noProof="0">
                <a:ln>
                  <a:noFill/>
                </a:ln>
                <a:solidFill>
                  <a:sysClr val="windowText" lastClr="000000"/>
                </a:solidFill>
                <a:effectLst/>
                <a:uLnTx/>
                <a:uFillTx/>
                <a:latin typeface="Calibri"/>
                <a:ea typeface="+mn-ea"/>
                <a:cs typeface="+mn-cs"/>
              </a:rPr>
              <a:t>To make this idea precise we need some definitions:</a:t>
            </a:r>
          </a:p>
          <a:p>
            <a:pPr marL="742950" marR="0" lvl="1" indent="-285750" algn="l" defTabSz="914400" rtl="0" eaLnBrk="0" fontAlgn="base" latinLnBrk="0" hangingPunct="0">
              <a:lnSpc>
                <a:spcPct val="100000"/>
              </a:lnSpc>
              <a:spcBef>
                <a:spcPct val="20000"/>
              </a:spcBef>
              <a:spcAft>
                <a:spcPct val="0"/>
              </a:spcAft>
              <a:buClrTx/>
              <a:buSzTx/>
              <a:buFont typeface="Arial" charset="0"/>
              <a:buChar char="–"/>
              <a:tabLst/>
              <a:defRPr/>
            </a:pPr>
            <a:r>
              <a:rPr kumimoji="0" lang="en-US" sz="2800" b="0" i="0" u="none" strike="noStrike" kern="1200" cap="none" spc="0" normalizeH="0" baseline="0" noProof="0">
                <a:ln>
                  <a:noFill/>
                </a:ln>
                <a:solidFill>
                  <a:sysClr val="windowText" lastClr="000000"/>
                </a:solidFill>
                <a:effectLst/>
                <a:uLnTx/>
                <a:uFillTx/>
                <a:latin typeface="Calibri"/>
                <a:ea typeface="+mn-ea"/>
                <a:cs typeface="+mn-cs"/>
              </a:rPr>
              <a:t>The </a:t>
            </a:r>
            <a:r>
              <a:rPr kumimoji="0" lang="en-US" sz="2800" b="1" i="1" u="none" strike="noStrike" kern="1200" cap="none" spc="0" normalizeH="0" baseline="0" noProof="0">
                <a:ln>
                  <a:noFill/>
                </a:ln>
                <a:solidFill>
                  <a:sysClr val="windowText" lastClr="000000"/>
                </a:solidFill>
                <a:effectLst/>
                <a:uLnTx/>
                <a:uFillTx/>
                <a:latin typeface="Calibri"/>
                <a:ea typeface="+mn-ea"/>
                <a:cs typeface="+mn-cs"/>
              </a:rPr>
              <a:t>level</a:t>
            </a:r>
            <a:r>
              <a:rPr kumimoji="0" lang="en-US" sz="2800" b="0" i="0" u="none" strike="noStrike" kern="1200" cap="none" spc="0" normalizeH="0" baseline="0" noProof="0">
                <a:ln>
                  <a:noFill/>
                </a:ln>
                <a:solidFill>
                  <a:sysClr val="windowText" lastClr="000000"/>
                </a:solidFill>
                <a:effectLst/>
                <a:uLnTx/>
                <a:uFillTx/>
                <a:latin typeface="Calibri"/>
                <a:ea typeface="+mn-ea"/>
                <a:cs typeface="+mn-cs"/>
              </a:rPr>
              <a:t> of a </a:t>
            </a:r>
            <a:r>
              <a:rPr kumimoji="0" lang="en-US" sz="2800" b="1" i="0" u="none" strike="noStrike" kern="1200" cap="none" spc="0" normalizeH="0" baseline="0" noProof="0">
                <a:ln>
                  <a:noFill/>
                </a:ln>
                <a:solidFill>
                  <a:sysClr val="windowText" lastClr="000000"/>
                </a:solidFill>
                <a:effectLst/>
                <a:uLnTx/>
                <a:uFillTx/>
                <a:latin typeface="Calibri"/>
                <a:ea typeface="+mn-ea"/>
                <a:cs typeface="+mn-cs"/>
              </a:rPr>
              <a:t>vertex </a:t>
            </a:r>
            <a:r>
              <a:rPr kumimoji="0" lang="en-US" sz="2800" b="1" i="1" u="none" strike="noStrike" kern="1200" cap="none" spc="0" normalizeH="0" baseline="0" noProof="0">
                <a:ln>
                  <a:noFill/>
                </a:ln>
                <a:solidFill>
                  <a:sysClr val="windowText" lastClr="000000"/>
                </a:solidFill>
                <a:effectLst/>
                <a:uLnTx/>
                <a:uFillTx/>
                <a:latin typeface="Calibri"/>
                <a:ea typeface="+mn-ea"/>
                <a:cs typeface="+mn-cs"/>
              </a:rPr>
              <a:t>v</a:t>
            </a:r>
            <a:r>
              <a:rPr kumimoji="0" lang="en-US" sz="2800" b="0" i="0" u="none" strike="noStrike" kern="1200" cap="none" spc="0" normalizeH="0" baseline="0" noProof="0">
                <a:ln>
                  <a:noFill/>
                </a:ln>
                <a:solidFill>
                  <a:sysClr val="windowText" lastClr="000000"/>
                </a:solidFill>
                <a:effectLst/>
                <a:uLnTx/>
                <a:uFillTx/>
                <a:latin typeface="Calibri"/>
                <a:ea typeface="+mn-ea"/>
                <a:cs typeface="+mn-cs"/>
              </a:rPr>
              <a:t> in a rooted tree is the </a:t>
            </a:r>
            <a:r>
              <a:rPr kumimoji="0" lang="en-US" sz="2800" b="1" i="0" u="none" strike="noStrike" kern="1200" cap="none" spc="0" normalizeH="0" baseline="0" noProof="0">
                <a:ln>
                  <a:noFill/>
                </a:ln>
                <a:solidFill>
                  <a:sysClr val="windowText" lastClr="000000"/>
                </a:solidFill>
                <a:effectLst/>
                <a:uLnTx/>
                <a:uFillTx/>
                <a:latin typeface="Calibri"/>
                <a:ea typeface="+mn-ea"/>
                <a:cs typeface="+mn-cs"/>
              </a:rPr>
              <a:t>length of the unique path from the root to this vertex</a:t>
            </a:r>
            <a:r>
              <a:rPr kumimoji="0" lang="en-US" sz="2800" b="0" i="0" u="none" strike="noStrike" kern="1200" cap="none" spc="0" normalizeH="0" baseline="0" noProof="0">
                <a:ln>
                  <a:noFill/>
                </a:ln>
                <a:solidFill>
                  <a:sysClr val="windowText" lastClr="000000"/>
                </a:solidFill>
                <a:effectLst/>
                <a:uLnTx/>
                <a:uFillTx/>
                <a:latin typeface="Calibri"/>
                <a:ea typeface="+mn-ea"/>
                <a:cs typeface="+mn-cs"/>
              </a:rPr>
              <a:t>.  </a:t>
            </a:r>
          </a:p>
          <a:p>
            <a:pPr marL="742950" marR="0" lvl="1" indent="-285750" algn="l" defTabSz="914400" rtl="0" eaLnBrk="0" fontAlgn="base" latinLnBrk="0" hangingPunct="0">
              <a:lnSpc>
                <a:spcPct val="100000"/>
              </a:lnSpc>
              <a:spcBef>
                <a:spcPct val="20000"/>
              </a:spcBef>
              <a:spcAft>
                <a:spcPct val="0"/>
              </a:spcAft>
              <a:buClrTx/>
              <a:buSzTx/>
              <a:buFont typeface="Arial" charset="0"/>
              <a:buChar char="–"/>
              <a:tabLst/>
              <a:defRPr/>
            </a:pPr>
            <a:r>
              <a:rPr kumimoji="0" lang="en-US" sz="2800" b="0" i="0" u="none" strike="noStrike" kern="1200" cap="none" spc="0" normalizeH="0" baseline="0" noProof="0">
                <a:ln>
                  <a:noFill/>
                </a:ln>
                <a:solidFill>
                  <a:sysClr val="windowText" lastClr="000000"/>
                </a:solidFill>
                <a:effectLst/>
                <a:uLnTx/>
                <a:uFillTx/>
                <a:latin typeface="Calibri"/>
                <a:ea typeface="+mn-ea"/>
                <a:cs typeface="+mn-cs"/>
              </a:rPr>
              <a:t>The </a:t>
            </a:r>
            <a:r>
              <a:rPr kumimoji="0" lang="en-US" sz="2800" b="1" i="1" u="none" strike="noStrike" kern="1200" cap="none" spc="0" normalizeH="0" baseline="0" noProof="0">
                <a:ln>
                  <a:noFill/>
                </a:ln>
                <a:solidFill>
                  <a:sysClr val="windowText" lastClr="000000"/>
                </a:solidFill>
                <a:effectLst/>
                <a:uLnTx/>
                <a:uFillTx/>
                <a:latin typeface="Calibri"/>
                <a:ea typeface="+mn-ea"/>
                <a:cs typeface="+mn-cs"/>
              </a:rPr>
              <a:t>height</a:t>
            </a:r>
            <a:r>
              <a:rPr kumimoji="0" lang="en-US" sz="2800" b="0" i="0" u="none" strike="noStrike" kern="1200" cap="none" spc="0" normalizeH="0" baseline="0" noProof="0">
                <a:ln>
                  <a:noFill/>
                </a:ln>
                <a:solidFill>
                  <a:sysClr val="windowText" lastClr="000000"/>
                </a:solidFill>
                <a:effectLst/>
                <a:uLnTx/>
                <a:uFillTx/>
                <a:latin typeface="Calibri"/>
                <a:ea typeface="+mn-ea"/>
                <a:cs typeface="+mn-cs"/>
              </a:rPr>
              <a:t> of a rooted tree is the </a:t>
            </a:r>
            <a:r>
              <a:rPr kumimoji="0" lang="en-US" sz="2800" b="1" i="0" u="none" strike="noStrike" kern="1200" cap="none" spc="0" normalizeH="0" baseline="0" noProof="0">
                <a:ln>
                  <a:noFill/>
                </a:ln>
                <a:solidFill>
                  <a:sysClr val="windowText" lastClr="000000"/>
                </a:solidFill>
                <a:effectLst/>
                <a:uLnTx/>
                <a:uFillTx/>
                <a:latin typeface="Calibri"/>
                <a:ea typeface="+mn-ea"/>
                <a:cs typeface="+mn-cs"/>
              </a:rPr>
              <a:t>maximum of the levels</a:t>
            </a:r>
            <a:r>
              <a:rPr kumimoji="0" lang="en-US" sz="2800" b="0" i="0" u="none" strike="noStrike" kern="1200" cap="none" spc="0" normalizeH="0" baseline="0" noProof="0">
                <a:ln>
                  <a:noFill/>
                </a:ln>
                <a:solidFill>
                  <a:sysClr val="windowText" lastClr="000000"/>
                </a:solidFill>
                <a:effectLst/>
                <a:uLnTx/>
                <a:uFillTx/>
                <a:latin typeface="Calibri"/>
                <a:ea typeface="+mn-ea"/>
                <a:cs typeface="+mn-cs"/>
              </a:rPr>
              <a:t> </a:t>
            </a:r>
            <a:r>
              <a:rPr kumimoji="0" lang="en-US" sz="2800" b="1" i="0" u="none" strike="noStrike" kern="1200" cap="none" spc="0" normalizeH="0" baseline="0" noProof="0">
                <a:ln>
                  <a:noFill/>
                </a:ln>
                <a:solidFill>
                  <a:sysClr val="windowText" lastClr="000000"/>
                </a:solidFill>
                <a:effectLst/>
                <a:uLnTx/>
                <a:uFillTx/>
                <a:latin typeface="Calibri"/>
                <a:ea typeface="+mn-ea"/>
                <a:cs typeface="+mn-cs"/>
              </a:rPr>
              <a:t>of the vertices. </a:t>
            </a:r>
            <a:endParaRPr kumimoji="0" lang="en-US" sz="2800" b="1" i="0" u="none" strike="noStrike" kern="1200" cap="none" spc="0" normalizeH="0" baseline="0" noProof="0" dirty="0">
              <a:ln>
                <a:noFill/>
              </a:ln>
              <a:solidFill>
                <a:sysClr val="windowText" lastClr="000000"/>
              </a:solidFill>
              <a:effectLst/>
              <a:uLnTx/>
              <a:uFillTx/>
              <a:latin typeface="Calibri"/>
              <a:ea typeface="+mn-ea"/>
              <a:cs typeface="+mn-cs"/>
            </a:endParaRPr>
          </a:p>
        </p:txBody>
      </p:sp>
    </p:spTree>
    <p:extLst>
      <p:ext uri="{BB962C8B-B14F-4D97-AF65-F5344CB8AC3E}">
        <p14:creationId xmlns:p14="http://schemas.microsoft.com/office/powerpoint/2010/main" val="8390581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Level of vertices and height of Trees</a:t>
            </a:r>
          </a:p>
        </p:txBody>
      </p:sp>
      <p:sp>
        <p:nvSpPr>
          <p:cNvPr id="10" name="Content Placeholder 2">
            <a:extLst>
              <a:ext uri="{FF2B5EF4-FFF2-40B4-BE49-F238E27FC236}">
                <a16:creationId xmlns:a16="http://schemas.microsoft.com/office/drawing/2014/main" id="{FE5E3A19-C892-41D3-9AA3-EFC3F2FA5253}"/>
              </a:ext>
            </a:extLst>
          </p:cNvPr>
          <p:cNvSpPr txBox="1">
            <a:spLocks/>
          </p:cNvSpPr>
          <p:nvPr/>
        </p:nvSpPr>
        <p:spPr bwMode="auto">
          <a:xfrm>
            <a:off x="228600" y="1371600"/>
            <a:ext cx="8610600" cy="47545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0" algn="l" defTabSz="914400" rtl="0" eaLnBrk="0" fontAlgn="base" latinLnBrk="0" hangingPunct="0">
              <a:lnSpc>
                <a:spcPct val="100000"/>
              </a:lnSpc>
              <a:spcBef>
                <a:spcPct val="20000"/>
              </a:spcBef>
              <a:spcAft>
                <a:spcPct val="0"/>
              </a:spcAft>
              <a:buClrTx/>
              <a:buSzTx/>
              <a:buFont typeface="Arial" charset="0"/>
              <a:buNone/>
              <a:tabLst/>
              <a:defRPr/>
            </a:pPr>
            <a:r>
              <a:rPr kumimoji="0" lang="en-US" sz="2000" b="1" i="0" u="none" strike="noStrike" kern="1200" cap="none" spc="0" normalizeH="0" baseline="0" noProof="0">
                <a:ln>
                  <a:noFill/>
                </a:ln>
                <a:solidFill>
                  <a:srgbClr val="FF0000"/>
                </a:solidFill>
                <a:effectLst/>
                <a:uLnTx/>
                <a:uFillTx/>
                <a:latin typeface="Calibri"/>
                <a:ea typeface="+mn-ea"/>
                <a:cs typeface="+mn-cs"/>
              </a:rPr>
              <a:t>Example</a:t>
            </a:r>
            <a:r>
              <a:rPr kumimoji="0" lang="en-US" sz="2000" b="0" i="0" u="none" strike="noStrike" kern="1200" cap="none" spc="0" normalizeH="0" baseline="0" noProof="0">
                <a:ln>
                  <a:noFill/>
                </a:ln>
                <a:solidFill>
                  <a:srgbClr val="FF0000"/>
                </a:solidFill>
                <a:effectLst/>
                <a:uLnTx/>
                <a:uFillTx/>
                <a:latin typeface="Calibri"/>
                <a:ea typeface="+mn-ea"/>
                <a:cs typeface="+mn-cs"/>
              </a:rPr>
              <a:t>: </a:t>
            </a:r>
          </a:p>
          <a:p>
            <a:pPr marL="342900" marR="0" lvl="0" indent="0" algn="l" defTabSz="914400" rtl="0" eaLnBrk="0" fontAlgn="base" latinLnBrk="0" hangingPunct="0">
              <a:lnSpc>
                <a:spcPts val="1200"/>
              </a:lnSpc>
              <a:spcBef>
                <a:spcPct val="20000"/>
              </a:spcBef>
              <a:spcAft>
                <a:spcPct val="0"/>
              </a:spcAft>
              <a:buClrTx/>
              <a:buSzTx/>
              <a:buFont typeface="Arial" charset="0"/>
              <a:buNone/>
              <a:tabLst/>
              <a:defRPr/>
            </a:pPr>
            <a:r>
              <a:rPr kumimoji="0" lang="en-US" sz="2000" b="0" i="0" u="none" strike="noStrike" kern="1200" cap="none" spc="0" normalizeH="0" baseline="0" noProof="0">
                <a:ln>
                  <a:noFill/>
                </a:ln>
                <a:solidFill>
                  <a:sysClr val="windowText" lastClr="000000"/>
                </a:solidFill>
                <a:effectLst/>
                <a:uLnTx/>
                <a:uFillTx/>
                <a:latin typeface="Calibri"/>
                <a:ea typeface="+mn-ea"/>
                <a:cs typeface="+mn-cs"/>
              </a:rPr>
              <a:t>  </a:t>
            </a:r>
            <a:r>
              <a:rPr kumimoji="0" lang="en-US" sz="2000" b="0" i="0" u="none" strike="noStrike" kern="1200" cap="none" spc="0" normalizeH="0" baseline="0" noProof="0">
                <a:ln>
                  <a:noFill/>
                </a:ln>
                <a:solidFill>
                  <a:srgbClr val="FF0000"/>
                </a:solidFill>
                <a:effectLst/>
                <a:uLnTx/>
                <a:uFillTx/>
                <a:latin typeface="Calibri"/>
                <a:ea typeface="+mn-ea"/>
                <a:cs typeface="+mn-cs"/>
              </a:rPr>
              <a:t>(</a:t>
            </a:r>
            <a:r>
              <a:rPr kumimoji="0" lang="en-US" sz="2000" b="0" i="1" u="none" strike="noStrike" kern="1200" cap="none" spc="0" normalizeH="0" baseline="0" noProof="0">
                <a:ln>
                  <a:noFill/>
                </a:ln>
                <a:solidFill>
                  <a:srgbClr val="FF0000"/>
                </a:solidFill>
                <a:effectLst/>
                <a:uLnTx/>
                <a:uFillTx/>
                <a:latin typeface="Calibri"/>
                <a:ea typeface="+mn-ea"/>
                <a:cs typeface="+mn-cs"/>
              </a:rPr>
              <a:t>i</a:t>
            </a:r>
            <a:r>
              <a:rPr kumimoji="0" lang="en-US" sz="2000" b="0" i="0" u="none" strike="noStrike" kern="1200" cap="none" spc="0" normalizeH="0" baseline="0" noProof="0">
                <a:ln>
                  <a:noFill/>
                </a:ln>
                <a:solidFill>
                  <a:srgbClr val="FF0000"/>
                </a:solidFill>
                <a:effectLst/>
                <a:uLnTx/>
                <a:uFillTx/>
                <a:latin typeface="Calibri"/>
                <a:ea typeface="+mn-ea"/>
                <a:cs typeface="+mn-cs"/>
              </a:rPr>
              <a:t>)  Find the level of each vertex in </a:t>
            </a:r>
          </a:p>
          <a:p>
            <a:pPr marL="342900" marR="0" lvl="0" indent="0" algn="l" defTabSz="914400" rtl="0" eaLnBrk="0" fontAlgn="base" latinLnBrk="0" hangingPunct="0">
              <a:lnSpc>
                <a:spcPts val="1200"/>
              </a:lnSpc>
              <a:spcBef>
                <a:spcPct val="20000"/>
              </a:spcBef>
              <a:spcAft>
                <a:spcPct val="0"/>
              </a:spcAft>
              <a:buClrTx/>
              <a:buSzTx/>
              <a:buFont typeface="Arial" charset="0"/>
              <a:buNone/>
              <a:tabLst/>
              <a:defRPr/>
            </a:pPr>
            <a:r>
              <a:rPr kumimoji="0" lang="en-US" sz="2000" b="0" i="0" u="none" strike="noStrike" kern="1200" cap="none" spc="0" normalizeH="0" baseline="0" noProof="0">
                <a:ln>
                  <a:noFill/>
                </a:ln>
                <a:solidFill>
                  <a:srgbClr val="FF0000"/>
                </a:solidFill>
                <a:effectLst/>
                <a:uLnTx/>
                <a:uFillTx/>
                <a:latin typeface="Calibri"/>
                <a:ea typeface="+mn-ea"/>
                <a:cs typeface="+mn-cs"/>
              </a:rPr>
              <a:t>        the tree to the right.                        </a:t>
            </a:r>
          </a:p>
          <a:p>
            <a:pPr marL="342900" marR="0" lvl="0" indent="0" algn="l" defTabSz="914400" rtl="0" eaLnBrk="0" fontAlgn="base" latinLnBrk="0" hangingPunct="0">
              <a:lnSpc>
                <a:spcPct val="100000"/>
              </a:lnSpc>
              <a:spcBef>
                <a:spcPct val="20000"/>
              </a:spcBef>
              <a:spcAft>
                <a:spcPct val="0"/>
              </a:spcAft>
              <a:buClrTx/>
              <a:buSzTx/>
              <a:buFont typeface="Arial" charset="0"/>
              <a:buNone/>
              <a:tabLst/>
              <a:defRPr/>
            </a:pPr>
            <a:r>
              <a:rPr kumimoji="0" lang="en-US" sz="2000" b="0" i="0" u="none" strike="noStrike" kern="1200" cap="none" spc="0" normalizeH="0" baseline="0" noProof="0">
                <a:ln>
                  <a:noFill/>
                </a:ln>
                <a:solidFill>
                  <a:srgbClr val="FF0000"/>
                </a:solidFill>
                <a:effectLst/>
                <a:uLnTx/>
                <a:uFillTx/>
                <a:latin typeface="Calibri"/>
                <a:ea typeface="+mn-ea"/>
                <a:cs typeface="+mn-cs"/>
              </a:rPr>
              <a:t> (</a:t>
            </a:r>
            <a:r>
              <a:rPr kumimoji="0" lang="en-US" sz="2000" b="0" i="1" u="none" strike="noStrike" kern="1200" cap="none" spc="0" normalizeH="0" baseline="0" noProof="0">
                <a:ln>
                  <a:noFill/>
                </a:ln>
                <a:solidFill>
                  <a:srgbClr val="FF0000"/>
                </a:solidFill>
                <a:effectLst/>
                <a:uLnTx/>
                <a:uFillTx/>
                <a:latin typeface="Calibri"/>
                <a:ea typeface="+mn-ea"/>
                <a:cs typeface="+mn-cs"/>
              </a:rPr>
              <a:t>ii</a:t>
            </a:r>
            <a:r>
              <a:rPr kumimoji="0" lang="en-US" sz="2000" b="0" i="0" u="none" strike="noStrike" kern="1200" cap="none" spc="0" normalizeH="0" baseline="0" noProof="0">
                <a:ln>
                  <a:noFill/>
                </a:ln>
                <a:solidFill>
                  <a:srgbClr val="FF0000"/>
                </a:solidFill>
                <a:effectLst/>
                <a:uLnTx/>
                <a:uFillTx/>
                <a:latin typeface="Calibri"/>
                <a:ea typeface="+mn-ea"/>
                <a:cs typeface="+mn-cs"/>
              </a:rPr>
              <a:t>)  What is the height of the tree?</a:t>
            </a:r>
          </a:p>
          <a:p>
            <a:pPr marL="342900" marR="0" lvl="0" indent="0" algn="l" defTabSz="914400" rtl="0" eaLnBrk="0" fontAlgn="base" latinLnBrk="0" hangingPunct="0">
              <a:lnSpc>
                <a:spcPct val="100000"/>
              </a:lnSpc>
              <a:spcBef>
                <a:spcPct val="20000"/>
              </a:spcBef>
              <a:spcAft>
                <a:spcPct val="0"/>
              </a:spcAft>
              <a:buClrTx/>
              <a:buSzTx/>
              <a:buFont typeface="Arial" charset="0"/>
              <a:buNone/>
              <a:tabLst/>
              <a:defRPr/>
            </a:pPr>
            <a:endParaRPr kumimoji="0" lang="en-US"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0" algn="l" defTabSz="914400" rtl="0" eaLnBrk="0" fontAlgn="base" latinLnBrk="0" hangingPunct="0">
              <a:lnSpc>
                <a:spcPct val="100000"/>
              </a:lnSpc>
              <a:spcBef>
                <a:spcPct val="20000"/>
              </a:spcBef>
              <a:spcAft>
                <a:spcPct val="0"/>
              </a:spcAft>
              <a:buClrTx/>
              <a:buSzTx/>
              <a:buFont typeface="Arial" charset="0"/>
              <a:buNone/>
              <a:tabLst/>
              <a:defRPr/>
            </a:pPr>
            <a:endParaRPr kumimoji="0" lang="en-US"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0" algn="l" defTabSz="914400" rtl="0" eaLnBrk="0" fontAlgn="base" latinLnBrk="0" hangingPunct="0">
              <a:lnSpc>
                <a:spcPct val="100000"/>
              </a:lnSpc>
              <a:spcBef>
                <a:spcPct val="20000"/>
              </a:spcBef>
              <a:spcAft>
                <a:spcPct val="0"/>
              </a:spcAft>
              <a:buClrTx/>
              <a:buSzTx/>
              <a:buFont typeface="Arial" charset="0"/>
              <a:buNone/>
              <a:tabLst/>
              <a:defRPr/>
            </a:pPr>
            <a:endParaRPr kumimoji="0" lang="en-US"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0" algn="l" defTabSz="914400" rtl="0" eaLnBrk="0" fontAlgn="base" latinLnBrk="0" hangingPunct="0">
              <a:lnSpc>
                <a:spcPts val="1700"/>
              </a:lnSpc>
              <a:spcBef>
                <a:spcPct val="20000"/>
              </a:spcBef>
              <a:spcAft>
                <a:spcPct val="0"/>
              </a:spcAft>
              <a:buClrTx/>
              <a:buSzTx/>
              <a:buFont typeface="Arial" charset="0"/>
              <a:buNone/>
              <a:tabLst/>
              <a:defRPr/>
            </a:pPr>
            <a:endParaRPr kumimoji="0" lang="en-US" sz="2000" b="1" i="0" u="none" strike="noStrike" kern="1200" cap="none" spc="0" normalizeH="0" baseline="0" noProof="0">
              <a:ln>
                <a:noFill/>
              </a:ln>
              <a:solidFill>
                <a:srgbClr val="0000FF"/>
              </a:solidFill>
              <a:effectLst/>
              <a:uLnTx/>
              <a:uFillTx/>
              <a:latin typeface="Calibri"/>
              <a:ea typeface="+mn-ea"/>
              <a:cs typeface="+mn-cs"/>
            </a:endParaRPr>
          </a:p>
          <a:p>
            <a:pPr marL="342900" marR="0" lvl="0" indent="0" algn="l" defTabSz="914400" rtl="0" eaLnBrk="0" fontAlgn="base" latinLnBrk="0" hangingPunct="0">
              <a:lnSpc>
                <a:spcPts val="1700"/>
              </a:lnSpc>
              <a:spcBef>
                <a:spcPct val="20000"/>
              </a:spcBef>
              <a:spcAft>
                <a:spcPct val="0"/>
              </a:spcAft>
              <a:buClrTx/>
              <a:buSzTx/>
              <a:buFont typeface="Arial" charset="0"/>
              <a:buNone/>
              <a:tabLst/>
              <a:defRPr/>
            </a:pPr>
            <a:r>
              <a:rPr kumimoji="0" lang="en-US" sz="2000" b="1" i="0" u="none" strike="noStrike" kern="1200" cap="none" spc="0" normalizeH="0" baseline="0" noProof="0">
                <a:ln>
                  <a:noFill/>
                </a:ln>
                <a:solidFill>
                  <a:srgbClr val="0000FF"/>
                </a:solidFill>
                <a:effectLst/>
                <a:uLnTx/>
                <a:uFillTx/>
                <a:latin typeface="Calibri"/>
                <a:ea typeface="+mn-ea"/>
                <a:cs typeface="+mn-cs"/>
              </a:rPr>
              <a:t>Solution</a:t>
            </a:r>
            <a:r>
              <a:rPr kumimoji="0" lang="en-US" sz="2000" b="0" i="0" u="none" strike="noStrike" kern="1200" cap="none" spc="0" normalizeH="0" baseline="0" noProof="0">
                <a:ln>
                  <a:noFill/>
                </a:ln>
                <a:solidFill>
                  <a:sysClr val="windowText" lastClr="000000"/>
                </a:solidFill>
                <a:effectLst/>
                <a:uLnTx/>
                <a:uFillTx/>
                <a:latin typeface="Calibri"/>
                <a:ea typeface="+mn-ea"/>
                <a:cs typeface="+mn-cs"/>
              </a:rPr>
              <a:t>: </a:t>
            </a:r>
          </a:p>
          <a:p>
            <a:pPr marL="342900" marR="0" lvl="0" indent="0" algn="l" defTabSz="914400" rtl="0" eaLnBrk="0" fontAlgn="base" latinLnBrk="0" hangingPunct="0">
              <a:lnSpc>
                <a:spcPts val="1700"/>
              </a:lnSpc>
              <a:spcBef>
                <a:spcPct val="20000"/>
              </a:spcBef>
              <a:spcAft>
                <a:spcPct val="0"/>
              </a:spcAft>
              <a:buClrTx/>
              <a:buSzTx/>
              <a:buFont typeface="Arial" charset="0"/>
              <a:buNone/>
              <a:tabLst/>
              <a:defRPr/>
            </a:pPr>
            <a:endParaRPr kumimoji="0" lang="en-US"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0" algn="l" defTabSz="914400" rtl="0" eaLnBrk="0" fontAlgn="base" latinLnBrk="0" hangingPunct="0">
              <a:lnSpc>
                <a:spcPts val="1200"/>
              </a:lnSpc>
              <a:spcBef>
                <a:spcPct val="20000"/>
              </a:spcBef>
              <a:spcAft>
                <a:spcPct val="0"/>
              </a:spcAft>
              <a:buClrTx/>
              <a:buSzTx/>
              <a:buFont typeface="Arial" charset="0"/>
              <a:buNone/>
              <a:tabLst/>
              <a:defRPr/>
            </a:pPr>
            <a:r>
              <a:rPr kumimoji="0" lang="en-US" sz="2000" b="0" i="0" u="none" strike="noStrike" kern="1200" cap="none" spc="0" normalizeH="0" baseline="0" noProof="0">
                <a:ln>
                  <a:noFill/>
                </a:ln>
                <a:solidFill>
                  <a:sysClr val="windowText" lastClr="000000"/>
                </a:solidFill>
                <a:effectLst/>
                <a:uLnTx/>
                <a:uFillTx/>
                <a:latin typeface="Calibri"/>
                <a:ea typeface="+mn-ea"/>
                <a:cs typeface="+mn-cs"/>
              </a:rPr>
              <a:t>  </a:t>
            </a:r>
            <a:r>
              <a:rPr kumimoji="0" lang="en-US" sz="2000" b="0" i="0" u="none" strike="noStrike" kern="1200" cap="none" spc="0" normalizeH="0" baseline="0" noProof="0">
                <a:ln>
                  <a:noFill/>
                </a:ln>
                <a:solidFill>
                  <a:srgbClr val="0000FF"/>
                </a:solidFill>
                <a:effectLst/>
                <a:uLnTx/>
                <a:uFillTx/>
                <a:latin typeface="Calibri"/>
                <a:ea typeface="+mn-ea"/>
                <a:cs typeface="+mn-cs"/>
              </a:rPr>
              <a:t> (</a:t>
            </a:r>
            <a:r>
              <a:rPr kumimoji="0" lang="en-US" sz="2000" b="0" i="1" u="none" strike="noStrike" kern="1200" cap="none" spc="0" normalizeH="0" baseline="0" noProof="0">
                <a:ln>
                  <a:noFill/>
                </a:ln>
                <a:solidFill>
                  <a:srgbClr val="0000FF"/>
                </a:solidFill>
                <a:effectLst/>
                <a:uLnTx/>
                <a:uFillTx/>
                <a:latin typeface="Calibri"/>
                <a:ea typeface="+mn-ea"/>
                <a:cs typeface="+mn-cs"/>
              </a:rPr>
              <a:t>i</a:t>
            </a:r>
            <a:r>
              <a:rPr kumimoji="0" lang="en-US" sz="2000" b="0" i="0" u="none" strike="noStrike" kern="1200" cap="none" spc="0" normalizeH="0" baseline="0" noProof="0">
                <a:ln>
                  <a:noFill/>
                </a:ln>
                <a:solidFill>
                  <a:srgbClr val="0000FF"/>
                </a:solidFill>
                <a:effectLst/>
                <a:uLnTx/>
                <a:uFillTx/>
                <a:latin typeface="Calibri"/>
                <a:ea typeface="+mn-ea"/>
                <a:cs typeface="+mn-cs"/>
              </a:rPr>
              <a:t>)  The root </a:t>
            </a:r>
            <a:r>
              <a:rPr kumimoji="0" lang="en-US" sz="2000" b="0" i="1" u="none" strike="noStrike" kern="1200" cap="none" spc="0" normalizeH="0" baseline="0" noProof="0">
                <a:ln>
                  <a:noFill/>
                </a:ln>
                <a:solidFill>
                  <a:srgbClr val="0000FF"/>
                </a:solidFill>
                <a:effectLst/>
                <a:uLnTx/>
                <a:uFillTx/>
                <a:latin typeface="Calibri"/>
                <a:ea typeface="+mn-ea"/>
                <a:cs typeface="+mn-cs"/>
              </a:rPr>
              <a:t>a</a:t>
            </a:r>
            <a:r>
              <a:rPr kumimoji="0" lang="en-US" sz="2000" b="0" i="0" u="none" strike="noStrike" kern="1200" cap="none" spc="0" normalizeH="0" baseline="0" noProof="0">
                <a:ln>
                  <a:noFill/>
                </a:ln>
                <a:solidFill>
                  <a:srgbClr val="0000FF"/>
                </a:solidFill>
                <a:effectLst/>
                <a:uLnTx/>
                <a:uFillTx/>
                <a:latin typeface="Calibri"/>
                <a:ea typeface="+mn-ea"/>
                <a:cs typeface="+mn-cs"/>
              </a:rPr>
              <a:t> is at level </a:t>
            </a:r>
            <a:r>
              <a:rPr kumimoji="0" lang="en-US" sz="2000" b="0" i="0" u="none" strike="noStrike" kern="1200" cap="none" spc="0" normalizeH="0" baseline="0" noProof="0">
                <a:ln>
                  <a:noFill/>
                </a:ln>
                <a:solidFill>
                  <a:srgbClr val="0000FF"/>
                </a:solidFill>
                <a:effectLst/>
                <a:uLnTx/>
                <a:uFillTx/>
                <a:latin typeface="Calibri"/>
                <a:ea typeface="Cambria Math" pitchFamily="18" charset="0"/>
                <a:cs typeface="+mn-cs"/>
              </a:rPr>
              <a:t>0</a:t>
            </a:r>
            <a:r>
              <a:rPr kumimoji="0" lang="en-US" sz="2000" b="0" i="0" u="none" strike="noStrike" kern="1200" cap="none" spc="0" normalizeH="0" baseline="0" noProof="0">
                <a:ln>
                  <a:noFill/>
                </a:ln>
                <a:solidFill>
                  <a:srgbClr val="0000FF"/>
                </a:solidFill>
                <a:effectLst/>
                <a:uLnTx/>
                <a:uFillTx/>
                <a:latin typeface="Calibri"/>
                <a:ea typeface="+mn-ea"/>
                <a:cs typeface="+mn-cs"/>
              </a:rPr>
              <a:t>.  Vertices </a:t>
            </a:r>
            <a:r>
              <a:rPr kumimoji="0" lang="en-US" sz="2000" b="0" i="1" u="none" strike="noStrike" kern="1200" cap="none" spc="0" normalizeH="0" baseline="0" noProof="0">
                <a:ln>
                  <a:noFill/>
                </a:ln>
                <a:solidFill>
                  <a:srgbClr val="0000FF"/>
                </a:solidFill>
                <a:effectLst/>
                <a:uLnTx/>
                <a:uFillTx/>
                <a:latin typeface="Calibri"/>
                <a:ea typeface="+mn-ea"/>
                <a:cs typeface="+mn-cs"/>
              </a:rPr>
              <a:t>b</a:t>
            </a:r>
            <a:r>
              <a:rPr kumimoji="0" lang="en-US" sz="2000" b="0" i="0" u="none" strike="noStrike" kern="1200" cap="none" spc="0" normalizeH="0" baseline="0" noProof="0">
                <a:ln>
                  <a:noFill/>
                </a:ln>
                <a:solidFill>
                  <a:srgbClr val="0000FF"/>
                </a:solidFill>
                <a:effectLst/>
                <a:uLnTx/>
                <a:uFillTx/>
                <a:latin typeface="Calibri"/>
                <a:ea typeface="+mn-ea"/>
                <a:cs typeface="+mn-cs"/>
              </a:rPr>
              <a:t>, </a:t>
            </a:r>
            <a:r>
              <a:rPr kumimoji="0" lang="en-US" sz="2000" b="0" i="1" u="none" strike="noStrike" kern="1200" cap="none" spc="0" normalizeH="0" baseline="0" noProof="0">
                <a:ln>
                  <a:noFill/>
                </a:ln>
                <a:solidFill>
                  <a:srgbClr val="0000FF"/>
                </a:solidFill>
                <a:effectLst/>
                <a:uLnTx/>
                <a:uFillTx/>
                <a:latin typeface="Calibri"/>
                <a:ea typeface="+mn-ea"/>
                <a:cs typeface="+mn-cs"/>
              </a:rPr>
              <a:t>j</a:t>
            </a:r>
            <a:r>
              <a:rPr kumimoji="0" lang="en-US" sz="2000" b="0" i="0" u="none" strike="noStrike" kern="1200" cap="none" spc="0" normalizeH="0" baseline="0" noProof="0">
                <a:ln>
                  <a:noFill/>
                </a:ln>
                <a:solidFill>
                  <a:srgbClr val="0000FF"/>
                </a:solidFill>
                <a:effectLst/>
                <a:uLnTx/>
                <a:uFillTx/>
                <a:latin typeface="Calibri"/>
                <a:ea typeface="+mn-ea"/>
                <a:cs typeface="+mn-cs"/>
              </a:rPr>
              <a:t>, and </a:t>
            </a:r>
            <a:r>
              <a:rPr kumimoji="0" lang="en-US" sz="2000" b="0" i="1" u="none" strike="noStrike" kern="1200" cap="none" spc="0" normalizeH="0" baseline="0" noProof="0">
                <a:ln>
                  <a:noFill/>
                </a:ln>
                <a:solidFill>
                  <a:srgbClr val="0000FF"/>
                </a:solidFill>
                <a:effectLst/>
                <a:uLnTx/>
                <a:uFillTx/>
                <a:latin typeface="Calibri"/>
                <a:ea typeface="+mn-ea"/>
                <a:cs typeface="+mn-cs"/>
              </a:rPr>
              <a:t>k</a:t>
            </a:r>
            <a:r>
              <a:rPr kumimoji="0" lang="en-US" sz="2000" b="0" i="0" u="none" strike="noStrike" kern="1200" cap="none" spc="0" normalizeH="0" baseline="0" noProof="0">
                <a:ln>
                  <a:noFill/>
                </a:ln>
                <a:solidFill>
                  <a:srgbClr val="0000FF"/>
                </a:solidFill>
                <a:effectLst/>
                <a:uLnTx/>
                <a:uFillTx/>
                <a:latin typeface="Calibri"/>
                <a:ea typeface="+mn-ea"/>
                <a:cs typeface="+mn-cs"/>
              </a:rPr>
              <a:t> are at level </a:t>
            </a:r>
            <a:r>
              <a:rPr kumimoji="0" lang="en-US" sz="2000" b="0" i="0" u="none" strike="noStrike" kern="1200" cap="none" spc="0" normalizeH="0" baseline="0" noProof="0">
                <a:ln>
                  <a:noFill/>
                </a:ln>
                <a:solidFill>
                  <a:srgbClr val="0000FF"/>
                </a:solidFill>
                <a:effectLst/>
                <a:uLnTx/>
                <a:uFillTx/>
                <a:latin typeface="Calibri"/>
                <a:ea typeface="Cambria Math" pitchFamily="18" charset="0"/>
                <a:cs typeface="+mn-cs"/>
              </a:rPr>
              <a:t>1</a:t>
            </a:r>
            <a:r>
              <a:rPr kumimoji="0" lang="en-US" sz="2000" b="0" i="0" u="none" strike="noStrike" kern="1200" cap="none" spc="0" normalizeH="0" baseline="0" noProof="0">
                <a:ln>
                  <a:noFill/>
                </a:ln>
                <a:solidFill>
                  <a:srgbClr val="0000FF"/>
                </a:solidFill>
                <a:effectLst/>
                <a:uLnTx/>
                <a:uFillTx/>
                <a:latin typeface="Calibri"/>
                <a:ea typeface="+mn-ea"/>
                <a:cs typeface="+mn-cs"/>
              </a:rPr>
              <a:t>.  </a:t>
            </a:r>
          </a:p>
          <a:p>
            <a:pPr marL="342900" marR="0" lvl="0" indent="0" algn="l" defTabSz="914400" rtl="0" eaLnBrk="0" fontAlgn="base" latinLnBrk="0" hangingPunct="0">
              <a:lnSpc>
                <a:spcPts val="1200"/>
              </a:lnSpc>
              <a:spcBef>
                <a:spcPct val="20000"/>
              </a:spcBef>
              <a:spcAft>
                <a:spcPct val="0"/>
              </a:spcAft>
              <a:buClrTx/>
              <a:buSzTx/>
              <a:buFont typeface="Arial" charset="0"/>
              <a:buNone/>
              <a:tabLst/>
              <a:defRPr/>
            </a:pPr>
            <a:r>
              <a:rPr kumimoji="0" lang="en-US" sz="2000" b="0" i="0" u="none" strike="noStrike" kern="1200" cap="none" spc="0" normalizeH="0" baseline="0" noProof="0">
                <a:ln>
                  <a:noFill/>
                </a:ln>
                <a:solidFill>
                  <a:srgbClr val="0000FF"/>
                </a:solidFill>
                <a:effectLst/>
                <a:uLnTx/>
                <a:uFillTx/>
                <a:latin typeface="Calibri"/>
                <a:ea typeface="+mn-ea"/>
                <a:cs typeface="+mn-cs"/>
              </a:rPr>
              <a:t>         Vertices </a:t>
            </a:r>
            <a:r>
              <a:rPr kumimoji="0" lang="en-US" sz="2000" b="0" i="1" u="none" strike="noStrike" kern="1200" cap="none" spc="0" normalizeH="0" baseline="0" noProof="0">
                <a:ln>
                  <a:noFill/>
                </a:ln>
                <a:solidFill>
                  <a:srgbClr val="0000FF"/>
                </a:solidFill>
                <a:effectLst/>
                <a:uLnTx/>
                <a:uFillTx/>
                <a:latin typeface="Calibri"/>
                <a:ea typeface="+mn-ea"/>
                <a:cs typeface="+mn-cs"/>
              </a:rPr>
              <a:t>c</a:t>
            </a:r>
            <a:r>
              <a:rPr kumimoji="0" lang="en-US" sz="2000" b="0" i="0" u="none" strike="noStrike" kern="1200" cap="none" spc="0" normalizeH="0" baseline="0" noProof="0">
                <a:ln>
                  <a:noFill/>
                </a:ln>
                <a:solidFill>
                  <a:srgbClr val="0000FF"/>
                </a:solidFill>
                <a:effectLst/>
                <a:uLnTx/>
                <a:uFillTx/>
                <a:latin typeface="Calibri"/>
                <a:ea typeface="+mn-ea"/>
                <a:cs typeface="+mn-cs"/>
              </a:rPr>
              <a:t>, </a:t>
            </a:r>
            <a:r>
              <a:rPr kumimoji="0" lang="en-US" sz="2000" b="0" i="1" u="none" strike="noStrike" kern="1200" cap="none" spc="0" normalizeH="0" baseline="0" noProof="0">
                <a:ln>
                  <a:noFill/>
                </a:ln>
                <a:solidFill>
                  <a:srgbClr val="0000FF"/>
                </a:solidFill>
                <a:effectLst/>
                <a:uLnTx/>
                <a:uFillTx/>
                <a:latin typeface="Calibri"/>
                <a:ea typeface="+mn-ea"/>
                <a:cs typeface="+mn-cs"/>
              </a:rPr>
              <a:t>e</a:t>
            </a:r>
            <a:r>
              <a:rPr kumimoji="0" lang="en-US" sz="2000" b="0" i="0" u="none" strike="noStrike" kern="1200" cap="none" spc="0" normalizeH="0" baseline="0" noProof="0">
                <a:ln>
                  <a:noFill/>
                </a:ln>
                <a:solidFill>
                  <a:srgbClr val="0000FF"/>
                </a:solidFill>
                <a:effectLst/>
                <a:uLnTx/>
                <a:uFillTx/>
                <a:latin typeface="Calibri"/>
                <a:ea typeface="+mn-ea"/>
                <a:cs typeface="+mn-cs"/>
              </a:rPr>
              <a:t>, </a:t>
            </a:r>
            <a:r>
              <a:rPr kumimoji="0" lang="en-US" sz="2000" b="0" i="1" u="none" strike="noStrike" kern="1200" cap="none" spc="0" normalizeH="0" baseline="0" noProof="0">
                <a:ln>
                  <a:noFill/>
                </a:ln>
                <a:solidFill>
                  <a:srgbClr val="0000FF"/>
                </a:solidFill>
                <a:effectLst/>
                <a:uLnTx/>
                <a:uFillTx/>
                <a:latin typeface="Calibri"/>
                <a:ea typeface="+mn-ea"/>
                <a:cs typeface="+mn-cs"/>
              </a:rPr>
              <a:t>f</a:t>
            </a:r>
            <a:r>
              <a:rPr kumimoji="0" lang="en-US" sz="2000" b="0" i="0" u="none" strike="noStrike" kern="1200" cap="none" spc="0" normalizeH="0" baseline="0" noProof="0">
                <a:ln>
                  <a:noFill/>
                </a:ln>
                <a:solidFill>
                  <a:srgbClr val="0000FF"/>
                </a:solidFill>
                <a:effectLst/>
                <a:uLnTx/>
                <a:uFillTx/>
                <a:latin typeface="Calibri"/>
                <a:ea typeface="+mn-ea"/>
                <a:cs typeface="+mn-cs"/>
              </a:rPr>
              <a:t>, and </a:t>
            </a:r>
            <a:r>
              <a:rPr kumimoji="0" lang="en-US" sz="2000" b="0" i="1" u="none" strike="noStrike" kern="1200" cap="none" spc="0" normalizeH="0" baseline="0" noProof="0">
                <a:ln>
                  <a:noFill/>
                </a:ln>
                <a:solidFill>
                  <a:srgbClr val="0000FF"/>
                </a:solidFill>
                <a:effectLst/>
                <a:uLnTx/>
                <a:uFillTx/>
                <a:latin typeface="Calibri"/>
                <a:ea typeface="+mn-ea"/>
                <a:cs typeface="+mn-cs"/>
              </a:rPr>
              <a:t>l</a:t>
            </a:r>
            <a:r>
              <a:rPr kumimoji="0" lang="en-US" sz="2000" b="0" i="0" u="none" strike="noStrike" kern="1200" cap="none" spc="0" normalizeH="0" baseline="0" noProof="0">
                <a:ln>
                  <a:noFill/>
                </a:ln>
                <a:solidFill>
                  <a:srgbClr val="0000FF"/>
                </a:solidFill>
                <a:effectLst/>
                <a:uLnTx/>
                <a:uFillTx/>
                <a:latin typeface="Calibri"/>
                <a:ea typeface="+mn-ea"/>
                <a:cs typeface="+mn-cs"/>
              </a:rPr>
              <a:t> are at level </a:t>
            </a:r>
            <a:r>
              <a:rPr kumimoji="0" lang="en-US" sz="2000" b="0" i="0" u="none" strike="noStrike" kern="1200" cap="none" spc="0" normalizeH="0" baseline="0" noProof="0">
                <a:ln>
                  <a:noFill/>
                </a:ln>
                <a:solidFill>
                  <a:srgbClr val="0000FF"/>
                </a:solidFill>
                <a:effectLst/>
                <a:uLnTx/>
                <a:uFillTx/>
                <a:latin typeface="Calibri"/>
                <a:ea typeface="Cambria Math" pitchFamily="18" charset="0"/>
                <a:cs typeface="+mn-cs"/>
              </a:rPr>
              <a:t>2</a:t>
            </a:r>
            <a:r>
              <a:rPr kumimoji="0" lang="en-US" sz="2000" b="0" i="0" u="none" strike="noStrike" kern="1200" cap="none" spc="0" normalizeH="0" baseline="0" noProof="0">
                <a:ln>
                  <a:noFill/>
                </a:ln>
                <a:solidFill>
                  <a:srgbClr val="0000FF"/>
                </a:solidFill>
                <a:effectLst/>
                <a:uLnTx/>
                <a:uFillTx/>
                <a:latin typeface="Calibri"/>
                <a:ea typeface="+mn-ea"/>
                <a:cs typeface="+mn-cs"/>
              </a:rPr>
              <a:t>. Vertices </a:t>
            </a:r>
            <a:r>
              <a:rPr kumimoji="0" lang="en-US" sz="2000" b="0" i="1" u="none" strike="noStrike" kern="1200" cap="none" spc="0" normalizeH="0" baseline="0" noProof="0">
                <a:ln>
                  <a:noFill/>
                </a:ln>
                <a:solidFill>
                  <a:srgbClr val="0000FF"/>
                </a:solidFill>
                <a:effectLst/>
                <a:uLnTx/>
                <a:uFillTx/>
                <a:latin typeface="Calibri"/>
                <a:ea typeface="+mn-ea"/>
                <a:cs typeface="+mn-cs"/>
              </a:rPr>
              <a:t>d</a:t>
            </a:r>
            <a:r>
              <a:rPr kumimoji="0" lang="en-US" sz="2000" b="0" i="0" u="none" strike="noStrike" kern="1200" cap="none" spc="0" normalizeH="0" baseline="0" noProof="0">
                <a:ln>
                  <a:noFill/>
                </a:ln>
                <a:solidFill>
                  <a:srgbClr val="0000FF"/>
                </a:solidFill>
                <a:effectLst/>
                <a:uLnTx/>
                <a:uFillTx/>
                <a:latin typeface="Calibri"/>
                <a:ea typeface="+mn-ea"/>
                <a:cs typeface="+mn-cs"/>
              </a:rPr>
              <a:t>, </a:t>
            </a:r>
            <a:r>
              <a:rPr kumimoji="0" lang="en-US" sz="2000" b="0" i="1" u="none" strike="noStrike" kern="1200" cap="none" spc="0" normalizeH="0" baseline="0" noProof="0">
                <a:ln>
                  <a:noFill/>
                </a:ln>
                <a:solidFill>
                  <a:srgbClr val="0000FF"/>
                </a:solidFill>
                <a:effectLst/>
                <a:uLnTx/>
                <a:uFillTx/>
                <a:latin typeface="Calibri"/>
                <a:ea typeface="+mn-ea"/>
                <a:cs typeface="+mn-cs"/>
              </a:rPr>
              <a:t>g</a:t>
            </a:r>
            <a:r>
              <a:rPr kumimoji="0" lang="en-US" sz="2000" b="0" i="0" u="none" strike="noStrike" kern="1200" cap="none" spc="0" normalizeH="0" baseline="0" noProof="0">
                <a:ln>
                  <a:noFill/>
                </a:ln>
                <a:solidFill>
                  <a:srgbClr val="0000FF"/>
                </a:solidFill>
                <a:effectLst/>
                <a:uLnTx/>
                <a:uFillTx/>
                <a:latin typeface="Calibri"/>
                <a:ea typeface="+mn-ea"/>
                <a:cs typeface="+mn-cs"/>
              </a:rPr>
              <a:t>, </a:t>
            </a:r>
            <a:r>
              <a:rPr kumimoji="0" lang="en-US" sz="2000" b="0" i="1" u="none" strike="noStrike" kern="1200" cap="none" spc="0" normalizeH="0" baseline="0" noProof="0">
                <a:ln>
                  <a:noFill/>
                </a:ln>
                <a:solidFill>
                  <a:srgbClr val="0000FF"/>
                </a:solidFill>
                <a:effectLst/>
                <a:uLnTx/>
                <a:uFillTx/>
                <a:latin typeface="Calibri"/>
                <a:ea typeface="+mn-ea"/>
                <a:cs typeface="+mn-cs"/>
              </a:rPr>
              <a:t>i</a:t>
            </a:r>
            <a:r>
              <a:rPr kumimoji="0" lang="en-US" sz="2000" b="0" i="0" u="none" strike="noStrike" kern="1200" cap="none" spc="0" normalizeH="0" baseline="0" noProof="0">
                <a:ln>
                  <a:noFill/>
                </a:ln>
                <a:solidFill>
                  <a:srgbClr val="0000FF"/>
                </a:solidFill>
                <a:effectLst/>
                <a:uLnTx/>
                <a:uFillTx/>
                <a:latin typeface="Calibri"/>
                <a:ea typeface="+mn-ea"/>
                <a:cs typeface="+mn-cs"/>
              </a:rPr>
              <a:t>, </a:t>
            </a:r>
            <a:r>
              <a:rPr kumimoji="0" lang="en-US" sz="2000" b="0" i="1" u="none" strike="noStrike" kern="1200" cap="none" spc="0" normalizeH="0" baseline="0" noProof="0">
                <a:ln>
                  <a:noFill/>
                </a:ln>
                <a:solidFill>
                  <a:srgbClr val="0000FF"/>
                </a:solidFill>
                <a:effectLst/>
                <a:uLnTx/>
                <a:uFillTx/>
                <a:latin typeface="Calibri"/>
                <a:ea typeface="+mn-ea"/>
                <a:cs typeface="+mn-cs"/>
              </a:rPr>
              <a:t>m</a:t>
            </a:r>
            <a:r>
              <a:rPr kumimoji="0" lang="en-US" sz="2000" b="0" i="0" u="none" strike="noStrike" kern="1200" cap="none" spc="0" normalizeH="0" baseline="0" noProof="0">
                <a:ln>
                  <a:noFill/>
                </a:ln>
                <a:solidFill>
                  <a:srgbClr val="0000FF"/>
                </a:solidFill>
                <a:effectLst/>
                <a:uLnTx/>
                <a:uFillTx/>
                <a:latin typeface="Calibri"/>
                <a:ea typeface="+mn-ea"/>
                <a:cs typeface="+mn-cs"/>
              </a:rPr>
              <a:t>, and </a:t>
            </a:r>
            <a:r>
              <a:rPr kumimoji="0" lang="en-US" sz="2000" b="0" i="1" u="none" strike="noStrike" kern="1200" cap="none" spc="0" normalizeH="0" baseline="0" noProof="0">
                <a:ln>
                  <a:noFill/>
                </a:ln>
                <a:solidFill>
                  <a:srgbClr val="0000FF"/>
                </a:solidFill>
                <a:effectLst/>
                <a:uLnTx/>
                <a:uFillTx/>
                <a:latin typeface="Calibri"/>
                <a:ea typeface="+mn-ea"/>
                <a:cs typeface="+mn-cs"/>
              </a:rPr>
              <a:t>n</a:t>
            </a:r>
            <a:r>
              <a:rPr kumimoji="0" lang="en-US" sz="2000" b="0" i="0" u="none" strike="noStrike" kern="1200" cap="none" spc="0" normalizeH="0" baseline="0" noProof="0">
                <a:ln>
                  <a:noFill/>
                </a:ln>
                <a:solidFill>
                  <a:srgbClr val="0000FF"/>
                </a:solidFill>
                <a:effectLst/>
                <a:uLnTx/>
                <a:uFillTx/>
                <a:latin typeface="Calibri"/>
                <a:ea typeface="+mn-ea"/>
                <a:cs typeface="+mn-cs"/>
              </a:rPr>
              <a:t> are at level </a:t>
            </a:r>
            <a:r>
              <a:rPr kumimoji="0" lang="en-US" sz="2000" b="0" i="0" u="none" strike="noStrike" kern="1200" cap="none" spc="0" normalizeH="0" baseline="0" noProof="0">
                <a:ln>
                  <a:noFill/>
                </a:ln>
                <a:solidFill>
                  <a:srgbClr val="0000FF"/>
                </a:solidFill>
                <a:effectLst/>
                <a:uLnTx/>
                <a:uFillTx/>
                <a:latin typeface="Calibri"/>
                <a:ea typeface="Cambria Math" pitchFamily="18" charset="0"/>
                <a:cs typeface="+mn-cs"/>
              </a:rPr>
              <a:t>3</a:t>
            </a:r>
            <a:r>
              <a:rPr kumimoji="0" lang="en-US" sz="2000" b="0" i="0" u="none" strike="noStrike" kern="1200" cap="none" spc="0" normalizeH="0" baseline="0" noProof="0">
                <a:ln>
                  <a:noFill/>
                </a:ln>
                <a:solidFill>
                  <a:srgbClr val="0000FF"/>
                </a:solidFill>
                <a:effectLst/>
                <a:uLnTx/>
                <a:uFillTx/>
                <a:latin typeface="Calibri"/>
                <a:ea typeface="+mn-ea"/>
                <a:cs typeface="+mn-cs"/>
              </a:rPr>
              <a:t>. </a:t>
            </a:r>
          </a:p>
          <a:p>
            <a:pPr marL="342900" marR="0" lvl="0" indent="0" algn="l" defTabSz="914400" rtl="0" eaLnBrk="0" fontAlgn="base" latinLnBrk="0" hangingPunct="0">
              <a:lnSpc>
                <a:spcPts val="1200"/>
              </a:lnSpc>
              <a:spcBef>
                <a:spcPct val="20000"/>
              </a:spcBef>
              <a:spcAft>
                <a:spcPct val="0"/>
              </a:spcAft>
              <a:buClrTx/>
              <a:buSzTx/>
              <a:buFont typeface="Arial" charset="0"/>
              <a:buNone/>
              <a:tabLst/>
              <a:defRPr/>
            </a:pPr>
            <a:r>
              <a:rPr kumimoji="0" lang="en-US" sz="2000" b="0" i="0" u="none" strike="noStrike" kern="1200" cap="none" spc="0" normalizeH="0" baseline="0" noProof="0">
                <a:ln>
                  <a:noFill/>
                </a:ln>
                <a:solidFill>
                  <a:srgbClr val="0000FF"/>
                </a:solidFill>
                <a:effectLst/>
                <a:uLnTx/>
                <a:uFillTx/>
                <a:latin typeface="Calibri"/>
                <a:ea typeface="+mn-ea"/>
                <a:cs typeface="+mn-cs"/>
              </a:rPr>
              <a:t>         Vertex </a:t>
            </a:r>
            <a:r>
              <a:rPr kumimoji="0" lang="en-US" sz="2000" b="0" i="1" u="none" strike="noStrike" kern="1200" cap="none" spc="0" normalizeH="0" baseline="0" noProof="0">
                <a:ln>
                  <a:noFill/>
                </a:ln>
                <a:solidFill>
                  <a:srgbClr val="0000FF"/>
                </a:solidFill>
                <a:effectLst/>
                <a:uLnTx/>
                <a:uFillTx/>
                <a:latin typeface="Calibri"/>
                <a:ea typeface="+mn-ea"/>
                <a:cs typeface="+mn-cs"/>
              </a:rPr>
              <a:t>h</a:t>
            </a:r>
            <a:r>
              <a:rPr kumimoji="0" lang="en-US" sz="2000" b="0" i="0" u="none" strike="noStrike" kern="1200" cap="none" spc="0" normalizeH="0" baseline="0" noProof="0">
                <a:ln>
                  <a:noFill/>
                </a:ln>
                <a:solidFill>
                  <a:srgbClr val="0000FF"/>
                </a:solidFill>
                <a:effectLst/>
                <a:uLnTx/>
                <a:uFillTx/>
                <a:latin typeface="Calibri"/>
                <a:ea typeface="+mn-ea"/>
                <a:cs typeface="+mn-cs"/>
              </a:rPr>
              <a:t> is at level </a:t>
            </a:r>
            <a:r>
              <a:rPr kumimoji="0" lang="en-US" sz="2000" b="0" i="0" u="none" strike="noStrike" kern="1200" cap="none" spc="0" normalizeH="0" baseline="0" noProof="0">
                <a:ln>
                  <a:noFill/>
                </a:ln>
                <a:solidFill>
                  <a:srgbClr val="0000FF"/>
                </a:solidFill>
                <a:effectLst/>
                <a:uLnTx/>
                <a:uFillTx/>
                <a:latin typeface="Calibri"/>
                <a:ea typeface="Cambria Math" pitchFamily="18" charset="0"/>
                <a:cs typeface="+mn-cs"/>
              </a:rPr>
              <a:t>4</a:t>
            </a:r>
            <a:r>
              <a:rPr kumimoji="0" lang="en-US" sz="2000" b="0" i="0" u="none" strike="noStrike" kern="1200" cap="none" spc="0" normalizeH="0" baseline="0" noProof="0">
                <a:ln>
                  <a:noFill/>
                </a:ln>
                <a:solidFill>
                  <a:srgbClr val="0000FF"/>
                </a:solidFill>
                <a:effectLst/>
                <a:uLnTx/>
                <a:uFillTx/>
                <a:latin typeface="Calibri"/>
                <a:ea typeface="+mn-ea"/>
                <a:cs typeface="+mn-cs"/>
              </a:rPr>
              <a:t>. </a:t>
            </a:r>
          </a:p>
          <a:p>
            <a:pPr marL="342900" marR="0" lvl="0" indent="0" algn="l" defTabSz="914400" rtl="0" eaLnBrk="0" fontAlgn="base" latinLnBrk="0" hangingPunct="0">
              <a:lnSpc>
                <a:spcPts val="1700"/>
              </a:lnSpc>
              <a:spcBef>
                <a:spcPct val="20000"/>
              </a:spcBef>
              <a:spcAft>
                <a:spcPct val="0"/>
              </a:spcAft>
              <a:buClrTx/>
              <a:buSzTx/>
              <a:buFont typeface="Arial" charset="0"/>
              <a:buNone/>
              <a:tabLst/>
              <a:defRPr/>
            </a:pPr>
            <a:r>
              <a:rPr kumimoji="0" lang="en-US" sz="2000" b="0" i="0" u="none" strike="noStrike" kern="1200" cap="none" spc="0" normalizeH="0" baseline="0" noProof="0">
                <a:ln>
                  <a:noFill/>
                </a:ln>
                <a:solidFill>
                  <a:srgbClr val="0000FF"/>
                </a:solidFill>
                <a:effectLst/>
                <a:uLnTx/>
                <a:uFillTx/>
                <a:latin typeface="Calibri"/>
                <a:ea typeface="+mn-ea"/>
                <a:cs typeface="+mn-cs"/>
              </a:rPr>
              <a:t>  (</a:t>
            </a:r>
            <a:r>
              <a:rPr kumimoji="0" lang="en-US" sz="2000" b="0" i="1" u="none" strike="noStrike" kern="1200" cap="none" spc="0" normalizeH="0" baseline="0" noProof="0">
                <a:ln>
                  <a:noFill/>
                </a:ln>
                <a:solidFill>
                  <a:srgbClr val="0000FF"/>
                </a:solidFill>
                <a:effectLst/>
                <a:uLnTx/>
                <a:uFillTx/>
                <a:latin typeface="Calibri"/>
                <a:ea typeface="+mn-ea"/>
                <a:cs typeface="+mn-cs"/>
              </a:rPr>
              <a:t>ii</a:t>
            </a:r>
            <a:r>
              <a:rPr kumimoji="0" lang="en-US" sz="2000" b="0" i="0" u="none" strike="noStrike" kern="1200" cap="none" spc="0" normalizeH="0" baseline="0" noProof="0">
                <a:ln>
                  <a:noFill/>
                </a:ln>
                <a:solidFill>
                  <a:srgbClr val="0000FF"/>
                </a:solidFill>
                <a:effectLst/>
                <a:uLnTx/>
                <a:uFillTx/>
                <a:latin typeface="Calibri"/>
                <a:ea typeface="+mn-ea"/>
                <a:cs typeface="+mn-cs"/>
              </a:rPr>
              <a:t>) The height is </a:t>
            </a:r>
            <a:r>
              <a:rPr kumimoji="0" lang="en-US" sz="2000" b="0" i="0" u="none" strike="noStrike" kern="1200" cap="none" spc="0" normalizeH="0" baseline="0" noProof="0">
                <a:ln>
                  <a:noFill/>
                </a:ln>
                <a:solidFill>
                  <a:srgbClr val="0000FF"/>
                </a:solidFill>
                <a:effectLst/>
                <a:uLnTx/>
                <a:uFillTx/>
                <a:latin typeface="Calibri"/>
                <a:ea typeface="Cambria Math" pitchFamily="18" charset="0"/>
                <a:cs typeface="+mn-cs"/>
              </a:rPr>
              <a:t>4</a:t>
            </a:r>
            <a:r>
              <a:rPr kumimoji="0" lang="en-US" sz="2000" b="0" i="0" u="none" strike="noStrike" kern="1200" cap="none" spc="0" normalizeH="0" baseline="0" noProof="0">
                <a:ln>
                  <a:noFill/>
                </a:ln>
                <a:solidFill>
                  <a:srgbClr val="0000FF"/>
                </a:solidFill>
                <a:effectLst/>
                <a:uLnTx/>
                <a:uFillTx/>
                <a:latin typeface="Calibri"/>
                <a:ea typeface="+mn-ea"/>
                <a:cs typeface="+mn-cs"/>
              </a:rPr>
              <a:t>, since </a:t>
            </a:r>
            <a:r>
              <a:rPr kumimoji="0" lang="en-US" sz="2000" b="0" i="0" u="none" strike="noStrike" kern="1200" cap="none" spc="0" normalizeH="0" baseline="0" noProof="0">
                <a:ln>
                  <a:noFill/>
                </a:ln>
                <a:solidFill>
                  <a:srgbClr val="0000FF"/>
                </a:solidFill>
                <a:effectLst/>
                <a:uLnTx/>
                <a:uFillTx/>
                <a:latin typeface="Calibri"/>
                <a:ea typeface="Cambria Math" pitchFamily="18" charset="0"/>
                <a:cs typeface="+mn-cs"/>
              </a:rPr>
              <a:t>4</a:t>
            </a:r>
            <a:r>
              <a:rPr kumimoji="0" lang="en-US" sz="2000" b="0" i="0" u="none" strike="noStrike" kern="1200" cap="none" spc="0" normalizeH="0" baseline="0" noProof="0">
                <a:ln>
                  <a:noFill/>
                </a:ln>
                <a:solidFill>
                  <a:srgbClr val="0000FF"/>
                </a:solidFill>
                <a:effectLst/>
                <a:uLnTx/>
                <a:uFillTx/>
                <a:latin typeface="Calibri"/>
                <a:ea typeface="+mn-ea"/>
                <a:cs typeface="+mn-cs"/>
              </a:rPr>
              <a:t> is the largest level of the vertices in this tree  </a:t>
            </a:r>
          </a:p>
          <a:p>
            <a:pPr marL="342900" marR="0" lvl="0" indent="0" algn="l" defTabSz="914400" rtl="0" eaLnBrk="0" fontAlgn="base" latinLnBrk="0" hangingPunct="0">
              <a:lnSpc>
                <a:spcPts val="1700"/>
              </a:lnSpc>
              <a:spcBef>
                <a:spcPct val="20000"/>
              </a:spcBef>
              <a:spcAft>
                <a:spcPct val="0"/>
              </a:spcAft>
              <a:buClrTx/>
              <a:buSzTx/>
              <a:buFont typeface="Arial" charset="0"/>
              <a:buNone/>
              <a:tabLst/>
              <a:defRPr/>
            </a:pPr>
            <a:r>
              <a:rPr kumimoji="0" lang="en-US" sz="2000" b="0" i="0" u="none" strike="noStrike" kern="1200" cap="none" spc="0" normalizeH="0" baseline="0" noProof="0">
                <a:ln>
                  <a:noFill/>
                </a:ln>
                <a:solidFill>
                  <a:srgbClr val="0000FF"/>
                </a:solidFill>
                <a:effectLst/>
                <a:uLnTx/>
                <a:uFillTx/>
                <a:latin typeface="Calibri"/>
                <a:ea typeface="+mn-ea"/>
                <a:cs typeface="+mn-cs"/>
              </a:rPr>
              <a:t>        (vertex h). </a:t>
            </a:r>
          </a:p>
          <a:p>
            <a:pPr marL="342900" marR="0" lvl="0" indent="-342900" algn="l" defTabSz="914400" rtl="0" eaLnBrk="0" fontAlgn="base" latinLnBrk="0" hangingPunct="0">
              <a:lnSpc>
                <a:spcPct val="100000"/>
              </a:lnSpc>
              <a:spcBef>
                <a:spcPct val="20000"/>
              </a:spcBef>
              <a:spcAft>
                <a:spcPct val="0"/>
              </a:spcAft>
              <a:buClrTx/>
              <a:buSzTx/>
              <a:buFont typeface="Arial" charset="0"/>
              <a:buChar char="•"/>
              <a:tabLst/>
              <a:defRPr/>
            </a:pPr>
            <a:endParaRPr kumimoji="0" lang="en-US" sz="2000" b="0" i="0" u="none" strike="noStrike" kern="1200" cap="none" spc="0" normalizeH="0" baseline="0" noProof="0" dirty="0">
              <a:ln>
                <a:noFill/>
              </a:ln>
              <a:solidFill>
                <a:sysClr val="windowText" lastClr="000000"/>
              </a:solidFill>
              <a:effectLst/>
              <a:uLnTx/>
              <a:uFillTx/>
              <a:latin typeface="Calibri"/>
              <a:ea typeface="+mn-ea"/>
              <a:cs typeface="+mn-cs"/>
            </a:endParaRPr>
          </a:p>
        </p:txBody>
      </p:sp>
      <p:pic>
        <p:nvPicPr>
          <p:cNvPr id="12" name="Picture 11">
            <a:extLst>
              <a:ext uri="{FF2B5EF4-FFF2-40B4-BE49-F238E27FC236}">
                <a16:creationId xmlns:a16="http://schemas.microsoft.com/office/drawing/2014/main" id="{78B675D6-12B4-4DC4-ADB5-2BBE0554CE47}"/>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5562600" y="1599676"/>
            <a:ext cx="1752600" cy="2210324"/>
          </a:xfrm>
          <a:prstGeom prst="rect">
            <a:avLst/>
          </a:prstGeom>
        </p:spPr>
      </p:pic>
    </p:spTree>
    <p:extLst>
      <p:ext uri="{BB962C8B-B14F-4D97-AF65-F5344CB8AC3E}">
        <p14:creationId xmlns:p14="http://schemas.microsoft.com/office/powerpoint/2010/main" val="29849174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Illustration of Level of vertices</a:t>
            </a:r>
          </a:p>
        </p:txBody>
      </p:sp>
      <p:grpSp>
        <p:nvGrpSpPr>
          <p:cNvPr id="41" name="Group 4">
            <a:extLst>
              <a:ext uri="{FF2B5EF4-FFF2-40B4-BE49-F238E27FC236}">
                <a16:creationId xmlns:a16="http://schemas.microsoft.com/office/drawing/2014/main" id="{4A55A844-D069-4274-9011-4E6318062AD1}"/>
              </a:ext>
            </a:extLst>
          </p:cNvPr>
          <p:cNvGrpSpPr>
            <a:grpSpLocks/>
          </p:cNvGrpSpPr>
          <p:nvPr/>
        </p:nvGrpSpPr>
        <p:grpSpPr bwMode="auto">
          <a:xfrm>
            <a:off x="5181600" y="3352800"/>
            <a:ext cx="2286000" cy="2590800"/>
            <a:chOff x="3072" y="528"/>
            <a:chExt cx="1440" cy="1632"/>
          </a:xfrm>
        </p:grpSpPr>
        <p:sp>
          <p:nvSpPr>
            <p:cNvPr id="42" name="Oval 5">
              <a:extLst>
                <a:ext uri="{FF2B5EF4-FFF2-40B4-BE49-F238E27FC236}">
                  <a16:creationId xmlns:a16="http://schemas.microsoft.com/office/drawing/2014/main" id="{03C17E61-E407-4B6F-BFE5-0A57D91710B6}"/>
                </a:ext>
              </a:extLst>
            </p:cNvPr>
            <p:cNvSpPr>
              <a:spLocks noChangeArrowheads="1"/>
            </p:cNvSpPr>
            <p:nvPr/>
          </p:nvSpPr>
          <p:spPr bwMode="auto">
            <a:xfrm>
              <a:off x="3984" y="528"/>
              <a:ext cx="96" cy="96"/>
            </a:xfrm>
            <a:prstGeom prst="ellipse">
              <a:avLst/>
            </a:prstGeom>
            <a:solidFill>
              <a:sysClr val="windowText" lastClr="000000"/>
            </a:solidFill>
            <a:ln w="9525">
              <a:solidFill>
                <a:sysClr val="windowText" lastClr="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cs typeface="Arial" charset="0"/>
              </a:endParaRPr>
            </a:p>
          </p:txBody>
        </p:sp>
        <p:sp>
          <p:nvSpPr>
            <p:cNvPr id="43" name="Oval 6">
              <a:extLst>
                <a:ext uri="{FF2B5EF4-FFF2-40B4-BE49-F238E27FC236}">
                  <a16:creationId xmlns:a16="http://schemas.microsoft.com/office/drawing/2014/main" id="{131AFC83-9518-4C8C-990F-7A025F86017E}"/>
                </a:ext>
              </a:extLst>
            </p:cNvPr>
            <p:cNvSpPr>
              <a:spLocks noChangeArrowheads="1"/>
            </p:cNvSpPr>
            <p:nvPr/>
          </p:nvSpPr>
          <p:spPr bwMode="auto">
            <a:xfrm>
              <a:off x="3600" y="960"/>
              <a:ext cx="96" cy="96"/>
            </a:xfrm>
            <a:prstGeom prst="ellipse">
              <a:avLst/>
            </a:prstGeom>
            <a:solidFill>
              <a:sysClr val="windowText" lastClr="000000"/>
            </a:solidFill>
            <a:ln w="9525">
              <a:solidFill>
                <a:sysClr val="windowText" lastClr="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cs typeface="Arial" charset="0"/>
              </a:endParaRPr>
            </a:p>
          </p:txBody>
        </p:sp>
        <p:sp>
          <p:nvSpPr>
            <p:cNvPr id="44" name="Oval 7">
              <a:extLst>
                <a:ext uri="{FF2B5EF4-FFF2-40B4-BE49-F238E27FC236}">
                  <a16:creationId xmlns:a16="http://schemas.microsoft.com/office/drawing/2014/main" id="{583A7F86-DF57-4518-86F7-D2A506AE53EC}"/>
                </a:ext>
              </a:extLst>
            </p:cNvPr>
            <p:cNvSpPr>
              <a:spLocks noChangeArrowheads="1"/>
            </p:cNvSpPr>
            <p:nvPr/>
          </p:nvSpPr>
          <p:spPr bwMode="auto">
            <a:xfrm>
              <a:off x="4416" y="960"/>
              <a:ext cx="96" cy="96"/>
            </a:xfrm>
            <a:prstGeom prst="ellipse">
              <a:avLst/>
            </a:prstGeom>
            <a:solidFill>
              <a:sysClr val="windowText" lastClr="000000"/>
            </a:solidFill>
            <a:ln w="9525">
              <a:solidFill>
                <a:sysClr val="windowText" lastClr="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cs typeface="Arial" charset="0"/>
              </a:endParaRPr>
            </a:p>
          </p:txBody>
        </p:sp>
        <p:sp>
          <p:nvSpPr>
            <p:cNvPr id="45" name="Oval 8">
              <a:extLst>
                <a:ext uri="{FF2B5EF4-FFF2-40B4-BE49-F238E27FC236}">
                  <a16:creationId xmlns:a16="http://schemas.microsoft.com/office/drawing/2014/main" id="{C1C2A9D9-C84E-407B-A544-E53D2F4129B7}"/>
                </a:ext>
              </a:extLst>
            </p:cNvPr>
            <p:cNvSpPr>
              <a:spLocks noChangeArrowheads="1"/>
            </p:cNvSpPr>
            <p:nvPr/>
          </p:nvSpPr>
          <p:spPr bwMode="auto">
            <a:xfrm>
              <a:off x="3312" y="1536"/>
              <a:ext cx="96" cy="96"/>
            </a:xfrm>
            <a:prstGeom prst="ellipse">
              <a:avLst/>
            </a:prstGeom>
            <a:solidFill>
              <a:sysClr val="windowText" lastClr="000000"/>
            </a:solidFill>
            <a:ln w="9525">
              <a:solidFill>
                <a:sysClr val="windowText" lastClr="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cs typeface="Arial" charset="0"/>
              </a:endParaRPr>
            </a:p>
          </p:txBody>
        </p:sp>
        <p:sp>
          <p:nvSpPr>
            <p:cNvPr id="46" name="Oval 9">
              <a:extLst>
                <a:ext uri="{FF2B5EF4-FFF2-40B4-BE49-F238E27FC236}">
                  <a16:creationId xmlns:a16="http://schemas.microsoft.com/office/drawing/2014/main" id="{13FA486C-245E-4908-A1B1-B303280CDD34}"/>
                </a:ext>
              </a:extLst>
            </p:cNvPr>
            <p:cNvSpPr>
              <a:spLocks noChangeArrowheads="1"/>
            </p:cNvSpPr>
            <p:nvPr/>
          </p:nvSpPr>
          <p:spPr bwMode="auto">
            <a:xfrm>
              <a:off x="3888" y="1536"/>
              <a:ext cx="96" cy="96"/>
            </a:xfrm>
            <a:prstGeom prst="ellipse">
              <a:avLst/>
            </a:prstGeom>
            <a:solidFill>
              <a:sysClr val="windowText" lastClr="000000"/>
            </a:solidFill>
            <a:ln w="9525">
              <a:solidFill>
                <a:sysClr val="windowText" lastClr="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cs typeface="Arial" charset="0"/>
              </a:endParaRPr>
            </a:p>
          </p:txBody>
        </p:sp>
        <p:sp>
          <p:nvSpPr>
            <p:cNvPr id="47" name="Oval 10">
              <a:extLst>
                <a:ext uri="{FF2B5EF4-FFF2-40B4-BE49-F238E27FC236}">
                  <a16:creationId xmlns:a16="http://schemas.microsoft.com/office/drawing/2014/main" id="{BA521584-0547-4473-A1BA-2685CB5EBE75}"/>
                </a:ext>
              </a:extLst>
            </p:cNvPr>
            <p:cNvSpPr>
              <a:spLocks noChangeArrowheads="1"/>
            </p:cNvSpPr>
            <p:nvPr/>
          </p:nvSpPr>
          <p:spPr bwMode="auto">
            <a:xfrm>
              <a:off x="3072" y="2064"/>
              <a:ext cx="96" cy="96"/>
            </a:xfrm>
            <a:prstGeom prst="ellipse">
              <a:avLst/>
            </a:prstGeom>
            <a:solidFill>
              <a:sysClr val="windowText" lastClr="000000"/>
            </a:solidFill>
            <a:ln w="9525">
              <a:solidFill>
                <a:sysClr val="windowText" lastClr="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cs typeface="Arial" charset="0"/>
              </a:endParaRPr>
            </a:p>
          </p:txBody>
        </p:sp>
        <p:sp>
          <p:nvSpPr>
            <p:cNvPr id="48" name="Oval 11">
              <a:extLst>
                <a:ext uri="{FF2B5EF4-FFF2-40B4-BE49-F238E27FC236}">
                  <a16:creationId xmlns:a16="http://schemas.microsoft.com/office/drawing/2014/main" id="{34E059BD-126D-493A-9E62-5A7294EF5E35}"/>
                </a:ext>
              </a:extLst>
            </p:cNvPr>
            <p:cNvSpPr>
              <a:spLocks noChangeArrowheads="1"/>
            </p:cNvSpPr>
            <p:nvPr/>
          </p:nvSpPr>
          <p:spPr bwMode="auto">
            <a:xfrm>
              <a:off x="3504" y="2064"/>
              <a:ext cx="96" cy="96"/>
            </a:xfrm>
            <a:prstGeom prst="ellipse">
              <a:avLst/>
            </a:prstGeom>
            <a:solidFill>
              <a:sysClr val="windowText" lastClr="000000"/>
            </a:solidFill>
            <a:ln w="9525">
              <a:solidFill>
                <a:sysClr val="windowText" lastClr="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cs typeface="Arial" charset="0"/>
              </a:endParaRPr>
            </a:p>
          </p:txBody>
        </p:sp>
        <p:sp>
          <p:nvSpPr>
            <p:cNvPr id="49" name="Line 12">
              <a:extLst>
                <a:ext uri="{FF2B5EF4-FFF2-40B4-BE49-F238E27FC236}">
                  <a16:creationId xmlns:a16="http://schemas.microsoft.com/office/drawing/2014/main" id="{7956E036-77B9-426F-87F9-2DDE97BA631D}"/>
                </a:ext>
              </a:extLst>
            </p:cNvPr>
            <p:cNvSpPr>
              <a:spLocks noChangeShapeType="1"/>
            </p:cNvSpPr>
            <p:nvPr/>
          </p:nvSpPr>
          <p:spPr bwMode="auto">
            <a:xfrm flipH="1">
              <a:off x="3648" y="576"/>
              <a:ext cx="384" cy="432"/>
            </a:xfrm>
            <a:prstGeom prst="line">
              <a:avLst/>
            </a:prstGeom>
            <a:noFill/>
            <a:ln w="9525">
              <a:solidFill>
                <a:sysClr val="windowText" lastClr="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charset="0"/>
                <a:cs typeface="Arial" charset="0"/>
              </a:endParaRPr>
            </a:p>
          </p:txBody>
        </p:sp>
        <p:sp>
          <p:nvSpPr>
            <p:cNvPr id="50" name="Line 13">
              <a:extLst>
                <a:ext uri="{FF2B5EF4-FFF2-40B4-BE49-F238E27FC236}">
                  <a16:creationId xmlns:a16="http://schemas.microsoft.com/office/drawing/2014/main" id="{50B799C7-561C-46B6-9F70-1CDA14247741}"/>
                </a:ext>
              </a:extLst>
            </p:cNvPr>
            <p:cNvSpPr>
              <a:spLocks noChangeShapeType="1"/>
            </p:cNvSpPr>
            <p:nvPr/>
          </p:nvSpPr>
          <p:spPr bwMode="auto">
            <a:xfrm>
              <a:off x="4032" y="576"/>
              <a:ext cx="432" cy="432"/>
            </a:xfrm>
            <a:prstGeom prst="line">
              <a:avLst/>
            </a:prstGeom>
            <a:noFill/>
            <a:ln w="9525">
              <a:solidFill>
                <a:sysClr val="windowText" lastClr="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charset="0"/>
                <a:cs typeface="Arial" charset="0"/>
              </a:endParaRPr>
            </a:p>
          </p:txBody>
        </p:sp>
        <p:sp>
          <p:nvSpPr>
            <p:cNvPr id="51" name="Line 14">
              <a:extLst>
                <a:ext uri="{FF2B5EF4-FFF2-40B4-BE49-F238E27FC236}">
                  <a16:creationId xmlns:a16="http://schemas.microsoft.com/office/drawing/2014/main" id="{F19B8D60-7CBC-4DC0-9ACE-185CE3FDCB57}"/>
                </a:ext>
              </a:extLst>
            </p:cNvPr>
            <p:cNvSpPr>
              <a:spLocks noChangeShapeType="1"/>
            </p:cNvSpPr>
            <p:nvPr/>
          </p:nvSpPr>
          <p:spPr bwMode="auto">
            <a:xfrm flipH="1">
              <a:off x="3360" y="1008"/>
              <a:ext cx="288" cy="576"/>
            </a:xfrm>
            <a:prstGeom prst="line">
              <a:avLst/>
            </a:prstGeom>
            <a:noFill/>
            <a:ln w="9525">
              <a:solidFill>
                <a:sysClr val="windowText" lastClr="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charset="0"/>
                <a:cs typeface="Arial" charset="0"/>
              </a:endParaRPr>
            </a:p>
          </p:txBody>
        </p:sp>
        <p:sp>
          <p:nvSpPr>
            <p:cNvPr id="52" name="Line 15">
              <a:extLst>
                <a:ext uri="{FF2B5EF4-FFF2-40B4-BE49-F238E27FC236}">
                  <a16:creationId xmlns:a16="http://schemas.microsoft.com/office/drawing/2014/main" id="{2332E168-629A-43E5-9866-D5AAB42DF71E}"/>
                </a:ext>
              </a:extLst>
            </p:cNvPr>
            <p:cNvSpPr>
              <a:spLocks noChangeShapeType="1"/>
            </p:cNvSpPr>
            <p:nvPr/>
          </p:nvSpPr>
          <p:spPr bwMode="auto">
            <a:xfrm>
              <a:off x="3648" y="1008"/>
              <a:ext cx="336" cy="576"/>
            </a:xfrm>
            <a:prstGeom prst="line">
              <a:avLst/>
            </a:prstGeom>
            <a:noFill/>
            <a:ln w="9525">
              <a:solidFill>
                <a:sysClr val="windowText" lastClr="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charset="0"/>
                <a:cs typeface="Arial" charset="0"/>
              </a:endParaRPr>
            </a:p>
          </p:txBody>
        </p:sp>
        <p:sp>
          <p:nvSpPr>
            <p:cNvPr id="53" name="Line 16">
              <a:extLst>
                <a:ext uri="{FF2B5EF4-FFF2-40B4-BE49-F238E27FC236}">
                  <a16:creationId xmlns:a16="http://schemas.microsoft.com/office/drawing/2014/main" id="{5F6C7421-0F2F-400A-8459-5EB579502D3F}"/>
                </a:ext>
              </a:extLst>
            </p:cNvPr>
            <p:cNvSpPr>
              <a:spLocks noChangeShapeType="1"/>
            </p:cNvSpPr>
            <p:nvPr/>
          </p:nvSpPr>
          <p:spPr bwMode="auto">
            <a:xfrm flipH="1">
              <a:off x="3120" y="1584"/>
              <a:ext cx="240" cy="528"/>
            </a:xfrm>
            <a:prstGeom prst="line">
              <a:avLst/>
            </a:prstGeom>
            <a:noFill/>
            <a:ln w="9525">
              <a:solidFill>
                <a:sysClr val="windowText" lastClr="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charset="0"/>
                <a:cs typeface="Arial" charset="0"/>
              </a:endParaRPr>
            </a:p>
          </p:txBody>
        </p:sp>
        <p:sp>
          <p:nvSpPr>
            <p:cNvPr id="54" name="Line 17">
              <a:extLst>
                <a:ext uri="{FF2B5EF4-FFF2-40B4-BE49-F238E27FC236}">
                  <a16:creationId xmlns:a16="http://schemas.microsoft.com/office/drawing/2014/main" id="{6DC20AAD-48C3-4F7F-88FC-135613059711}"/>
                </a:ext>
              </a:extLst>
            </p:cNvPr>
            <p:cNvSpPr>
              <a:spLocks noChangeShapeType="1"/>
            </p:cNvSpPr>
            <p:nvPr/>
          </p:nvSpPr>
          <p:spPr bwMode="auto">
            <a:xfrm>
              <a:off x="3360" y="1584"/>
              <a:ext cx="192" cy="528"/>
            </a:xfrm>
            <a:prstGeom prst="line">
              <a:avLst/>
            </a:prstGeom>
            <a:noFill/>
            <a:ln w="9525">
              <a:solidFill>
                <a:sysClr val="windowText" lastClr="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charset="0"/>
                <a:cs typeface="Arial" charset="0"/>
              </a:endParaRPr>
            </a:p>
          </p:txBody>
        </p:sp>
        <p:sp>
          <p:nvSpPr>
            <p:cNvPr id="55" name="Oval 18">
              <a:extLst>
                <a:ext uri="{FF2B5EF4-FFF2-40B4-BE49-F238E27FC236}">
                  <a16:creationId xmlns:a16="http://schemas.microsoft.com/office/drawing/2014/main" id="{C108FF84-BA9E-493A-BB74-D978DC651809}"/>
                </a:ext>
              </a:extLst>
            </p:cNvPr>
            <p:cNvSpPr>
              <a:spLocks noChangeArrowheads="1"/>
            </p:cNvSpPr>
            <p:nvPr/>
          </p:nvSpPr>
          <p:spPr bwMode="auto">
            <a:xfrm>
              <a:off x="4032" y="960"/>
              <a:ext cx="96" cy="96"/>
            </a:xfrm>
            <a:prstGeom prst="ellipse">
              <a:avLst/>
            </a:prstGeom>
            <a:solidFill>
              <a:sysClr val="windowText" lastClr="000000"/>
            </a:solidFill>
            <a:ln w="9525">
              <a:solidFill>
                <a:sysClr val="windowText" lastClr="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cs typeface="Arial" charset="0"/>
              </a:endParaRPr>
            </a:p>
          </p:txBody>
        </p:sp>
        <p:sp>
          <p:nvSpPr>
            <p:cNvPr id="56" name="Line 19">
              <a:extLst>
                <a:ext uri="{FF2B5EF4-FFF2-40B4-BE49-F238E27FC236}">
                  <a16:creationId xmlns:a16="http://schemas.microsoft.com/office/drawing/2014/main" id="{72CB23F5-A02C-453A-B5EF-5F29A2758BB4}"/>
                </a:ext>
              </a:extLst>
            </p:cNvPr>
            <p:cNvSpPr>
              <a:spLocks noChangeShapeType="1"/>
            </p:cNvSpPr>
            <p:nvPr/>
          </p:nvSpPr>
          <p:spPr bwMode="auto">
            <a:xfrm flipH="1" flipV="1">
              <a:off x="4032" y="576"/>
              <a:ext cx="48" cy="432"/>
            </a:xfrm>
            <a:prstGeom prst="line">
              <a:avLst/>
            </a:prstGeom>
            <a:noFill/>
            <a:ln w="9525">
              <a:solidFill>
                <a:sysClr val="windowText" lastClr="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charset="0"/>
                <a:cs typeface="Arial" charset="0"/>
              </a:endParaRPr>
            </a:p>
          </p:txBody>
        </p:sp>
        <p:sp>
          <p:nvSpPr>
            <p:cNvPr id="57" name="Oval 20">
              <a:extLst>
                <a:ext uri="{FF2B5EF4-FFF2-40B4-BE49-F238E27FC236}">
                  <a16:creationId xmlns:a16="http://schemas.microsoft.com/office/drawing/2014/main" id="{42B86AC1-468E-4E81-A548-3DE742B729B5}"/>
                </a:ext>
              </a:extLst>
            </p:cNvPr>
            <p:cNvSpPr>
              <a:spLocks noChangeArrowheads="1"/>
            </p:cNvSpPr>
            <p:nvPr/>
          </p:nvSpPr>
          <p:spPr bwMode="auto">
            <a:xfrm>
              <a:off x="3600" y="1488"/>
              <a:ext cx="96" cy="96"/>
            </a:xfrm>
            <a:prstGeom prst="ellipse">
              <a:avLst/>
            </a:prstGeom>
            <a:solidFill>
              <a:sysClr val="windowText" lastClr="000000"/>
            </a:solidFill>
            <a:ln w="9525">
              <a:solidFill>
                <a:sysClr val="windowText" lastClr="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cs typeface="Arial" charset="0"/>
              </a:endParaRPr>
            </a:p>
          </p:txBody>
        </p:sp>
        <p:sp>
          <p:nvSpPr>
            <p:cNvPr id="58" name="Oval 21">
              <a:extLst>
                <a:ext uri="{FF2B5EF4-FFF2-40B4-BE49-F238E27FC236}">
                  <a16:creationId xmlns:a16="http://schemas.microsoft.com/office/drawing/2014/main" id="{7E0E4F55-CFA8-43B2-9E7B-237A5ED8485D}"/>
                </a:ext>
              </a:extLst>
            </p:cNvPr>
            <p:cNvSpPr>
              <a:spLocks noChangeArrowheads="1"/>
            </p:cNvSpPr>
            <p:nvPr/>
          </p:nvSpPr>
          <p:spPr bwMode="auto">
            <a:xfrm>
              <a:off x="3264" y="2064"/>
              <a:ext cx="96" cy="96"/>
            </a:xfrm>
            <a:prstGeom prst="ellipse">
              <a:avLst/>
            </a:prstGeom>
            <a:solidFill>
              <a:sysClr val="windowText" lastClr="000000"/>
            </a:solidFill>
            <a:ln w="9525">
              <a:solidFill>
                <a:sysClr val="windowText" lastClr="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cs typeface="Arial" charset="0"/>
              </a:endParaRPr>
            </a:p>
          </p:txBody>
        </p:sp>
        <p:sp>
          <p:nvSpPr>
            <p:cNvPr id="59" name="Line 22">
              <a:extLst>
                <a:ext uri="{FF2B5EF4-FFF2-40B4-BE49-F238E27FC236}">
                  <a16:creationId xmlns:a16="http://schemas.microsoft.com/office/drawing/2014/main" id="{1E751C64-C5C8-4D15-9973-97C52BFA61C6}"/>
                </a:ext>
              </a:extLst>
            </p:cNvPr>
            <p:cNvSpPr>
              <a:spLocks noChangeShapeType="1"/>
            </p:cNvSpPr>
            <p:nvPr/>
          </p:nvSpPr>
          <p:spPr bwMode="auto">
            <a:xfrm flipH="1">
              <a:off x="3312" y="1584"/>
              <a:ext cx="48" cy="528"/>
            </a:xfrm>
            <a:prstGeom prst="line">
              <a:avLst/>
            </a:prstGeom>
            <a:noFill/>
            <a:ln w="9525">
              <a:solidFill>
                <a:sysClr val="windowText" lastClr="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charset="0"/>
                <a:cs typeface="Arial" charset="0"/>
              </a:endParaRPr>
            </a:p>
          </p:txBody>
        </p:sp>
        <p:sp>
          <p:nvSpPr>
            <p:cNvPr id="60" name="Line 23">
              <a:extLst>
                <a:ext uri="{FF2B5EF4-FFF2-40B4-BE49-F238E27FC236}">
                  <a16:creationId xmlns:a16="http://schemas.microsoft.com/office/drawing/2014/main" id="{34E0290E-6D83-46BA-8985-E803769A2E7D}"/>
                </a:ext>
              </a:extLst>
            </p:cNvPr>
            <p:cNvSpPr>
              <a:spLocks noChangeShapeType="1"/>
            </p:cNvSpPr>
            <p:nvPr/>
          </p:nvSpPr>
          <p:spPr bwMode="auto">
            <a:xfrm>
              <a:off x="3648" y="1056"/>
              <a:ext cx="0" cy="528"/>
            </a:xfrm>
            <a:prstGeom prst="line">
              <a:avLst/>
            </a:prstGeom>
            <a:noFill/>
            <a:ln w="9525">
              <a:solidFill>
                <a:sysClr val="windowText" lastClr="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charset="0"/>
                <a:cs typeface="Arial" charset="0"/>
              </a:endParaRPr>
            </a:p>
          </p:txBody>
        </p:sp>
        <p:sp>
          <p:nvSpPr>
            <p:cNvPr id="61" name="Oval 24">
              <a:extLst>
                <a:ext uri="{FF2B5EF4-FFF2-40B4-BE49-F238E27FC236}">
                  <a16:creationId xmlns:a16="http://schemas.microsoft.com/office/drawing/2014/main" id="{22A42CC7-10DC-4292-AD38-D7303A25B4BB}"/>
                </a:ext>
              </a:extLst>
            </p:cNvPr>
            <p:cNvSpPr>
              <a:spLocks noChangeArrowheads="1"/>
            </p:cNvSpPr>
            <p:nvPr/>
          </p:nvSpPr>
          <p:spPr bwMode="auto">
            <a:xfrm>
              <a:off x="3648" y="2064"/>
              <a:ext cx="96" cy="96"/>
            </a:xfrm>
            <a:prstGeom prst="ellipse">
              <a:avLst/>
            </a:prstGeom>
            <a:solidFill>
              <a:sysClr val="windowText" lastClr="000000"/>
            </a:solidFill>
            <a:ln w="9525">
              <a:solidFill>
                <a:sysClr val="windowText" lastClr="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cs typeface="Arial" charset="0"/>
              </a:endParaRPr>
            </a:p>
          </p:txBody>
        </p:sp>
        <p:sp>
          <p:nvSpPr>
            <p:cNvPr id="62" name="Oval 25">
              <a:extLst>
                <a:ext uri="{FF2B5EF4-FFF2-40B4-BE49-F238E27FC236}">
                  <a16:creationId xmlns:a16="http://schemas.microsoft.com/office/drawing/2014/main" id="{77293514-AC82-4883-A1A6-7DE77772EC19}"/>
                </a:ext>
              </a:extLst>
            </p:cNvPr>
            <p:cNvSpPr>
              <a:spLocks noChangeArrowheads="1"/>
            </p:cNvSpPr>
            <p:nvPr/>
          </p:nvSpPr>
          <p:spPr bwMode="auto">
            <a:xfrm>
              <a:off x="4080" y="2064"/>
              <a:ext cx="96" cy="96"/>
            </a:xfrm>
            <a:prstGeom prst="ellipse">
              <a:avLst/>
            </a:prstGeom>
            <a:solidFill>
              <a:sysClr val="windowText" lastClr="000000"/>
            </a:solidFill>
            <a:ln w="9525">
              <a:solidFill>
                <a:sysClr val="windowText" lastClr="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cs typeface="Arial" charset="0"/>
              </a:endParaRPr>
            </a:p>
          </p:txBody>
        </p:sp>
        <p:sp>
          <p:nvSpPr>
            <p:cNvPr id="63" name="Line 26">
              <a:extLst>
                <a:ext uri="{FF2B5EF4-FFF2-40B4-BE49-F238E27FC236}">
                  <a16:creationId xmlns:a16="http://schemas.microsoft.com/office/drawing/2014/main" id="{5B35877E-28F9-44C8-9D89-0287C57FF921}"/>
                </a:ext>
              </a:extLst>
            </p:cNvPr>
            <p:cNvSpPr>
              <a:spLocks noChangeShapeType="1"/>
            </p:cNvSpPr>
            <p:nvPr/>
          </p:nvSpPr>
          <p:spPr bwMode="auto">
            <a:xfrm flipH="1">
              <a:off x="3696" y="1584"/>
              <a:ext cx="240" cy="528"/>
            </a:xfrm>
            <a:prstGeom prst="line">
              <a:avLst/>
            </a:prstGeom>
            <a:noFill/>
            <a:ln w="9525">
              <a:solidFill>
                <a:sysClr val="windowText" lastClr="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charset="0"/>
                <a:cs typeface="Arial" charset="0"/>
              </a:endParaRPr>
            </a:p>
          </p:txBody>
        </p:sp>
        <p:sp>
          <p:nvSpPr>
            <p:cNvPr id="64" name="Line 27">
              <a:extLst>
                <a:ext uri="{FF2B5EF4-FFF2-40B4-BE49-F238E27FC236}">
                  <a16:creationId xmlns:a16="http://schemas.microsoft.com/office/drawing/2014/main" id="{6506BAAD-7A37-45B5-9DB5-C57C652FD31B}"/>
                </a:ext>
              </a:extLst>
            </p:cNvPr>
            <p:cNvSpPr>
              <a:spLocks noChangeShapeType="1"/>
            </p:cNvSpPr>
            <p:nvPr/>
          </p:nvSpPr>
          <p:spPr bwMode="auto">
            <a:xfrm>
              <a:off x="3936" y="1584"/>
              <a:ext cx="192" cy="528"/>
            </a:xfrm>
            <a:prstGeom prst="line">
              <a:avLst/>
            </a:prstGeom>
            <a:noFill/>
            <a:ln w="9525">
              <a:solidFill>
                <a:sysClr val="windowText" lastClr="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charset="0"/>
                <a:cs typeface="Arial" charset="0"/>
              </a:endParaRPr>
            </a:p>
          </p:txBody>
        </p:sp>
        <p:sp>
          <p:nvSpPr>
            <p:cNvPr id="65" name="Oval 28">
              <a:extLst>
                <a:ext uri="{FF2B5EF4-FFF2-40B4-BE49-F238E27FC236}">
                  <a16:creationId xmlns:a16="http://schemas.microsoft.com/office/drawing/2014/main" id="{880296B6-0E8F-41F1-B09E-3CF84B76B454}"/>
                </a:ext>
              </a:extLst>
            </p:cNvPr>
            <p:cNvSpPr>
              <a:spLocks noChangeArrowheads="1"/>
            </p:cNvSpPr>
            <p:nvPr/>
          </p:nvSpPr>
          <p:spPr bwMode="auto">
            <a:xfrm>
              <a:off x="3840" y="2064"/>
              <a:ext cx="96" cy="96"/>
            </a:xfrm>
            <a:prstGeom prst="ellipse">
              <a:avLst/>
            </a:prstGeom>
            <a:solidFill>
              <a:sysClr val="windowText" lastClr="000000"/>
            </a:solidFill>
            <a:ln w="9525">
              <a:solidFill>
                <a:sysClr val="windowText" lastClr="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cs typeface="Arial" charset="0"/>
              </a:endParaRPr>
            </a:p>
          </p:txBody>
        </p:sp>
        <p:sp>
          <p:nvSpPr>
            <p:cNvPr id="66" name="Line 29">
              <a:extLst>
                <a:ext uri="{FF2B5EF4-FFF2-40B4-BE49-F238E27FC236}">
                  <a16:creationId xmlns:a16="http://schemas.microsoft.com/office/drawing/2014/main" id="{D83BCCCD-097A-42CC-BF70-DDABC95184FF}"/>
                </a:ext>
              </a:extLst>
            </p:cNvPr>
            <p:cNvSpPr>
              <a:spLocks noChangeShapeType="1"/>
            </p:cNvSpPr>
            <p:nvPr/>
          </p:nvSpPr>
          <p:spPr bwMode="auto">
            <a:xfrm flipH="1">
              <a:off x="3888" y="1584"/>
              <a:ext cx="48" cy="528"/>
            </a:xfrm>
            <a:prstGeom prst="line">
              <a:avLst/>
            </a:prstGeom>
            <a:noFill/>
            <a:ln w="9525">
              <a:solidFill>
                <a:sysClr val="windowText" lastClr="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charset="0"/>
                <a:cs typeface="Arial" charset="0"/>
              </a:endParaRPr>
            </a:p>
          </p:txBody>
        </p:sp>
      </p:grpSp>
      <p:sp>
        <p:nvSpPr>
          <p:cNvPr id="67" name="Text Box 30">
            <a:extLst>
              <a:ext uri="{FF2B5EF4-FFF2-40B4-BE49-F238E27FC236}">
                <a16:creationId xmlns:a16="http://schemas.microsoft.com/office/drawing/2014/main" id="{7A9E2E49-C6A2-4967-AFFE-21286B2C08DB}"/>
              </a:ext>
            </a:extLst>
          </p:cNvPr>
          <p:cNvSpPr txBox="1">
            <a:spLocks noChangeArrowheads="1"/>
          </p:cNvSpPr>
          <p:nvPr/>
        </p:nvSpPr>
        <p:spPr bwMode="auto">
          <a:xfrm>
            <a:off x="2895600" y="4114800"/>
            <a:ext cx="1676400" cy="519113"/>
          </a:xfrm>
          <a:prstGeom prst="rect">
            <a:avLst/>
          </a:prstGeom>
          <a:noFill/>
          <a:ln w="9525">
            <a:noFill/>
            <a:miter lim="800000"/>
            <a:headEnd/>
            <a:tailEnd/>
          </a:ln>
        </p:spPr>
        <p:txBody>
          <a:bodyPr>
            <a:spAutoFit/>
          </a:bodyPr>
          <a:lstStyle/>
          <a:p>
            <a:pPr fontAlgn="base">
              <a:spcBef>
                <a:spcPct val="50000"/>
              </a:spcBef>
              <a:spcAft>
                <a:spcPct val="0"/>
              </a:spcAft>
            </a:pPr>
            <a:r>
              <a:rPr lang="en-US" sz="2800">
                <a:solidFill>
                  <a:srgbClr val="FF0000"/>
                </a:solidFill>
                <a:latin typeface="Times New Roman" pitchFamily="18" charset="0"/>
                <a:cs typeface="Arial" charset="0"/>
              </a:rPr>
              <a:t>level 2</a:t>
            </a:r>
            <a:endParaRPr lang="en-US" sz="3200">
              <a:solidFill>
                <a:srgbClr val="FF0000"/>
              </a:solidFill>
              <a:latin typeface="Times New Roman" pitchFamily="18" charset="0"/>
              <a:cs typeface="Arial" charset="0"/>
            </a:endParaRPr>
          </a:p>
        </p:txBody>
      </p:sp>
      <p:sp>
        <p:nvSpPr>
          <p:cNvPr id="68" name="Line 31">
            <a:extLst>
              <a:ext uri="{FF2B5EF4-FFF2-40B4-BE49-F238E27FC236}">
                <a16:creationId xmlns:a16="http://schemas.microsoft.com/office/drawing/2014/main" id="{3B123989-0DC6-49B0-8A81-D4CDF725561A}"/>
              </a:ext>
            </a:extLst>
          </p:cNvPr>
          <p:cNvSpPr>
            <a:spLocks noChangeShapeType="1"/>
          </p:cNvSpPr>
          <p:nvPr/>
        </p:nvSpPr>
        <p:spPr bwMode="auto">
          <a:xfrm>
            <a:off x="4038600" y="4419600"/>
            <a:ext cx="1524000" cy="609600"/>
          </a:xfrm>
          <a:prstGeom prst="line">
            <a:avLst/>
          </a:prstGeom>
          <a:noFill/>
          <a:ln w="9525">
            <a:solidFill>
              <a:srgbClr val="FF0000"/>
            </a:solidFill>
            <a:round/>
            <a:headEnd/>
            <a:tailEnd type="triangle" w="med" len="med"/>
          </a:ln>
        </p:spPr>
        <p:txBody>
          <a:bodyPr wrap="none" anchor="ctr"/>
          <a:lstStyle/>
          <a:p>
            <a:pPr fontAlgn="base">
              <a:spcBef>
                <a:spcPct val="0"/>
              </a:spcBef>
              <a:spcAft>
                <a:spcPct val="0"/>
              </a:spcAft>
            </a:pPr>
            <a:endParaRPr lang="en-US">
              <a:solidFill>
                <a:prstClr val="black"/>
              </a:solidFill>
              <a:latin typeface="Arial" charset="0"/>
              <a:cs typeface="Arial" charset="0"/>
            </a:endParaRPr>
          </a:p>
        </p:txBody>
      </p:sp>
      <p:grpSp>
        <p:nvGrpSpPr>
          <p:cNvPr id="69" name="Group 35">
            <a:extLst>
              <a:ext uri="{FF2B5EF4-FFF2-40B4-BE49-F238E27FC236}">
                <a16:creationId xmlns:a16="http://schemas.microsoft.com/office/drawing/2014/main" id="{4FD4950F-C913-4DF9-AE2C-27893B6BDF43}"/>
              </a:ext>
            </a:extLst>
          </p:cNvPr>
          <p:cNvGrpSpPr>
            <a:grpSpLocks/>
          </p:cNvGrpSpPr>
          <p:nvPr/>
        </p:nvGrpSpPr>
        <p:grpSpPr bwMode="auto">
          <a:xfrm>
            <a:off x="2133600" y="5105400"/>
            <a:ext cx="2971800" cy="685800"/>
            <a:chOff x="1296" y="3216"/>
            <a:chExt cx="1872" cy="432"/>
          </a:xfrm>
        </p:grpSpPr>
        <p:sp>
          <p:nvSpPr>
            <p:cNvPr id="70" name="Text Box 33">
              <a:extLst>
                <a:ext uri="{FF2B5EF4-FFF2-40B4-BE49-F238E27FC236}">
                  <a16:creationId xmlns:a16="http://schemas.microsoft.com/office/drawing/2014/main" id="{5D8570F3-1F86-44EC-8BCC-5F2EC61DF5D9}"/>
                </a:ext>
              </a:extLst>
            </p:cNvPr>
            <p:cNvSpPr txBox="1">
              <a:spLocks noChangeArrowheads="1"/>
            </p:cNvSpPr>
            <p:nvPr/>
          </p:nvSpPr>
          <p:spPr bwMode="auto">
            <a:xfrm>
              <a:off x="1296" y="3216"/>
              <a:ext cx="816" cy="327"/>
            </a:xfrm>
            <a:prstGeom prst="rect">
              <a:avLst/>
            </a:prstGeom>
            <a:noFill/>
            <a:ln w="9525">
              <a:noFill/>
              <a:miter lim="800000"/>
              <a:headEnd/>
              <a:tailEnd/>
            </a:ln>
          </p:spPr>
          <p:txBody>
            <a:bodyPr>
              <a:spAutoFit/>
            </a:bodyPr>
            <a:lstStyle/>
            <a:p>
              <a:pPr fontAlgn="base">
                <a:spcBef>
                  <a:spcPct val="50000"/>
                </a:spcBef>
                <a:spcAft>
                  <a:spcPct val="0"/>
                </a:spcAft>
              </a:pPr>
              <a:r>
                <a:rPr lang="en-US" sz="2800">
                  <a:solidFill>
                    <a:srgbClr val="FF0000"/>
                  </a:solidFill>
                  <a:latin typeface="Times New Roman" pitchFamily="18" charset="0"/>
                  <a:cs typeface="Arial" charset="0"/>
                </a:rPr>
                <a:t>level 3</a:t>
              </a:r>
              <a:endParaRPr lang="en-US" sz="3200">
                <a:solidFill>
                  <a:srgbClr val="FF0000"/>
                </a:solidFill>
                <a:latin typeface="Times New Roman" pitchFamily="18" charset="0"/>
                <a:cs typeface="Arial" charset="0"/>
              </a:endParaRPr>
            </a:p>
          </p:txBody>
        </p:sp>
        <p:sp>
          <p:nvSpPr>
            <p:cNvPr id="71" name="Line 34">
              <a:extLst>
                <a:ext uri="{FF2B5EF4-FFF2-40B4-BE49-F238E27FC236}">
                  <a16:creationId xmlns:a16="http://schemas.microsoft.com/office/drawing/2014/main" id="{020CC559-CE43-4EE9-AA40-2C7472546851}"/>
                </a:ext>
              </a:extLst>
            </p:cNvPr>
            <p:cNvSpPr>
              <a:spLocks noChangeShapeType="1"/>
            </p:cNvSpPr>
            <p:nvPr/>
          </p:nvSpPr>
          <p:spPr bwMode="auto">
            <a:xfrm>
              <a:off x="2016" y="3408"/>
              <a:ext cx="1152" cy="240"/>
            </a:xfrm>
            <a:prstGeom prst="line">
              <a:avLst/>
            </a:prstGeom>
            <a:noFill/>
            <a:ln w="9525">
              <a:solidFill>
                <a:srgbClr val="FF0000"/>
              </a:solidFill>
              <a:round/>
              <a:headEnd/>
              <a:tailEnd type="triangle" w="med" len="med"/>
            </a:ln>
          </p:spPr>
          <p:txBody>
            <a:bodyPr wrap="none" anchor="ctr"/>
            <a:lstStyle/>
            <a:p>
              <a:pPr fontAlgn="base">
                <a:spcBef>
                  <a:spcPct val="0"/>
                </a:spcBef>
                <a:spcAft>
                  <a:spcPct val="0"/>
                </a:spcAft>
              </a:pPr>
              <a:endParaRPr lang="en-US">
                <a:solidFill>
                  <a:prstClr val="black"/>
                </a:solidFill>
                <a:latin typeface="Arial" charset="0"/>
                <a:cs typeface="Arial" charset="0"/>
              </a:endParaRPr>
            </a:p>
          </p:txBody>
        </p:sp>
      </p:grpSp>
      <p:sp>
        <p:nvSpPr>
          <p:cNvPr id="72" name="Text Box 30">
            <a:extLst>
              <a:ext uri="{FF2B5EF4-FFF2-40B4-BE49-F238E27FC236}">
                <a16:creationId xmlns:a16="http://schemas.microsoft.com/office/drawing/2014/main" id="{49AA72E1-2FE2-42FC-A25F-87729246D35B}"/>
              </a:ext>
            </a:extLst>
          </p:cNvPr>
          <p:cNvSpPr txBox="1">
            <a:spLocks noChangeArrowheads="1"/>
          </p:cNvSpPr>
          <p:nvPr/>
        </p:nvSpPr>
        <p:spPr bwMode="auto">
          <a:xfrm>
            <a:off x="3048000" y="3429000"/>
            <a:ext cx="1676400" cy="519113"/>
          </a:xfrm>
          <a:prstGeom prst="rect">
            <a:avLst/>
          </a:prstGeom>
          <a:noFill/>
          <a:ln w="9525">
            <a:noFill/>
            <a:miter lim="800000"/>
            <a:headEnd/>
            <a:tailEnd/>
          </a:ln>
        </p:spPr>
        <p:txBody>
          <a:bodyPr>
            <a:spAutoFit/>
          </a:bodyPr>
          <a:lstStyle/>
          <a:p>
            <a:pPr fontAlgn="base">
              <a:spcBef>
                <a:spcPct val="50000"/>
              </a:spcBef>
              <a:spcAft>
                <a:spcPct val="0"/>
              </a:spcAft>
            </a:pPr>
            <a:r>
              <a:rPr lang="en-US" sz="2800">
                <a:solidFill>
                  <a:srgbClr val="FF0000"/>
                </a:solidFill>
                <a:latin typeface="Times New Roman" pitchFamily="18" charset="0"/>
                <a:cs typeface="Arial" charset="0"/>
              </a:rPr>
              <a:t>level 1</a:t>
            </a:r>
            <a:endParaRPr lang="en-US" sz="3200">
              <a:solidFill>
                <a:srgbClr val="FF0000"/>
              </a:solidFill>
              <a:latin typeface="Times New Roman" pitchFamily="18" charset="0"/>
              <a:cs typeface="Arial" charset="0"/>
            </a:endParaRPr>
          </a:p>
        </p:txBody>
      </p:sp>
      <p:sp>
        <p:nvSpPr>
          <p:cNvPr id="73" name="Text Box 30">
            <a:extLst>
              <a:ext uri="{FF2B5EF4-FFF2-40B4-BE49-F238E27FC236}">
                <a16:creationId xmlns:a16="http://schemas.microsoft.com/office/drawing/2014/main" id="{3A81947C-2DF7-46A4-81E2-D79ED566756B}"/>
              </a:ext>
            </a:extLst>
          </p:cNvPr>
          <p:cNvSpPr txBox="1">
            <a:spLocks noChangeArrowheads="1"/>
          </p:cNvSpPr>
          <p:nvPr/>
        </p:nvSpPr>
        <p:spPr bwMode="auto">
          <a:xfrm>
            <a:off x="3581400" y="2743200"/>
            <a:ext cx="1676400" cy="519113"/>
          </a:xfrm>
          <a:prstGeom prst="rect">
            <a:avLst/>
          </a:prstGeom>
          <a:noFill/>
          <a:ln w="9525">
            <a:noFill/>
            <a:miter lim="800000"/>
            <a:headEnd/>
            <a:tailEnd/>
          </a:ln>
        </p:spPr>
        <p:txBody>
          <a:bodyPr>
            <a:spAutoFit/>
          </a:bodyPr>
          <a:lstStyle/>
          <a:p>
            <a:pPr fontAlgn="base">
              <a:spcBef>
                <a:spcPct val="50000"/>
              </a:spcBef>
              <a:spcAft>
                <a:spcPct val="0"/>
              </a:spcAft>
            </a:pPr>
            <a:r>
              <a:rPr lang="en-US" sz="2800">
                <a:solidFill>
                  <a:srgbClr val="FF0000"/>
                </a:solidFill>
                <a:latin typeface="Times New Roman" pitchFamily="18" charset="0"/>
                <a:cs typeface="Arial" charset="0"/>
              </a:rPr>
              <a:t>level 0</a:t>
            </a:r>
            <a:endParaRPr lang="en-US" sz="3200">
              <a:solidFill>
                <a:srgbClr val="FF0000"/>
              </a:solidFill>
              <a:latin typeface="Times New Roman" pitchFamily="18" charset="0"/>
              <a:cs typeface="Arial" charset="0"/>
            </a:endParaRPr>
          </a:p>
        </p:txBody>
      </p:sp>
      <p:sp>
        <p:nvSpPr>
          <p:cNvPr id="74" name="Line 31">
            <a:extLst>
              <a:ext uri="{FF2B5EF4-FFF2-40B4-BE49-F238E27FC236}">
                <a16:creationId xmlns:a16="http://schemas.microsoft.com/office/drawing/2014/main" id="{23B92394-B6EA-4C95-A8D1-D9368BB1DA10}"/>
              </a:ext>
            </a:extLst>
          </p:cNvPr>
          <p:cNvSpPr>
            <a:spLocks noChangeShapeType="1"/>
          </p:cNvSpPr>
          <p:nvPr/>
        </p:nvSpPr>
        <p:spPr bwMode="auto">
          <a:xfrm>
            <a:off x="4648200" y="3048000"/>
            <a:ext cx="1905000" cy="381000"/>
          </a:xfrm>
          <a:prstGeom prst="line">
            <a:avLst/>
          </a:prstGeom>
          <a:noFill/>
          <a:ln w="9525">
            <a:solidFill>
              <a:srgbClr val="FF0000"/>
            </a:solidFill>
            <a:round/>
            <a:headEnd/>
            <a:tailEnd type="triangle" w="med" len="med"/>
          </a:ln>
        </p:spPr>
        <p:txBody>
          <a:bodyPr wrap="none" anchor="ctr"/>
          <a:lstStyle/>
          <a:p>
            <a:pPr fontAlgn="base">
              <a:spcBef>
                <a:spcPct val="0"/>
              </a:spcBef>
              <a:spcAft>
                <a:spcPct val="0"/>
              </a:spcAft>
            </a:pPr>
            <a:endParaRPr lang="en-US">
              <a:solidFill>
                <a:prstClr val="black"/>
              </a:solidFill>
              <a:latin typeface="Arial" charset="0"/>
              <a:cs typeface="Arial" charset="0"/>
            </a:endParaRPr>
          </a:p>
        </p:txBody>
      </p:sp>
      <p:sp>
        <p:nvSpPr>
          <p:cNvPr id="75" name="Line 31">
            <a:extLst>
              <a:ext uri="{FF2B5EF4-FFF2-40B4-BE49-F238E27FC236}">
                <a16:creationId xmlns:a16="http://schemas.microsoft.com/office/drawing/2014/main" id="{B6418311-D2E9-41DA-AA33-83B7F9C77EF1}"/>
              </a:ext>
            </a:extLst>
          </p:cNvPr>
          <p:cNvSpPr>
            <a:spLocks noChangeShapeType="1"/>
          </p:cNvSpPr>
          <p:nvPr/>
        </p:nvSpPr>
        <p:spPr bwMode="auto">
          <a:xfrm>
            <a:off x="4114800" y="3733800"/>
            <a:ext cx="1828800" cy="381000"/>
          </a:xfrm>
          <a:prstGeom prst="line">
            <a:avLst/>
          </a:prstGeom>
          <a:noFill/>
          <a:ln w="9525">
            <a:solidFill>
              <a:srgbClr val="FF0000"/>
            </a:solidFill>
            <a:round/>
            <a:headEnd/>
            <a:tailEnd type="triangle" w="med" len="med"/>
          </a:ln>
        </p:spPr>
        <p:txBody>
          <a:bodyPr wrap="none" anchor="ctr"/>
          <a:lstStyle/>
          <a:p>
            <a:pPr fontAlgn="base">
              <a:spcBef>
                <a:spcPct val="0"/>
              </a:spcBef>
              <a:spcAft>
                <a:spcPct val="0"/>
              </a:spcAft>
            </a:pPr>
            <a:endParaRPr lang="en-US">
              <a:solidFill>
                <a:prstClr val="black"/>
              </a:solidFill>
              <a:latin typeface="Arial" charset="0"/>
              <a:cs typeface="Arial" charset="0"/>
            </a:endParaRPr>
          </a:p>
        </p:txBody>
      </p:sp>
    </p:spTree>
    <p:extLst>
      <p:ext uri="{BB962C8B-B14F-4D97-AF65-F5344CB8AC3E}">
        <p14:creationId xmlns:p14="http://schemas.microsoft.com/office/powerpoint/2010/main" val="3087991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dissolve">
                                      <p:cBhvr>
                                        <p:cTn id="7" dur="500"/>
                                        <p:tgtEl>
                                          <p:spTgt spid="4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9"/>
                                        </p:tgtEl>
                                        <p:attrNameLst>
                                          <p:attrName>style.visibility</p:attrName>
                                        </p:attrNameLst>
                                      </p:cBhvr>
                                      <p:to>
                                        <p:strVal val="visible"/>
                                      </p:to>
                                    </p:set>
                                    <p:animEffect transition="in" filter="dissolve">
                                      <p:cBhvr>
                                        <p:cTn id="12"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Balanced m-</a:t>
            </a:r>
            <a:r>
              <a:rPr lang="en-US" sz="2600" b="1" dirty="0" err="1">
                <a:solidFill>
                  <a:schemeClr val="tx1"/>
                </a:solidFill>
              </a:rPr>
              <a:t>ary</a:t>
            </a:r>
            <a:r>
              <a:rPr lang="en-US" sz="2600" b="1" dirty="0">
                <a:solidFill>
                  <a:schemeClr val="tx1"/>
                </a:solidFill>
              </a:rPr>
              <a:t> Trees</a:t>
            </a:r>
          </a:p>
        </p:txBody>
      </p:sp>
      <p:sp>
        <p:nvSpPr>
          <p:cNvPr id="8" name="Content Placeholder 2">
            <a:extLst>
              <a:ext uri="{FF2B5EF4-FFF2-40B4-BE49-F238E27FC236}">
                <a16:creationId xmlns:a16="http://schemas.microsoft.com/office/drawing/2014/main" id="{EF3771E6-0DC7-4D7B-B424-CE17E762BF80}"/>
              </a:ext>
            </a:extLst>
          </p:cNvPr>
          <p:cNvSpPr txBox="1">
            <a:spLocks/>
          </p:cNvSpPr>
          <p:nvPr/>
        </p:nvSpPr>
        <p:spPr bwMode="auto">
          <a:xfrm>
            <a:off x="457200" y="1600200"/>
            <a:ext cx="8229600" cy="4800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0" algn="l" defTabSz="914400" rtl="0" eaLnBrk="0" fontAlgn="base" latinLnBrk="0" hangingPunct="0">
              <a:lnSpc>
                <a:spcPct val="100000"/>
              </a:lnSpc>
              <a:spcBef>
                <a:spcPct val="20000"/>
              </a:spcBef>
              <a:spcAft>
                <a:spcPct val="0"/>
              </a:spcAft>
              <a:buClrTx/>
              <a:buSzTx/>
              <a:buFont typeface="Arial" charset="0"/>
              <a:buNone/>
              <a:tabLst/>
              <a:defRPr/>
            </a:pPr>
            <a:r>
              <a:rPr kumimoji="0" lang="en-US" sz="2400" b="1" i="0" u="none" strike="noStrike" kern="1200" cap="none" spc="0" normalizeH="0" baseline="0" noProof="0" dirty="0">
                <a:ln>
                  <a:noFill/>
                </a:ln>
                <a:solidFill>
                  <a:srgbClr val="0000FF"/>
                </a:solidFill>
                <a:effectLst/>
                <a:uLnTx/>
                <a:uFillTx/>
                <a:latin typeface="Calibri"/>
                <a:ea typeface="+mn-ea"/>
                <a:cs typeface="+mn-cs"/>
              </a:rPr>
              <a:t>Definition</a:t>
            </a:r>
            <a:r>
              <a:rPr kumimoji="0" lang="en-US" sz="2400" b="0" i="0" u="none" strike="noStrike" kern="1200" cap="none" spc="0" normalizeH="0" baseline="0" noProof="0" dirty="0">
                <a:ln>
                  <a:noFill/>
                </a:ln>
                <a:solidFill>
                  <a:srgbClr val="0000FF"/>
                </a:solidFill>
                <a:effectLst/>
                <a:uLnTx/>
                <a:uFillTx/>
                <a:latin typeface="Calibri"/>
                <a:ea typeface="+mn-ea"/>
                <a:cs typeface="+mn-cs"/>
              </a:rPr>
              <a:t>: </a:t>
            </a:r>
            <a:r>
              <a:rPr kumimoji="0" lang="en-US" sz="2400" b="0" i="0" u="none" strike="noStrike" kern="1200" cap="none" spc="0" normalizeH="0" baseline="0" noProof="0" dirty="0">
                <a:ln>
                  <a:noFill/>
                </a:ln>
                <a:solidFill>
                  <a:sysClr val="windowText" lastClr="000000"/>
                </a:solidFill>
                <a:effectLst/>
                <a:uLnTx/>
                <a:uFillTx/>
                <a:latin typeface="Calibri"/>
                <a:ea typeface="+mn-ea"/>
                <a:cs typeface="+mn-cs"/>
              </a:rPr>
              <a:t>A rooted </a:t>
            </a:r>
            <a:r>
              <a:rPr kumimoji="0" lang="en-US" sz="2400" b="0" i="1" u="none" strike="noStrike" kern="1200" cap="none" spc="0" normalizeH="0" baseline="0" noProof="0" dirty="0">
                <a:ln>
                  <a:noFill/>
                </a:ln>
                <a:solidFill>
                  <a:sysClr val="windowText" lastClr="000000"/>
                </a:solidFill>
                <a:effectLst/>
                <a:uLnTx/>
                <a:uFillTx/>
                <a:latin typeface="Calibri"/>
                <a:ea typeface="+mn-ea"/>
                <a:cs typeface="+mn-cs"/>
              </a:rPr>
              <a:t>m</a:t>
            </a:r>
            <a:r>
              <a:rPr kumimoji="0" lang="en-US" sz="2400" b="0" i="0" u="none" strike="noStrike" kern="1200" cap="none" spc="0" normalizeH="0" baseline="0" noProof="0" dirty="0">
                <a:ln>
                  <a:noFill/>
                </a:ln>
                <a:solidFill>
                  <a:sysClr val="windowText" lastClr="000000"/>
                </a:solidFill>
                <a:effectLst/>
                <a:uLnTx/>
                <a:uFillTx/>
                <a:latin typeface="Calibri"/>
                <a:ea typeface="+mn-ea"/>
                <a:cs typeface="+mn-cs"/>
              </a:rPr>
              <a:t>-</a:t>
            </a:r>
            <a:r>
              <a:rPr kumimoji="0" lang="en-US" sz="2400" b="0" i="0" u="none" strike="noStrike" kern="1200" cap="none" spc="0" normalizeH="0" baseline="0" noProof="0" dirty="0" err="1">
                <a:ln>
                  <a:noFill/>
                </a:ln>
                <a:solidFill>
                  <a:sysClr val="windowText" lastClr="000000"/>
                </a:solidFill>
                <a:effectLst/>
                <a:uLnTx/>
                <a:uFillTx/>
                <a:latin typeface="Calibri"/>
                <a:ea typeface="+mn-ea"/>
                <a:cs typeface="+mn-cs"/>
              </a:rPr>
              <a:t>ary</a:t>
            </a:r>
            <a:r>
              <a:rPr kumimoji="0" lang="en-US" sz="2400" b="0" i="0" u="none" strike="noStrike" kern="1200" cap="none" spc="0" normalizeH="0" baseline="0" noProof="0" dirty="0">
                <a:ln>
                  <a:noFill/>
                </a:ln>
                <a:solidFill>
                  <a:sysClr val="windowText" lastClr="000000"/>
                </a:solidFill>
                <a:effectLst/>
                <a:uLnTx/>
                <a:uFillTx/>
                <a:latin typeface="Calibri"/>
                <a:ea typeface="+mn-ea"/>
                <a:cs typeface="+mn-cs"/>
              </a:rPr>
              <a:t> tree of height </a:t>
            </a:r>
            <a:r>
              <a:rPr kumimoji="0" lang="en-US" sz="2400" b="0" i="1" u="none" strike="noStrike" kern="1200" cap="none" spc="0" normalizeH="0" baseline="0" noProof="0" dirty="0">
                <a:ln>
                  <a:noFill/>
                </a:ln>
                <a:solidFill>
                  <a:sysClr val="windowText" lastClr="000000"/>
                </a:solidFill>
                <a:effectLst/>
                <a:uLnTx/>
                <a:uFillTx/>
                <a:latin typeface="Calibri"/>
                <a:ea typeface="+mn-ea"/>
                <a:cs typeface="+mn-cs"/>
              </a:rPr>
              <a:t>h</a:t>
            </a:r>
            <a:r>
              <a:rPr kumimoji="0" lang="en-US" sz="2400" b="0" i="0" u="none" strike="noStrike" kern="1200" cap="none" spc="0" normalizeH="0" baseline="0" noProof="0" dirty="0">
                <a:ln>
                  <a:noFill/>
                </a:ln>
                <a:solidFill>
                  <a:sysClr val="windowText" lastClr="000000"/>
                </a:solidFill>
                <a:effectLst/>
                <a:uLnTx/>
                <a:uFillTx/>
                <a:latin typeface="Calibri"/>
                <a:ea typeface="+mn-ea"/>
                <a:cs typeface="+mn-cs"/>
              </a:rPr>
              <a:t> is </a:t>
            </a:r>
            <a:r>
              <a:rPr kumimoji="0" lang="en-US" sz="2400" b="0" i="1" u="none" strike="noStrike" kern="1200" cap="none" spc="0" normalizeH="0" baseline="0" noProof="0" dirty="0">
                <a:ln>
                  <a:noFill/>
                </a:ln>
                <a:solidFill>
                  <a:sysClr val="windowText" lastClr="000000"/>
                </a:solidFill>
                <a:effectLst/>
                <a:uLnTx/>
                <a:uFillTx/>
                <a:latin typeface="Calibri"/>
                <a:ea typeface="+mn-ea"/>
                <a:cs typeface="+mn-cs"/>
              </a:rPr>
              <a:t>balanced</a:t>
            </a:r>
            <a:r>
              <a:rPr kumimoji="0" lang="en-US" sz="2400" b="0" i="0" u="none" strike="noStrike" kern="1200" cap="none" spc="0" normalizeH="0" baseline="0" noProof="0" dirty="0">
                <a:ln>
                  <a:noFill/>
                </a:ln>
                <a:solidFill>
                  <a:sysClr val="windowText" lastClr="000000"/>
                </a:solidFill>
                <a:effectLst/>
                <a:uLnTx/>
                <a:uFillTx/>
                <a:latin typeface="Calibri"/>
                <a:ea typeface="+mn-ea"/>
                <a:cs typeface="+mn-cs"/>
              </a:rPr>
              <a:t> if all leaves are at levels </a:t>
            </a:r>
            <a:r>
              <a:rPr kumimoji="0" lang="en-US" sz="2400" b="0" i="1" u="none" strike="noStrike" kern="1200" cap="none" spc="0" normalizeH="0" baseline="0" noProof="0" dirty="0">
                <a:ln>
                  <a:noFill/>
                </a:ln>
                <a:solidFill>
                  <a:sysClr val="windowText" lastClr="000000"/>
                </a:solidFill>
                <a:effectLst/>
                <a:uLnTx/>
                <a:uFillTx/>
                <a:latin typeface="Calibri"/>
                <a:ea typeface="+mn-ea"/>
                <a:cs typeface="+mn-cs"/>
              </a:rPr>
              <a:t>h</a:t>
            </a:r>
            <a:r>
              <a:rPr kumimoji="0" lang="en-US" sz="2400" b="0" i="0" u="none" strike="noStrike" kern="1200" cap="none" spc="0" normalizeH="0" baseline="0" noProof="0" dirty="0">
                <a:ln>
                  <a:noFill/>
                </a:ln>
                <a:solidFill>
                  <a:sysClr val="windowText" lastClr="000000"/>
                </a:solidFill>
                <a:effectLst/>
                <a:uLnTx/>
                <a:uFillTx/>
                <a:latin typeface="Calibri"/>
                <a:ea typeface="+mn-ea"/>
                <a:cs typeface="+mn-cs"/>
              </a:rPr>
              <a:t> or </a:t>
            </a:r>
            <a:r>
              <a:rPr kumimoji="0" lang="en-US" sz="2400" b="0" i="1" u="none" strike="noStrike" kern="1200" cap="none" spc="0" normalizeH="0" baseline="0" noProof="0" dirty="0">
                <a:ln>
                  <a:noFill/>
                </a:ln>
                <a:solidFill>
                  <a:sysClr val="windowText" lastClr="000000"/>
                </a:solidFill>
                <a:effectLst/>
                <a:uLnTx/>
                <a:uFillTx/>
                <a:latin typeface="Calibri"/>
                <a:ea typeface="+mn-ea"/>
                <a:cs typeface="+mn-cs"/>
              </a:rPr>
              <a:t>h</a:t>
            </a:r>
            <a:r>
              <a:rPr kumimoji="0" lang="en-US" sz="2400" b="0"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2400" b="0" i="0" u="none" strike="noStrike" kern="1200" cap="none" spc="0" normalizeH="0" baseline="0" noProof="0" dirty="0">
                <a:ln>
                  <a:noFill/>
                </a:ln>
                <a:solidFill>
                  <a:sysClr val="windowText" lastClr="000000"/>
                </a:solidFill>
                <a:effectLst/>
                <a:uLnTx/>
                <a:uFillTx/>
                <a:latin typeface="Calibri"/>
                <a:ea typeface="Cambria Math"/>
                <a:cs typeface="+mn-cs"/>
              </a:rPr>
              <a:t>−</a:t>
            </a:r>
            <a:r>
              <a:rPr kumimoji="0" lang="en-US" sz="2400" b="0"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2400" b="0" i="0" u="none" strike="noStrike" kern="1200" cap="none" spc="0" normalizeH="0" baseline="0" noProof="0" dirty="0">
                <a:ln>
                  <a:noFill/>
                </a:ln>
                <a:solidFill>
                  <a:sysClr val="windowText" lastClr="000000"/>
                </a:solidFill>
                <a:effectLst/>
                <a:uLnTx/>
                <a:uFillTx/>
                <a:latin typeface="Calibri"/>
                <a:ea typeface="Cambria Math" pitchFamily="18" charset="0"/>
                <a:cs typeface="+mn-cs"/>
              </a:rPr>
              <a:t>1</a:t>
            </a:r>
            <a:r>
              <a:rPr kumimoji="0" lang="en-US" sz="2400" b="0" i="0" u="none" strike="noStrike" kern="1200" cap="none" spc="0" normalizeH="0" baseline="0" noProof="0" dirty="0">
                <a:ln>
                  <a:noFill/>
                </a:ln>
                <a:solidFill>
                  <a:sysClr val="windowText" lastClr="000000"/>
                </a:solidFill>
                <a:effectLst/>
                <a:uLnTx/>
                <a:uFillTx/>
                <a:latin typeface="Calibri"/>
                <a:ea typeface="+mn-ea"/>
                <a:cs typeface="+mn-cs"/>
              </a:rPr>
              <a:t>. </a:t>
            </a:r>
          </a:p>
          <a:p>
            <a:pPr marL="342900" marR="0" lvl="0" indent="0" algn="l" defTabSz="914400" rtl="0" eaLnBrk="0" fontAlgn="base" latinLnBrk="0" hangingPunct="0">
              <a:lnSpc>
                <a:spcPct val="100000"/>
              </a:lnSpc>
              <a:spcBef>
                <a:spcPct val="20000"/>
              </a:spcBef>
              <a:spcAft>
                <a:spcPct val="0"/>
              </a:spcAft>
              <a:buClrTx/>
              <a:buSzTx/>
              <a:buFont typeface="Arial" charset="0"/>
              <a:buNone/>
              <a:tabLst/>
              <a:defRPr/>
            </a:pPr>
            <a:r>
              <a:rPr kumimoji="0" lang="en-US" sz="2400" b="1" i="0" u="none" strike="noStrike" kern="1200" cap="none" spc="0" normalizeH="0" baseline="0" noProof="0" dirty="0">
                <a:ln>
                  <a:noFill/>
                </a:ln>
                <a:solidFill>
                  <a:srgbClr val="FF0000"/>
                </a:solidFill>
                <a:effectLst/>
                <a:uLnTx/>
                <a:uFillTx/>
                <a:latin typeface="Calibri"/>
                <a:ea typeface="+mn-ea"/>
                <a:cs typeface="+mn-cs"/>
              </a:rPr>
              <a:t>Example</a:t>
            </a:r>
            <a:r>
              <a:rPr kumimoji="0" lang="en-US" sz="2400" b="0" i="0" u="none" strike="noStrike" kern="1200" cap="none" spc="0" normalizeH="0" baseline="0" noProof="0" dirty="0">
                <a:ln>
                  <a:noFill/>
                </a:ln>
                <a:solidFill>
                  <a:srgbClr val="FF0000"/>
                </a:solidFill>
                <a:effectLst/>
                <a:uLnTx/>
                <a:uFillTx/>
                <a:latin typeface="Calibri"/>
                <a:ea typeface="+mn-ea"/>
                <a:cs typeface="+mn-cs"/>
              </a:rPr>
              <a:t>:</a:t>
            </a:r>
            <a:r>
              <a:rPr kumimoji="0" lang="en-US" sz="2400" b="0" i="0" u="none" strike="noStrike" kern="1200" cap="none" spc="0" normalizeH="0" baseline="0" noProof="0" dirty="0">
                <a:ln>
                  <a:noFill/>
                </a:ln>
                <a:solidFill>
                  <a:sysClr val="windowText" lastClr="000000"/>
                </a:solidFill>
                <a:effectLst/>
                <a:uLnTx/>
                <a:uFillTx/>
                <a:latin typeface="Calibri"/>
                <a:ea typeface="+mn-ea"/>
                <a:cs typeface="+mn-cs"/>
              </a:rPr>
              <a:t> Which of the rooted trees shown below is balanced?</a:t>
            </a:r>
          </a:p>
          <a:p>
            <a:pPr marL="342900" marR="0" lvl="0" indent="0" algn="l" defTabSz="914400" rtl="0" eaLnBrk="0" fontAlgn="base" latinLnBrk="0" hangingPunct="0">
              <a:lnSpc>
                <a:spcPct val="100000"/>
              </a:lnSpc>
              <a:spcBef>
                <a:spcPct val="20000"/>
              </a:spcBef>
              <a:spcAft>
                <a:spcPct val="0"/>
              </a:spcAft>
              <a:buClrTx/>
              <a:buSzTx/>
              <a:buFont typeface="Arial" charset="0"/>
              <a:buNone/>
              <a:tabLst/>
              <a:defRPr/>
            </a:pPr>
            <a:endParaRPr kumimoji="0" lang="en-US" sz="2400" b="0" i="0" u="none" strike="noStrike" kern="1200" cap="none" spc="0" normalizeH="0" baseline="0" noProof="0" dirty="0">
              <a:ln>
                <a:noFill/>
              </a:ln>
              <a:solidFill>
                <a:sysClr val="windowText" lastClr="000000"/>
              </a:solidFill>
              <a:effectLst/>
              <a:uLnTx/>
              <a:uFillTx/>
              <a:latin typeface="Calibri"/>
              <a:ea typeface="+mn-ea"/>
              <a:cs typeface="+mn-cs"/>
            </a:endParaRPr>
          </a:p>
          <a:p>
            <a:pPr marL="342900" marR="0" lvl="0" indent="0" algn="l" defTabSz="914400" rtl="0" eaLnBrk="0" fontAlgn="base" latinLnBrk="0" hangingPunct="0">
              <a:lnSpc>
                <a:spcPct val="100000"/>
              </a:lnSpc>
              <a:spcBef>
                <a:spcPct val="20000"/>
              </a:spcBef>
              <a:spcAft>
                <a:spcPct val="0"/>
              </a:spcAft>
              <a:buClrTx/>
              <a:buSzTx/>
              <a:buFont typeface="Arial" charset="0"/>
              <a:buNone/>
              <a:tabLst/>
              <a:defRPr/>
            </a:pPr>
            <a:endParaRPr kumimoji="0" lang="en-US" sz="2400" b="0" i="0" u="none" strike="noStrike" kern="1200" cap="none" spc="0" normalizeH="0" baseline="0" noProof="0" dirty="0">
              <a:ln>
                <a:noFill/>
              </a:ln>
              <a:solidFill>
                <a:sysClr val="windowText" lastClr="000000"/>
              </a:solidFill>
              <a:effectLst/>
              <a:uLnTx/>
              <a:uFillTx/>
              <a:latin typeface="Calibri"/>
              <a:ea typeface="+mn-ea"/>
              <a:cs typeface="+mn-cs"/>
            </a:endParaRPr>
          </a:p>
          <a:p>
            <a:pPr marL="342900" marR="0" lvl="0" indent="0" algn="l" defTabSz="914400" rtl="0" eaLnBrk="0" fontAlgn="base" latinLnBrk="0" hangingPunct="0">
              <a:lnSpc>
                <a:spcPct val="100000"/>
              </a:lnSpc>
              <a:spcBef>
                <a:spcPct val="20000"/>
              </a:spcBef>
              <a:spcAft>
                <a:spcPct val="0"/>
              </a:spcAft>
              <a:buClrTx/>
              <a:buSzTx/>
              <a:buFont typeface="Arial" charset="0"/>
              <a:buNone/>
              <a:tabLst/>
              <a:defRPr/>
            </a:pPr>
            <a:endParaRPr kumimoji="0" lang="en-US" sz="2400" b="0" i="0" u="none" strike="noStrike" kern="1200" cap="none" spc="0" normalizeH="0" baseline="0" noProof="0" dirty="0">
              <a:ln>
                <a:noFill/>
              </a:ln>
              <a:solidFill>
                <a:sysClr val="windowText" lastClr="000000"/>
              </a:solidFill>
              <a:effectLst/>
              <a:uLnTx/>
              <a:uFillTx/>
              <a:latin typeface="Calibri"/>
              <a:ea typeface="+mn-ea"/>
              <a:cs typeface="+mn-cs"/>
            </a:endParaRPr>
          </a:p>
          <a:p>
            <a:pPr marL="342900" marR="0" lvl="0" indent="0" algn="l" defTabSz="914400" rtl="0" eaLnBrk="0" fontAlgn="base" latinLnBrk="0" hangingPunct="0">
              <a:lnSpc>
                <a:spcPct val="100000"/>
              </a:lnSpc>
              <a:spcBef>
                <a:spcPct val="20000"/>
              </a:spcBef>
              <a:spcAft>
                <a:spcPct val="0"/>
              </a:spcAft>
              <a:buClrTx/>
              <a:buSzTx/>
              <a:buFont typeface="Arial" charset="0"/>
              <a:buNone/>
              <a:tabLst/>
              <a:defRPr/>
            </a:pPr>
            <a:endParaRPr kumimoji="0" lang="en-US" sz="2400" b="1" i="0" u="none" strike="noStrike" kern="1200" cap="none" spc="0" normalizeH="0" baseline="0" noProof="0" dirty="0">
              <a:ln>
                <a:noFill/>
              </a:ln>
              <a:solidFill>
                <a:sysClr val="windowText" lastClr="000000"/>
              </a:solidFill>
              <a:effectLst/>
              <a:uLnTx/>
              <a:uFillTx/>
              <a:latin typeface="Calibri"/>
              <a:ea typeface="+mn-ea"/>
              <a:cs typeface="+mn-cs"/>
            </a:endParaRPr>
          </a:p>
          <a:p>
            <a:pPr marL="342900" marR="0" lvl="0" indent="0" algn="l" defTabSz="914400" rtl="0" eaLnBrk="0" fontAlgn="base" latinLnBrk="0" hangingPunct="0">
              <a:lnSpc>
                <a:spcPct val="100000"/>
              </a:lnSpc>
              <a:spcBef>
                <a:spcPct val="20000"/>
              </a:spcBef>
              <a:spcAft>
                <a:spcPct val="0"/>
              </a:spcAft>
              <a:buClrTx/>
              <a:buSzTx/>
              <a:buFont typeface="Arial" charset="0"/>
              <a:buNone/>
              <a:tabLst/>
              <a:defRPr/>
            </a:pPr>
            <a:endParaRPr kumimoji="0" lang="en-US" sz="2400" b="1" i="0" u="none" strike="noStrike" kern="1200" cap="none" spc="0" normalizeH="0" baseline="0" noProof="0" dirty="0">
              <a:ln>
                <a:noFill/>
              </a:ln>
              <a:solidFill>
                <a:sysClr val="windowText" lastClr="000000"/>
              </a:solidFill>
              <a:effectLst/>
              <a:uLnTx/>
              <a:uFillTx/>
              <a:latin typeface="Calibri"/>
              <a:ea typeface="+mn-ea"/>
              <a:cs typeface="+mn-cs"/>
            </a:endParaRPr>
          </a:p>
          <a:p>
            <a:pPr marL="342900" marR="0" lvl="0" indent="0" algn="l" defTabSz="914400" rtl="0" eaLnBrk="0" fontAlgn="base" latinLnBrk="0" hangingPunct="0">
              <a:lnSpc>
                <a:spcPct val="100000"/>
              </a:lnSpc>
              <a:spcBef>
                <a:spcPct val="20000"/>
              </a:spcBef>
              <a:spcAft>
                <a:spcPct val="0"/>
              </a:spcAft>
              <a:buClrTx/>
              <a:buSzTx/>
              <a:buFont typeface="Arial" charset="0"/>
              <a:buNone/>
              <a:tabLst/>
              <a:defRPr/>
            </a:pPr>
            <a:r>
              <a:rPr kumimoji="0" lang="en-US" sz="2400" b="1" i="0" u="none" strike="noStrike" kern="1200" cap="none" spc="0" normalizeH="0" baseline="0" noProof="0" dirty="0">
                <a:ln>
                  <a:noFill/>
                </a:ln>
                <a:solidFill>
                  <a:srgbClr val="0000FF"/>
                </a:solidFill>
                <a:effectLst/>
                <a:uLnTx/>
                <a:uFillTx/>
                <a:latin typeface="Calibri"/>
                <a:ea typeface="+mn-ea"/>
                <a:cs typeface="+mn-cs"/>
              </a:rPr>
              <a:t>Solution</a:t>
            </a:r>
            <a:r>
              <a:rPr kumimoji="0" lang="en-US" sz="2400" b="0" i="0" u="none" strike="noStrike" kern="1200" cap="none" spc="0" normalizeH="0" baseline="0" noProof="0" dirty="0">
                <a:ln>
                  <a:noFill/>
                </a:ln>
                <a:solidFill>
                  <a:srgbClr val="0000FF"/>
                </a:solidFill>
                <a:effectLst/>
                <a:uLnTx/>
                <a:uFillTx/>
                <a:latin typeface="Calibri"/>
                <a:ea typeface="+mn-ea"/>
                <a:cs typeface="+mn-cs"/>
              </a:rPr>
              <a:t>:</a:t>
            </a:r>
            <a:r>
              <a:rPr kumimoji="0" lang="en-US" sz="2400" b="0"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2400" b="0" i="1" u="none" strike="noStrike" kern="1200" cap="none" spc="0" normalizeH="0" baseline="0" noProof="0" dirty="0">
                <a:ln>
                  <a:noFill/>
                </a:ln>
                <a:solidFill>
                  <a:sysClr val="windowText" lastClr="000000"/>
                </a:solidFill>
                <a:effectLst/>
                <a:uLnTx/>
                <a:uFillTx/>
                <a:latin typeface="Calibri"/>
                <a:ea typeface="+mn-ea"/>
                <a:cs typeface="+mn-cs"/>
              </a:rPr>
              <a:t>T</a:t>
            </a:r>
            <a:r>
              <a:rPr kumimoji="0" lang="en-US" sz="2400" b="0" i="0" u="none" strike="noStrike" kern="1200" cap="none" spc="0" normalizeH="0" baseline="-25000" noProof="0" dirty="0">
                <a:ln>
                  <a:noFill/>
                </a:ln>
                <a:solidFill>
                  <a:sysClr val="windowText" lastClr="000000"/>
                </a:solidFill>
                <a:effectLst/>
                <a:uLnTx/>
                <a:uFillTx/>
                <a:latin typeface="Calibri"/>
                <a:ea typeface="Cambria Math" pitchFamily="18" charset="0"/>
                <a:cs typeface="+mn-cs"/>
              </a:rPr>
              <a:t>1</a:t>
            </a:r>
            <a:r>
              <a:rPr kumimoji="0" lang="en-US" sz="2400" b="0" i="0" u="none" strike="noStrike" kern="1200" cap="none" spc="0" normalizeH="0" baseline="0" noProof="0" dirty="0">
                <a:ln>
                  <a:noFill/>
                </a:ln>
                <a:solidFill>
                  <a:sysClr val="windowText" lastClr="000000"/>
                </a:solidFill>
                <a:effectLst/>
                <a:uLnTx/>
                <a:uFillTx/>
                <a:latin typeface="Calibri"/>
                <a:ea typeface="Cambria Math" pitchFamily="18" charset="0"/>
                <a:cs typeface="+mn-cs"/>
              </a:rPr>
              <a:t> </a:t>
            </a:r>
            <a:r>
              <a:rPr kumimoji="0" lang="en-US" sz="2400" b="0" i="0" u="none" strike="noStrike" kern="1200" cap="none" spc="0" normalizeH="0" baseline="0" noProof="0" dirty="0">
                <a:ln>
                  <a:noFill/>
                </a:ln>
                <a:solidFill>
                  <a:sysClr val="windowText" lastClr="000000"/>
                </a:solidFill>
                <a:effectLst/>
                <a:uLnTx/>
                <a:uFillTx/>
                <a:latin typeface="Calibri"/>
                <a:ea typeface="+mn-ea"/>
                <a:cs typeface="+mn-cs"/>
              </a:rPr>
              <a:t>and </a:t>
            </a:r>
            <a:r>
              <a:rPr kumimoji="0" lang="en-US" sz="2400" b="0" i="1" u="none" strike="noStrike" kern="1200" cap="none" spc="0" normalizeH="0" baseline="0" noProof="0" dirty="0">
                <a:ln>
                  <a:noFill/>
                </a:ln>
                <a:solidFill>
                  <a:sysClr val="windowText" lastClr="000000"/>
                </a:solidFill>
                <a:effectLst/>
                <a:uLnTx/>
                <a:uFillTx/>
                <a:latin typeface="Calibri"/>
                <a:ea typeface="+mn-ea"/>
                <a:cs typeface="+mn-cs"/>
              </a:rPr>
              <a:t>T</a:t>
            </a:r>
            <a:r>
              <a:rPr kumimoji="0" lang="en-US" sz="2400" b="0" i="0" u="none" strike="noStrike" kern="1200" cap="none" spc="0" normalizeH="0" baseline="-25000" noProof="0" dirty="0">
                <a:ln>
                  <a:noFill/>
                </a:ln>
                <a:solidFill>
                  <a:sysClr val="windowText" lastClr="000000"/>
                </a:solidFill>
                <a:effectLst/>
                <a:uLnTx/>
                <a:uFillTx/>
                <a:latin typeface="Calibri"/>
                <a:ea typeface="Cambria Math" pitchFamily="18" charset="0"/>
                <a:cs typeface="+mn-cs"/>
              </a:rPr>
              <a:t>3</a:t>
            </a:r>
            <a:r>
              <a:rPr kumimoji="0" lang="en-US" sz="2400" b="0" i="0" u="none" strike="noStrike" kern="1200" cap="none" spc="0" normalizeH="0" baseline="0" noProof="0" dirty="0">
                <a:ln>
                  <a:noFill/>
                </a:ln>
                <a:solidFill>
                  <a:sysClr val="windowText" lastClr="000000"/>
                </a:solidFill>
                <a:effectLst/>
                <a:uLnTx/>
                <a:uFillTx/>
                <a:latin typeface="Calibri"/>
                <a:ea typeface="+mn-ea"/>
                <a:cs typeface="+mn-cs"/>
              </a:rPr>
              <a:t> are balanced, but </a:t>
            </a:r>
            <a:r>
              <a:rPr kumimoji="0" lang="en-US" sz="2400" b="0" i="1" u="none" strike="noStrike" kern="1200" cap="none" spc="0" normalizeH="0" baseline="0" noProof="0" dirty="0">
                <a:ln>
                  <a:noFill/>
                </a:ln>
                <a:solidFill>
                  <a:sysClr val="windowText" lastClr="000000"/>
                </a:solidFill>
                <a:effectLst/>
                <a:uLnTx/>
                <a:uFillTx/>
                <a:latin typeface="Calibri"/>
                <a:ea typeface="+mn-ea"/>
                <a:cs typeface="+mn-cs"/>
              </a:rPr>
              <a:t>T</a:t>
            </a:r>
            <a:r>
              <a:rPr kumimoji="0" lang="en-US" sz="2400" b="0" i="0" u="none" strike="noStrike" kern="1200" cap="none" spc="0" normalizeH="0" baseline="-25000" noProof="0" dirty="0">
                <a:ln>
                  <a:noFill/>
                </a:ln>
                <a:solidFill>
                  <a:sysClr val="windowText" lastClr="000000"/>
                </a:solidFill>
                <a:effectLst/>
                <a:uLnTx/>
                <a:uFillTx/>
                <a:latin typeface="Calibri"/>
                <a:ea typeface="Cambria Math" pitchFamily="18" charset="0"/>
                <a:cs typeface="+mn-cs"/>
              </a:rPr>
              <a:t>2</a:t>
            </a:r>
            <a:r>
              <a:rPr kumimoji="0" lang="en-US" sz="2400" b="0" i="0" u="none" strike="noStrike" kern="1200" cap="none" spc="0" normalizeH="0" baseline="0" noProof="0" dirty="0">
                <a:ln>
                  <a:noFill/>
                </a:ln>
                <a:solidFill>
                  <a:sysClr val="windowText" lastClr="000000"/>
                </a:solidFill>
                <a:effectLst/>
                <a:uLnTx/>
                <a:uFillTx/>
                <a:latin typeface="Calibri"/>
                <a:ea typeface="+mn-ea"/>
                <a:cs typeface="+mn-cs"/>
              </a:rPr>
              <a:t> is not because it has leaves at levels </a:t>
            </a:r>
            <a:r>
              <a:rPr kumimoji="0" lang="en-US" sz="2400" b="0" i="0" u="none" strike="noStrike" kern="1200" cap="none" spc="0" normalizeH="0" baseline="0" noProof="0" dirty="0">
                <a:ln>
                  <a:noFill/>
                </a:ln>
                <a:solidFill>
                  <a:sysClr val="windowText" lastClr="000000"/>
                </a:solidFill>
                <a:effectLst/>
                <a:uLnTx/>
                <a:uFillTx/>
                <a:latin typeface="Calibri"/>
                <a:ea typeface="Cambria Math" pitchFamily="18" charset="0"/>
                <a:cs typeface="+mn-cs"/>
              </a:rPr>
              <a:t>2</a:t>
            </a:r>
            <a:r>
              <a:rPr kumimoji="0" lang="en-US" sz="2400" b="0"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2400" b="0" i="0" u="none" strike="noStrike" kern="1200" cap="none" spc="0" normalizeH="0" baseline="0" noProof="0" dirty="0">
                <a:ln>
                  <a:noFill/>
                </a:ln>
                <a:solidFill>
                  <a:sysClr val="windowText" lastClr="000000"/>
                </a:solidFill>
                <a:effectLst/>
                <a:uLnTx/>
                <a:uFillTx/>
                <a:latin typeface="Calibri"/>
                <a:ea typeface="Cambria Math" pitchFamily="18" charset="0"/>
                <a:cs typeface="+mn-cs"/>
              </a:rPr>
              <a:t>3</a:t>
            </a:r>
            <a:r>
              <a:rPr kumimoji="0" lang="en-US" sz="2400" b="0" i="0" u="none" strike="noStrike" kern="1200" cap="none" spc="0" normalizeH="0" baseline="0" noProof="0" dirty="0">
                <a:ln>
                  <a:noFill/>
                </a:ln>
                <a:solidFill>
                  <a:sysClr val="windowText" lastClr="000000"/>
                </a:solidFill>
                <a:effectLst/>
                <a:uLnTx/>
                <a:uFillTx/>
                <a:latin typeface="Calibri"/>
                <a:ea typeface="+mn-ea"/>
                <a:cs typeface="+mn-cs"/>
              </a:rPr>
              <a:t>, and </a:t>
            </a:r>
            <a:r>
              <a:rPr kumimoji="0" lang="en-US" sz="2400" b="0" i="0" u="none" strike="noStrike" kern="1200" cap="none" spc="0" normalizeH="0" baseline="0" noProof="0" dirty="0">
                <a:ln>
                  <a:noFill/>
                </a:ln>
                <a:solidFill>
                  <a:sysClr val="windowText" lastClr="000000"/>
                </a:solidFill>
                <a:effectLst/>
                <a:uLnTx/>
                <a:uFillTx/>
                <a:latin typeface="Calibri"/>
                <a:ea typeface="Cambria Math" pitchFamily="18" charset="0"/>
                <a:cs typeface="+mn-cs"/>
              </a:rPr>
              <a:t>4</a:t>
            </a:r>
            <a:r>
              <a:rPr kumimoji="0" lang="en-US" sz="2400" b="0" i="0" u="none" strike="noStrike" kern="1200" cap="none" spc="0" normalizeH="0" baseline="0" noProof="0" dirty="0">
                <a:ln>
                  <a:noFill/>
                </a:ln>
                <a:solidFill>
                  <a:sysClr val="windowText" lastClr="000000"/>
                </a:solidFill>
                <a:effectLst/>
                <a:uLnTx/>
                <a:uFillTx/>
                <a:latin typeface="Calibri"/>
                <a:ea typeface="+mn-ea"/>
                <a:cs typeface="+mn-cs"/>
              </a:rPr>
              <a:t>. </a:t>
            </a:r>
          </a:p>
        </p:txBody>
      </p:sp>
      <p:pic>
        <p:nvPicPr>
          <p:cNvPr id="9" name="Picture 8">
            <a:extLst>
              <a:ext uri="{FF2B5EF4-FFF2-40B4-BE49-F238E27FC236}">
                <a16:creationId xmlns:a16="http://schemas.microsoft.com/office/drawing/2014/main" id="{371AE226-6F16-4BA4-9F99-E84AF2CF012F}"/>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438400" y="3276600"/>
            <a:ext cx="5734050" cy="1750314"/>
          </a:xfrm>
          <a:prstGeom prst="rect">
            <a:avLst/>
          </a:prstGeom>
        </p:spPr>
      </p:pic>
    </p:spTree>
    <p:extLst>
      <p:ext uri="{BB962C8B-B14F-4D97-AF65-F5344CB8AC3E}">
        <p14:creationId xmlns:p14="http://schemas.microsoft.com/office/powerpoint/2010/main" val="3490271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fontScale="85000"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Bound for the Number of Leaves in an m-</a:t>
            </a:r>
            <a:r>
              <a:rPr lang="en-US" sz="2600" b="1" dirty="0" err="1">
                <a:solidFill>
                  <a:schemeClr val="tx1"/>
                </a:solidFill>
              </a:rPr>
              <a:t>ary</a:t>
            </a:r>
            <a:r>
              <a:rPr lang="en-US" sz="2600" b="1" dirty="0">
                <a:solidFill>
                  <a:schemeClr val="tx1"/>
                </a:solidFill>
              </a:rPr>
              <a:t> Tree</a:t>
            </a:r>
          </a:p>
        </p:txBody>
      </p:sp>
      <p:sp>
        <p:nvSpPr>
          <p:cNvPr id="7" name="Content Placeholder 2">
            <a:extLst>
              <a:ext uri="{FF2B5EF4-FFF2-40B4-BE49-F238E27FC236}">
                <a16:creationId xmlns:a16="http://schemas.microsoft.com/office/drawing/2014/main" id="{92FB7E8B-3CAA-43B7-8F7C-A61178882665}"/>
              </a:ext>
            </a:extLst>
          </p:cNvPr>
          <p:cNvSpPr txBox="1">
            <a:spLocks/>
          </p:cNvSpPr>
          <p:nvPr/>
        </p:nvSpPr>
        <p:spPr bwMode="auto">
          <a:xfrm>
            <a:off x="457200" y="2209800"/>
            <a:ext cx="8229600" cy="3733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0" fontAlgn="base" latinLnBrk="0" hangingPunct="0">
              <a:lnSpc>
                <a:spcPct val="100000"/>
              </a:lnSpc>
              <a:spcBef>
                <a:spcPct val="20000"/>
              </a:spcBef>
              <a:spcAft>
                <a:spcPct val="0"/>
              </a:spcAft>
              <a:buClrTx/>
              <a:buSzTx/>
              <a:buFont typeface="Arial" charset="0"/>
              <a:buChar char="•"/>
              <a:tabLst/>
              <a:defRPr/>
            </a:pPr>
            <a:r>
              <a:rPr kumimoji="0" lang="en-US" sz="3200" b="1" i="0" u="none" strike="noStrike" kern="1200" cap="none" spc="0" normalizeH="0" baseline="0" noProof="0">
                <a:ln>
                  <a:noFill/>
                </a:ln>
                <a:solidFill>
                  <a:srgbClr val="FF0000"/>
                </a:solidFill>
                <a:effectLst/>
                <a:uLnTx/>
                <a:uFillTx/>
                <a:latin typeface="Calibri"/>
                <a:ea typeface="+mn-ea"/>
                <a:cs typeface="+mn-cs"/>
              </a:rPr>
              <a:t>Theorem </a:t>
            </a:r>
            <a:r>
              <a:rPr kumimoji="0" lang="en-US" sz="3200" b="1" i="0" u="none" strike="noStrike" kern="1200" cap="none" spc="0" normalizeH="0" baseline="0" noProof="0">
                <a:ln>
                  <a:noFill/>
                </a:ln>
                <a:solidFill>
                  <a:srgbClr val="FF0000"/>
                </a:solidFill>
                <a:effectLst/>
                <a:uLnTx/>
                <a:uFillTx/>
                <a:latin typeface="Cambria Math" pitchFamily="18" charset="0"/>
                <a:ea typeface="Cambria Math" pitchFamily="18" charset="0"/>
                <a:cs typeface="+mn-cs"/>
              </a:rPr>
              <a:t>5</a:t>
            </a:r>
            <a:r>
              <a:rPr kumimoji="0" lang="en-US" sz="3200" b="0" i="0" u="none" strike="noStrike" kern="1200" cap="none" spc="0" normalizeH="0" baseline="0" noProof="0">
                <a:ln>
                  <a:noFill/>
                </a:ln>
                <a:solidFill>
                  <a:srgbClr val="FF0000"/>
                </a:solidFill>
                <a:effectLst/>
                <a:uLnTx/>
                <a:uFillTx/>
                <a:latin typeface="Calibri"/>
                <a:ea typeface="+mn-ea"/>
                <a:cs typeface="+mn-cs"/>
              </a:rPr>
              <a:t>:</a:t>
            </a:r>
            <a:r>
              <a:rPr kumimoji="0" lang="en-US" sz="3200" b="0" i="0" u="none" strike="noStrike" kern="1200" cap="none" spc="0" normalizeH="0" baseline="0" noProof="0">
                <a:ln>
                  <a:noFill/>
                </a:ln>
                <a:solidFill>
                  <a:sysClr val="windowText" lastClr="000000"/>
                </a:solidFill>
                <a:effectLst/>
                <a:uLnTx/>
                <a:uFillTx/>
                <a:latin typeface="Calibri"/>
                <a:ea typeface="+mn-ea"/>
                <a:cs typeface="+mn-cs"/>
              </a:rPr>
              <a:t> There are </a:t>
            </a:r>
            <a:r>
              <a:rPr kumimoji="0" lang="en-US" sz="3200" b="1" i="0" u="none" strike="noStrike" kern="1200" cap="none" spc="0" normalizeH="0" baseline="0" noProof="0">
                <a:ln>
                  <a:noFill/>
                </a:ln>
                <a:solidFill>
                  <a:sysClr val="windowText" lastClr="000000"/>
                </a:solidFill>
                <a:effectLst/>
                <a:uLnTx/>
                <a:uFillTx/>
                <a:latin typeface="Calibri"/>
                <a:ea typeface="+mn-ea"/>
                <a:cs typeface="+mn-cs"/>
              </a:rPr>
              <a:t>at</a:t>
            </a:r>
            <a:r>
              <a:rPr kumimoji="0" lang="en-US" sz="3200" b="0" i="0" u="none" strike="noStrike" kern="1200" cap="none" spc="0" normalizeH="0" baseline="0" noProof="0">
                <a:ln>
                  <a:noFill/>
                </a:ln>
                <a:solidFill>
                  <a:sysClr val="windowText" lastClr="000000"/>
                </a:solidFill>
                <a:effectLst/>
                <a:uLnTx/>
                <a:uFillTx/>
                <a:latin typeface="Calibri"/>
                <a:ea typeface="+mn-ea"/>
                <a:cs typeface="+mn-cs"/>
              </a:rPr>
              <a:t> </a:t>
            </a:r>
            <a:r>
              <a:rPr kumimoji="0" lang="en-US" sz="3200" b="1" i="0" u="none" strike="noStrike" kern="1200" cap="none" spc="0" normalizeH="0" baseline="0" noProof="0">
                <a:ln>
                  <a:noFill/>
                </a:ln>
                <a:solidFill>
                  <a:sysClr val="windowText" lastClr="000000"/>
                </a:solidFill>
                <a:effectLst/>
                <a:uLnTx/>
                <a:uFillTx/>
                <a:latin typeface="Calibri"/>
                <a:ea typeface="+mn-ea"/>
                <a:cs typeface="+mn-cs"/>
              </a:rPr>
              <a:t>most</a:t>
            </a:r>
            <a:r>
              <a:rPr kumimoji="0" lang="en-US" sz="3200" b="0" i="0" u="none" strike="noStrike" kern="1200" cap="none" spc="0" normalizeH="0" baseline="0" noProof="0">
                <a:ln>
                  <a:noFill/>
                </a:ln>
                <a:solidFill>
                  <a:sysClr val="windowText" lastClr="000000"/>
                </a:solidFill>
                <a:effectLst/>
                <a:uLnTx/>
                <a:uFillTx/>
                <a:latin typeface="Calibri"/>
                <a:ea typeface="+mn-ea"/>
                <a:cs typeface="+mn-cs"/>
              </a:rPr>
              <a:t> </a:t>
            </a:r>
            <a:r>
              <a:rPr kumimoji="0" lang="en-US" sz="3200" b="1" i="1" u="none" strike="noStrike" kern="1200" cap="none" spc="0" normalizeH="0" baseline="0" noProof="0">
                <a:ln>
                  <a:noFill/>
                </a:ln>
                <a:solidFill>
                  <a:sysClr val="windowText" lastClr="000000"/>
                </a:solidFill>
                <a:effectLst/>
                <a:uLnTx/>
                <a:uFillTx/>
                <a:latin typeface="Calibri"/>
                <a:ea typeface="+mn-ea"/>
                <a:cs typeface="+mn-cs"/>
              </a:rPr>
              <a:t>m</a:t>
            </a:r>
            <a:r>
              <a:rPr kumimoji="0" lang="en-US" sz="3200" b="1" i="1" u="none" strike="noStrike" kern="1200" cap="none" spc="0" normalizeH="0" baseline="30000" noProof="0">
                <a:ln>
                  <a:noFill/>
                </a:ln>
                <a:solidFill>
                  <a:sysClr val="windowText" lastClr="000000"/>
                </a:solidFill>
                <a:effectLst/>
                <a:uLnTx/>
                <a:uFillTx/>
                <a:latin typeface="Calibri"/>
                <a:ea typeface="+mn-ea"/>
                <a:cs typeface="+mn-cs"/>
              </a:rPr>
              <a:t>h</a:t>
            </a:r>
            <a:r>
              <a:rPr kumimoji="0" lang="en-US" sz="3200" b="0" i="0" u="none" strike="noStrike" kern="1200" cap="none" spc="0" normalizeH="0" baseline="0" noProof="0">
                <a:ln>
                  <a:noFill/>
                </a:ln>
                <a:solidFill>
                  <a:sysClr val="windowText" lastClr="000000"/>
                </a:solidFill>
                <a:effectLst/>
                <a:uLnTx/>
                <a:uFillTx/>
                <a:latin typeface="Calibri"/>
                <a:ea typeface="+mn-ea"/>
                <a:cs typeface="+mn-cs"/>
              </a:rPr>
              <a:t> </a:t>
            </a:r>
            <a:r>
              <a:rPr kumimoji="0" lang="en-US" sz="3200" b="1" i="0" u="none" strike="noStrike" kern="1200" cap="none" spc="0" normalizeH="0" baseline="0" noProof="0">
                <a:ln>
                  <a:noFill/>
                </a:ln>
                <a:solidFill>
                  <a:sysClr val="windowText" lastClr="000000"/>
                </a:solidFill>
                <a:effectLst/>
                <a:uLnTx/>
                <a:uFillTx/>
                <a:latin typeface="Calibri"/>
                <a:ea typeface="+mn-ea"/>
                <a:cs typeface="+mn-cs"/>
              </a:rPr>
              <a:t>leaves</a:t>
            </a:r>
            <a:r>
              <a:rPr kumimoji="0" lang="en-US" sz="3200" b="0" i="0" u="none" strike="noStrike" kern="1200" cap="none" spc="0" normalizeH="0" baseline="0" noProof="0">
                <a:ln>
                  <a:noFill/>
                </a:ln>
                <a:solidFill>
                  <a:sysClr val="windowText" lastClr="000000"/>
                </a:solidFill>
                <a:effectLst/>
                <a:uLnTx/>
                <a:uFillTx/>
                <a:latin typeface="Calibri"/>
                <a:ea typeface="+mn-ea"/>
                <a:cs typeface="+mn-cs"/>
              </a:rPr>
              <a:t> in an </a:t>
            </a:r>
            <a:r>
              <a:rPr kumimoji="0" lang="en-US" sz="3200" b="0" i="1" u="none" strike="noStrike" kern="1200" cap="none" spc="0" normalizeH="0" baseline="0" noProof="0">
                <a:ln>
                  <a:noFill/>
                </a:ln>
                <a:solidFill>
                  <a:sysClr val="windowText" lastClr="000000"/>
                </a:solidFill>
                <a:effectLst/>
                <a:uLnTx/>
                <a:uFillTx/>
                <a:latin typeface="Calibri"/>
                <a:ea typeface="+mn-ea"/>
                <a:cs typeface="+mn-cs"/>
              </a:rPr>
              <a:t>m</a:t>
            </a:r>
            <a:r>
              <a:rPr kumimoji="0" lang="en-US" sz="3200" b="0" i="0" u="none" strike="noStrike" kern="1200" cap="none" spc="0" normalizeH="0" baseline="0" noProof="0">
                <a:ln>
                  <a:noFill/>
                </a:ln>
                <a:solidFill>
                  <a:sysClr val="windowText" lastClr="000000"/>
                </a:solidFill>
                <a:effectLst/>
                <a:uLnTx/>
                <a:uFillTx/>
                <a:latin typeface="Calibri"/>
                <a:ea typeface="+mn-ea"/>
                <a:cs typeface="+mn-cs"/>
              </a:rPr>
              <a:t>-ary tree of height </a:t>
            </a:r>
            <a:r>
              <a:rPr kumimoji="0" lang="en-US" sz="3200" b="0" i="1" u="none" strike="noStrike" kern="1200" cap="none" spc="0" normalizeH="0" baseline="0" noProof="0">
                <a:ln>
                  <a:noFill/>
                </a:ln>
                <a:solidFill>
                  <a:sysClr val="windowText" lastClr="000000"/>
                </a:solidFill>
                <a:effectLst/>
                <a:uLnTx/>
                <a:uFillTx/>
                <a:latin typeface="Calibri"/>
                <a:ea typeface="+mn-ea"/>
                <a:cs typeface="+mn-cs"/>
              </a:rPr>
              <a:t>h</a:t>
            </a:r>
            <a:r>
              <a:rPr kumimoji="0" lang="en-US" sz="3200" b="0" i="0" u="none" strike="noStrike" kern="1200" cap="none" spc="0" normalizeH="0" baseline="0" noProof="0">
                <a:ln>
                  <a:noFill/>
                </a:ln>
                <a:solidFill>
                  <a:sysClr val="windowText" lastClr="000000"/>
                </a:solidFill>
                <a:effectLst/>
                <a:uLnTx/>
                <a:uFillTx/>
                <a:latin typeface="Calibri"/>
                <a:ea typeface="+mn-ea"/>
                <a:cs typeface="+mn-cs"/>
              </a:rPr>
              <a:t>.</a:t>
            </a:r>
          </a:p>
          <a:p>
            <a:pPr marL="342900" marR="0" lvl="0" indent="-342900" algn="l" defTabSz="914400" rtl="0" eaLnBrk="0" fontAlgn="base" latinLnBrk="0" hangingPunct="0">
              <a:lnSpc>
                <a:spcPct val="100000"/>
              </a:lnSpc>
              <a:spcBef>
                <a:spcPct val="20000"/>
              </a:spcBef>
              <a:spcAft>
                <a:spcPct val="0"/>
              </a:spcAft>
              <a:buClrTx/>
              <a:buSzTx/>
              <a:buFont typeface="Arial" charset="0"/>
              <a:buNone/>
              <a:tabLst/>
              <a:defRPr/>
            </a:pPr>
            <a:endParaRPr kumimoji="0" lang="en-US" sz="3200" b="0" i="0" u="none" strike="noStrike" kern="1200" cap="none" spc="0" normalizeH="0" baseline="0" noProof="0" dirty="0">
              <a:ln>
                <a:noFill/>
              </a:ln>
              <a:solidFill>
                <a:sysClr val="windowText" lastClr="000000"/>
              </a:solidFill>
              <a:effectLst/>
              <a:uLnTx/>
              <a:uFillTx/>
              <a:latin typeface="Calibri"/>
              <a:ea typeface="+mn-ea"/>
              <a:cs typeface="+mn-cs"/>
            </a:endParaRPr>
          </a:p>
        </p:txBody>
      </p:sp>
    </p:spTree>
    <p:extLst>
      <p:ext uri="{BB962C8B-B14F-4D97-AF65-F5344CB8AC3E}">
        <p14:creationId xmlns:p14="http://schemas.microsoft.com/office/powerpoint/2010/main" val="40110053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6" name="Rectangle 5">
            <a:extLst>
              <a:ext uri="{FF2B5EF4-FFF2-40B4-BE49-F238E27FC236}">
                <a16:creationId xmlns:a16="http://schemas.microsoft.com/office/drawing/2014/main" id="{74D4C03A-E8EF-4A32-8E65-D1DF5EC3C2DF}"/>
              </a:ext>
            </a:extLst>
          </p:cNvPr>
          <p:cNvSpPr/>
          <p:nvPr/>
        </p:nvSpPr>
        <p:spPr>
          <a:xfrm>
            <a:off x="562707" y="1767006"/>
            <a:ext cx="7891975" cy="1200329"/>
          </a:xfrm>
          <a:prstGeom prst="rect">
            <a:avLst/>
          </a:prstGeom>
        </p:spPr>
        <p:txBody>
          <a:bodyPr wrap="square">
            <a:spAutoFit/>
          </a:bodyPr>
          <a:lstStyle/>
          <a:p>
            <a:pPr marL="285750" indent="-285750">
              <a:buFont typeface="Arial" panose="020B0604020202020204" pitchFamily="34" charset="0"/>
              <a:buChar char="•"/>
            </a:pPr>
            <a:r>
              <a:rPr lang="en-US" b="1" dirty="0"/>
              <a:t>Rosen, K. H., &amp; </a:t>
            </a:r>
            <a:r>
              <a:rPr lang="en-US" b="1" dirty="0" err="1"/>
              <a:t>Krithivasan</a:t>
            </a:r>
            <a:r>
              <a:rPr lang="en-US" b="1" dirty="0"/>
              <a:t>, K. (2012). Discrete mathematics and its applications: with combinatorics and graph theory. Tata McGraw-Hill Education. (7</a:t>
            </a:r>
            <a:r>
              <a:rPr lang="en-US" b="1" baseline="30000" dirty="0"/>
              <a:t>th</a:t>
            </a:r>
            <a:r>
              <a:rPr lang="en-US" b="1" dirty="0"/>
              <a:t> Edition)</a:t>
            </a:r>
          </a:p>
          <a:p>
            <a:pPr marL="285750" indent="-285750">
              <a:buFont typeface="Arial" panose="020B0604020202020204" pitchFamily="34" charset="0"/>
              <a:buChar char="•"/>
            </a:pPr>
            <a:r>
              <a:rPr lang="en-US" dirty="0"/>
              <a:t>Liu, C. L. (1986). Elements of discrete mathematics. Tata McGraw-Hill Education.</a:t>
            </a:r>
          </a:p>
        </p:txBody>
      </p:sp>
    </p:spTree>
    <p:extLst>
      <p:ext uri="{BB962C8B-B14F-4D97-AF65-F5344CB8AC3E}">
        <p14:creationId xmlns:p14="http://schemas.microsoft.com/office/powerpoint/2010/main" val="10887172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335494" y="1789566"/>
            <a:ext cx="8372408" cy="2862322"/>
          </a:xfrm>
          <a:prstGeom prst="rect">
            <a:avLst/>
          </a:prstGeom>
          <a:noFill/>
        </p:spPr>
        <p:txBody>
          <a:bodyPr wrap="square" rtlCol="0">
            <a:spAutoFit/>
          </a:bodyPr>
          <a:lstStyle/>
          <a:p>
            <a:pPr marL="457200" lvl="0" indent="-457200">
              <a:buFont typeface="+mj-lt"/>
              <a:buAutoNum type="arabicPeriod"/>
            </a:pPr>
            <a:r>
              <a:rPr lang="en-US" dirty="0"/>
              <a:t>Discrete Mathematics, </a:t>
            </a:r>
            <a:r>
              <a:rPr lang="en-US" i="1" dirty="0"/>
              <a:t>Richard</a:t>
            </a:r>
            <a:r>
              <a:rPr lang="en-US" dirty="0"/>
              <a:t> </a:t>
            </a:r>
            <a:r>
              <a:rPr lang="en-US" i="1" dirty="0" err="1"/>
              <a:t>Johnsonbaugh</a:t>
            </a:r>
            <a:r>
              <a:rPr lang="en-US" dirty="0"/>
              <a:t>, Pearson education, Inc.</a:t>
            </a:r>
          </a:p>
          <a:p>
            <a:pPr marL="457200" lvl="0" indent="-457200">
              <a:buFont typeface="+mj-lt"/>
              <a:buAutoNum type="arabicPeriod"/>
            </a:pPr>
            <a:r>
              <a:rPr lang="en-US" dirty="0"/>
              <a:t>Discrete Mathematical Structures, </a:t>
            </a:r>
            <a:r>
              <a:rPr lang="en-US" i="1" dirty="0"/>
              <a:t>Bernard</a:t>
            </a:r>
            <a:r>
              <a:rPr lang="en-US" dirty="0"/>
              <a:t> </a:t>
            </a:r>
            <a:r>
              <a:rPr lang="en-US" i="1" dirty="0" err="1"/>
              <a:t>Kolman</a:t>
            </a:r>
            <a:r>
              <a:rPr lang="en-US" dirty="0"/>
              <a:t>, </a:t>
            </a:r>
            <a:r>
              <a:rPr lang="en-US" i="1" dirty="0"/>
              <a:t>Robert C. Busby</a:t>
            </a:r>
            <a:r>
              <a:rPr lang="en-US" dirty="0"/>
              <a:t>, </a:t>
            </a:r>
            <a:r>
              <a:rPr lang="en-US" i="1" dirty="0"/>
              <a:t>Sharon</a:t>
            </a:r>
            <a:r>
              <a:rPr lang="en-US" dirty="0"/>
              <a:t> </a:t>
            </a:r>
            <a:r>
              <a:rPr lang="en-US" i="1" dirty="0"/>
              <a:t>Ross, </a:t>
            </a:r>
            <a:r>
              <a:rPr lang="en-US" dirty="0"/>
              <a:t>Prentice-Hall, Inc.</a:t>
            </a:r>
          </a:p>
          <a:p>
            <a:pPr marL="457200" lvl="0" indent="-457200">
              <a:buFont typeface="+mj-lt"/>
              <a:buAutoNum type="arabicPeriod"/>
            </a:pPr>
            <a:r>
              <a:rPr lang="en-US" i="1" dirty="0"/>
              <a:t>SCHAUM’S  outlines Discrete Mathematics(2</a:t>
            </a:r>
            <a:r>
              <a:rPr lang="en-US" i="1" baseline="30000" dirty="0"/>
              <a:t>nd</a:t>
            </a:r>
            <a:r>
              <a:rPr lang="en-US" i="1" dirty="0"/>
              <a:t> edition)</a:t>
            </a:r>
            <a:r>
              <a:rPr lang="en-US" dirty="0"/>
              <a:t>, by </a:t>
            </a:r>
            <a:r>
              <a:rPr lang="en-US" i="1" dirty="0"/>
              <a:t>Seymour</a:t>
            </a:r>
            <a:r>
              <a:rPr lang="en-US" dirty="0"/>
              <a:t> </a:t>
            </a:r>
            <a:r>
              <a:rPr lang="en-US" i="1" dirty="0" err="1"/>
              <a:t>Lipschutz</a:t>
            </a:r>
            <a:r>
              <a:rPr lang="en-US" dirty="0"/>
              <a:t>, </a:t>
            </a:r>
            <a:r>
              <a:rPr lang="en-US" i="1" dirty="0"/>
              <a:t>Marc</a:t>
            </a:r>
            <a:r>
              <a:rPr lang="en-US" dirty="0"/>
              <a:t> </a:t>
            </a:r>
            <a:r>
              <a:rPr lang="en-US" i="1" dirty="0"/>
              <a:t>Lipson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University of Wisconsin-Madison</a:t>
            </a:r>
          </a:p>
          <a:p>
            <a:r>
              <a:rPr lang="en-US" dirty="0"/>
              <a:t> </a:t>
            </a:r>
            <a:r>
              <a:rPr lang="en-US" dirty="0">
                <a:hlinkClick r:id="rId2"/>
              </a:rPr>
              <a:t>http://pages.cs.wisc.edu/~deppeler/cs367-common/readings/Trees/intro.html</a:t>
            </a:r>
            <a:endParaRPr lang="en-US" dirty="0"/>
          </a:p>
          <a:p>
            <a:pPr marL="285750" indent="-285750">
              <a:buFont typeface="Arial" panose="020B0604020202020204" pitchFamily="34" charset="0"/>
              <a:buChar char="•"/>
            </a:pPr>
            <a:r>
              <a:rPr lang="en-US" dirty="0"/>
              <a:t>Bradfield School of Computer Science</a:t>
            </a:r>
          </a:p>
          <a:p>
            <a:r>
              <a:rPr lang="en-US" dirty="0">
                <a:hlinkClick r:id="rId3"/>
              </a:rPr>
              <a:t>https://bradfieldcs.com/algos/trees/introduction/</a:t>
            </a:r>
            <a:endParaRPr lang="en-US" dirty="0"/>
          </a:p>
        </p:txBody>
      </p:sp>
    </p:spTree>
    <p:extLst>
      <p:ext uri="{BB962C8B-B14F-4D97-AF65-F5344CB8AC3E}">
        <p14:creationId xmlns:p14="http://schemas.microsoft.com/office/powerpoint/2010/main" val="3127302073"/>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Spectrum.thmx</Template>
  <TotalTime>281</TotalTime>
  <Words>1322</Words>
  <Application>Microsoft Office PowerPoint</Application>
  <PresentationFormat>On-screen Show (4:3)</PresentationFormat>
  <Paragraphs>148</Paragraphs>
  <Slides>23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Calibri</vt:lpstr>
      <vt:lpstr>Cambria Math</vt:lpstr>
      <vt:lpstr>Corbel</vt:lpstr>
      <vt:lpstr>Times New Roman</vt:lpstr>
      <vt:lpstr>Wingdings</vt:lpstr>
      <vt:lpstr>Spectrum</vt:lpstr>
      <vt:lpstr>Introduction to Trees (Cont.)</vt:lpstr>
      <vt:lpstr>Lecture Outline</vt:lpstr>
      <vt:lpstr>Objectives and Outcomes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Dr. Ashraf Uddin</cp:lastModifiedBy>
  <cp:revision>58</cp:revision>
  <dcterms:created xsi:type="dcterms:W3CDTF">2018-12-10T17:20:29Z</dcterms:created>
  <dcterms:modified xsi:type="dcterms:W3CDTF">2023-04-30T03:51:26Z</dcterms:modified>
</cp:coreProperties>
</file>